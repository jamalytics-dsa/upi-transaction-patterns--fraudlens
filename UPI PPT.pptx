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31"/>
  </p:notesMasterIdLst>
  <p:sldIdLst>
    <p:sldId id="256" r:id="rId2"/>
    <p:sldId id="257" r:id="rId3"/>
    <p:sldId id="260" r:id="rId4"/>
    <p:sldId id="312" r:id="rId5"/>
    <p:sldId id="261" r:id="rId6"/>
    <p:sldId id="272" r:id="rId7"/>
    <p:sldId id="267" r:id="rId8"/>
    <p:sldId id="259" r:id="rId9"/>
    <p:sldId id="271" r:id="rId10"/>
    <p:sldId id="313" r:id="rId11"/>
    <p:sldId id="316" r:id="rId12"/>
    <p:sldId id="317" r:id="rId13"/>
    <p:sldId id="329" r:id="rId14"/>
    <p:sldId id="328" r:id="rId15"/>
    <p:sldId id="327" r:id="rId16"/>
    <p:sldId id="326" r:id="rId17"/>
    <p:sldId id="325" r:id="rId18"/>
    <p:sldId id="324" r:id="rId19"/>
    <p:sldId id="323" r:id="rId20"/>
    <p:sldId id="321" r:id="rId21"/>
    <p:sldId id="322" r:id="rId22"/>
    <p:sldId id="319" r:id="rId23"/>
    <p:sldId id="320" r:id="rId24"/>
    <p:sldId id="318" r:id="rId25"/>
    <p:sldId id="292" r:id="rId26"/>
    <p:sldId id="315" r:id="rId27"/>
    <p:sldId id="314" r:id="rId28"/>
    <p:sldId id="270" r:id="rId29"/>
    <p:sldId id="290" r:id="rId30"/>
  </p:sldIdLst>
  <p:sldSz cx="9144000" cy="5143500" type="screen16x9"/>
  <p:notesSz cx="6858000" cy="9144000"/>
  <p:embeddedFontLst>
    <p:embeddedFont>
      <p:font typeface="Nunito Light" pitchFamily="2" charset="0"/>
      <p:regular r:id="rId32"/>
      <p:italic r:id="rId33"/>
    </p:embeddedFont>
    <p:embeddedFont>
      <p:font typeface="PT Sans" panose="020B0503020203020204" pitchFamily="34" charset="0"/>
      <p:regular r:id="rId34"/>
      <p:bold r:id="rId35"/>
      <p:italic r:id="rId36"/>
      <p:boldItalic r:id="rId37"/>
    </p:embeddedFont>
    <p:embeddedFont>
      <p:font typeface="Rambla" panose="020B0604020202020204" charset="0"/>
      <p:regular r:id="rId38"/>
      <p:bold r:id="rId39"/>
      <p:italic r:id="rId40"/>
      <p:boldItalic r:id="rId41"/>
    </p:embeddedFont>
    <p:embeddedFont>
      <p:font typeface="Roboto" panose="020000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585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0B02A31-3876-4794-B427-9901F24F1DD3}">
  <a:tblStyle styleId="{50B02A31-3876-4794-B427-9901F24F1DD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073F624-685D-40DE-986B-B1E821A2684F}"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9613" autoAdjust="0"/>
    <p:restoredTop sz="94660"/>
  </p:normalViewPr>
  <p:slideViewPr>
    <p:cSldViewPr snapToGrid="0">
      <p:cViewPr varScale="1">
        <p:scale>
          <a:sx n="93" d="100"/>
          <a:sy n="93" d="100"/>
        </p:scale>
        <p:origin x="100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09" name="Google Shape;409;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538" name="Google Shape;538;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674" name="Google Shape;674;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a:extLst>
            <a:ext uri="{FF2B5EF4-FFF2-40B4-BE49-F238E27FC236}">
              <a16:creationId xmlns:a16="http://schemas.microsoft.com/office/drawing/2014/main" id="{FB4BAC03-B4EA-7302-BC6C-AF5777BAC735}"/>
            </a:ext>
          </a:extLst>
        </p:cNvPr>
        <p:cNvGrpSpPr/>
        <p:nvPr/>
      </p:nvGrpSpPr>
      <p:grpSpPr>
        <a:xfrm>
          <a:off x="0" y="0"/>
          <a:ext cx="0" cy="0"/>
          <a:chOff x="0" y="0"/>
          <a:chExt cx="0" cy="0"/>
        </a:xfrm>
      </p:grpSpPr>
      <p:sp>
        <p:nvSpPr>
          <p:cNvPr id="851" name="Google Shape;851;g14072739ea5_12_0:notes">
            <a:extLst>
              <a:ext uri="{FF2B5EF4-FFF2-40B4-BE49-F238E27FC236}">
                <a16:creationId xmlns:a16="http://schemas.microsoft.com/office/drawing/2014/main" id="{044CEB01-D063-DDE0-E0BA-4A552C2BC3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852" name="Google Shape;852;g14072739ea5_12_0:notes">
            <a:extLst>
              <a:ext uri="{FF2B5EF4-FFF2-40B4-BE49-F238E27FC236}">
                <a16:creationId xmlns:a16="http://schemas.microsoft.com/office/drawing/2014/main" id="{C1E303A7-AA29-FA09-443F-3AC9C0E7DA7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78691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852" name="Google Shape;852;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3"/>
        <p:cNvGrpSpPr/>
        <p:nvPr/>
      </p:nvGrpSpPr>
      <p:grpSpPr>
        <a:xfrm>
          <a:off x="0" y="0"/>
          <a:ext cx="0" cy="0"/>
          <a:chOff x="0" y="0"/>
          <a:chExt cx="0" cy="0"/>
        </a:xfrm>
      </p:grpSpPr>
      <p:sp>
        <p:nvSpPr>
          <p:cNvPr id="1534" name="Google Shape;1534;g1eb847568c1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535" name="Google Shape;1535;g1eb847568c1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0"/>
        <p:cNvGrpSpPr/>
        <p:nvPr/>
      </p:nvGrpSpPr>
      <p:grpSpPr>
        <a:xfrm>
          <a:off x="0" y="0"/>
          <a:ext cx="0" cy="0"/>
          <a:chOff x="0" y="0"/>
          <a:chExt cx="0" cy="0"/>
        </a:xfrm>
      </p:grpSpPr>
      <p:sp>
        <p:nvSpPr>
          <p:cNvPr id="1181" name="Google Shape;1181;g1eb847568c1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182" name="Google Shape;1182;g1eb847568c1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564" name="Google Shape;564;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0"/>
        <p:cNvGrpSpPr/>
        <p:nvPr/>
      </p:nvGrpSpPr>
      <p:grpSpPr>
        <a:xfrm>
          <a:off x="0" y="0"/>
          <a:ext cx="0" cy="0"/>
          <a:chOff x="0" y="0"/>
          <a:chExt cx="0" cy="0"/>
        </a:xfrm>
      </p:grpSpPr>
      <p:sp>
        <p:nvSpPr>
          <p:cNvPr id="1371" name="Google Shape;1371;g1eb847568c1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372" name="Google Shape;1372;g1eb847568c1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0">
          <a:extLst>
            <a:ext uri="{FF2B5EF4-FFF2-40B4-BE49-F238E27FC236}">
              <a16:creationId xmlns:a16="http://schemas.microsoft.com/office/drawing/2014/main" id="{5BC48DAA-888A-2100-13BF-8063E2CB7B88}"/>
            </a:ext>
          </a:extLst>
        </p:cNvPr>
        <p:cNvGrpSpPr/>
        <p:nvPr/>
      </p:nvGrpSpPr>
      <p:grpSpPr>
        <a:xfrm>
          <a:off x="0" y="0"/>
          <a:ext cx="0" cy="0"/>
          <a:chOff x="0" y="0"/>
          <a:chExt cx="0" cy="0"/>
        </a:xfrm>
      </p:grpSpPr>
      <p:sp>
        <p:nvSpPr>
          <p:cNvPr id="1371" name="Google Shape;1371;g1eb847568c1_0_58:notes">
            <a:extLst>
              <a:ext uri="{FF2B5EF4-FFF2-40B4-BE49-F238E27FC236}">
                <a16:creationId xmlns:a16="http://schemas.microsoft.com/office/drawing/2014/main" id="{677C29DD-FF2A-D57B-1FD7-91B652FE71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372" name="Google Shape;1372;g1eb847568c1_0_58:notes">
            <a:extLst>
              <a:ext uri="{FF2B5EF4-FFF2-40B4-BE49-F238E27FC236}">
                <a16:creationId xmlns:a16="http://schemas.microsoft.com/office/drawing/2014/main" id="{E308C07B-D089-97A9-B651-EEBEE39E199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66202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0">
          <a:extLst>
            <a:ext uri="{FF2B5EF4-FFF2-40B4-BE49-F238E27FC236}">
              <a16:creationId xmlns:a16="http://schemas.microsoft.com/office/drawing/2014/main" id="{976B5C3E-4A06-5A16-3D98-199BB3221D94}"/>
            </a:ext>
          </a:extLst>
        </p:cNvPr>
        <p:cNvGrpSpPr/>
        <p:nvPr/>
      </p:nvGrpSpPr>
      <p:grpSpPr>
        <a:xfrm>
          <a:off x="0" y="0"/>
          <a:ext cx="0" cy="0"/>
          <a:chOff x="0" y="0"/>
          <a:chExt cx="0" cy="0"/>
        </a:xfrm>
      </p:grpSpPr>
      <p:sp>
        <p:nvSpPr>
          <p:cNvPr id="1371" name="Google Shape;1371;g1eb847568c1_0_58:notes">
            <a:extLst>
              <a:ext uri="{FF2B5EF4-FFF2-40B4-BE49-F238E27FC236}">
                <a16:creationId xmlns:a16="http://schemas.microsoft.com/office/drawing/2014/main" id="{640255F3-D079-781A-225E-40CC09010F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372" name="Google Shape;1372;g1eb847568c1_0_58:notes">
            <a:extLst>
              <a:ext uri="{FF2B5EF4-FFF2-40B4-BE49-F238E27FC236}">
                <a16:creationId xmlns:a16="http://schemas.microsoft.com/office/drawing/2014/main" id="{553FA648-0358-61F4-79CD-E168D3AAB0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048000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0">
          <a:extLst>
            <a:ext uri="{FF2B5EF4-FFF2-40B4-BE49-F238E27FC236}">
              <a16:creationId xmlns:a16="http://schemas.microsoft.com/office/drawing/2014/main" id="{0B2D1224-A8FD-FC30-529A-CF3BA8074552}"/>
            </a:ext>
          </a:extLst>
        </p:cNvPr>
        <p:cNvGrpSpPr/>
        <p:nvPr/>
      </p:nvGrpSpPr>
      <p:grpSpPr>
        <a:xfrm>
          <a:off x="0" y="0"/>
          <a:ext cx="0" cy="0"/>
          <a:chOff x="0" y="0"/>
          <a:chExt cx="0" cy="0"/>
        </a:xfrm>
      </p:grpSpPr>
      <p:sp>
        <p:nvSpPr>
          <p:cNvPr id="1371" name="Google Shape;1371;g1eb847568c1_0_58:notes">
            <a:extLst>
              <a:ext uri="{FF2B5EF4-FFF2-40B4-BE49-F238E27FC236}">
                <a16:creationId xmlns:a16="http://schemas.microsoft.com/office/drawing/2014/main" id="{55037AC5-6271-5C39-15CD-CDBC5458E1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372" name="Google Shape;1372;g1eb847568c1_0_58:notes">
            <a:extLst>
              <a:ext uri="{FF2B5EF4-FFF2-40B4-BE49-F238E27FC236}">
                <a16:creationId xmlns:a16="http://schemas.microsoft.com/office/drawing/2014/main" id="{93C8181F-D32A-6A24-54B8-93CB9ED9C9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706616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0">
          <a:extLst>
            <a:ext uri="{FF2B5EF4-FFF2-40B4-BE49-F238E27FC236}">
              <a16:creationId xmlns:a16="http://schemas.microsoft.com/office/drawing/2014/main" id="{9008FA8D-2E82-AF0B-608A-CDC1D3EE893B}"/>
            </a:ext>
          </a:extLst>
        </p:cNvPr>
        <p:cNvGrpSpPr/>
        <p:nvPr/>
      </p:nvGrpSpPr>
      <p:grpSpPr>
        <a:xfrm>
          <a:off x="0" y="0"/>
          <a:ext cx="0" cy="0"/>
          <a:chOff x="0" y="0"/>
          <a:chExt cx="0" cy="0"/>
        </a:xfrm>
      </p:grpSpPr>
      <p:sp>
        <p:nvSpPr>
          <p:cNvPr id="1371" name="Google Shape;1371;g1eb847568c1_0_58:notes">
            <a:extLst>
              <a:ext uri="{FF2B5EF4-FFF2-40B4-BE49-F238E27FC236}">
                <a16:creationId xmlns:a16="http://schemas.microsoft.com/office/drawing/2014/main" id="{43011EE5-690C-6C89-4299-4CA610A5EB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372" name="Google Shape;1372;g1eb847568c1_0_58:notes">
            <a:extLst>
              <a:ext uri="{FF2B5EF4-FFF2-40B4-BE49-F238E27FC236}">
                <a16:creationId xmlns:a16="http://schemas.microsoft.com/office/drawing/2014/main" id="{A36CE14B-3409-F63D-8380-DF07E0B894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54540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0">
          <a:extLst>
            <a:ext uri="{FF2B5EF4-FFF2-40B4-BE49-F238E27FC236}">
              <a16:creationId xmlns:a16="http://schemas.microsoft.com/office/drawing/2014/main" id="{56E98A46-5130-6453-2E32-461FD948B692}"/>
            </a:ext>
          </a:extLst>
        </p:cNvPr>
        <p:cNvGrpSpPr/>
        <p:nvPr/>
      </p:nvGrpSpPr>
      <p:grpSpPr>
        <a:xfrm>
          <a:off x="0" y="0"/>
          <a:ext cx="0" cy="0"/>
          <a:chOff x="0" y="0"/>
          <a:chExt cx="0" cy="0"/>
        </a:xfrm>
      </p:grpSpPr>
      <p:sp>
        <p:nvSpPr>
          <p:cNvPr id="1371" name="Google Shape;1371;g1eb847568c1_0_58:notes">
            <a:extLst>
              <a:ext uri="{FF2B5EF4-FFF2-40B4-BE49-F238E27FC236}">
                <a16:creationId xmlns:a16="http://schemas.microsoft.com/office/drawing/2014/main" id="{E79BDA80-9BA1-C921-CC47-039FCF89BE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372" name="Google Shape;1372;g1eb847568c1_0_58:notes">
            <a:extLst>
              <a:ext uri="{FF2B5EF4-FFF2-40B4-BE49-F238E27FC236}">
                <a16:creationId xmlns:a16="http://schemas.microsoft.com/office/drawing/2014/main" id="{2406EFF5-B899-6F00-27EA-412EE7A030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39960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0">
          <a:extLst>
            <a:ext uri="{FF2B5EF4-FFF2-40B4-BE49-F238E27FC236}">
              <a16:creationId xmlns:a16="http://schemas.microsoft.com/office/drawing/2014/main" id="{11539A3D-EE06-6B2A-44D2-49993008D388}"/>
            </a:ext>
          </a:extLst>
        </p:cNvPr>
        <p:cNvGrpSpPr/>
        <p:nvPr/>
      </p:nvGrpSpPr>
      <p:grpSpPr>
        <a:xfrm>
          <a:off x="0" y="0"/>
          <a:ext cx="0" cy="0"/>
          <a:chOff x="0" y="0"/>
          <a:chExt cx="0" cy="0"/>
        </a:xfrm>
      </p:grpSpPr>
      <p:sp>
        <p:nvSpPr>
          <p:cNvPr id="1371" name="Google Shape;1371;g1eb847568c1_0_58:notes">
            <a:extLst>
              <a:ext uri="{FF2B5EF4-FFF2-40B4-BE49-F238E27FC236}">
                <a16:creationId xmlns:a16="http://schemas.microsoft.com/office/drawing/2014/main" id="{AB8F5E93-B760-FA24-EC90-BB52125603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372" name="Google Shape;1372;g1eb847568c1_0_58:notes">
            <a:extLst>
              <a:ext uri="{FF2B5EF4-FFF2-40B4-BE49-F238E27FC236}">
                <a16:creationId xmlns:a16="http://schemas.microsoft.com/office/drawing/2014/main" id="{4AE75B78-AE38-B1DD-2820-0E6112FE49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118827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0">
          <a:extLst>
            <a:ext uri="{FF2B5EF4-FFF2-40B4-BE49-F238E27FC236}">
              <a16:creationId xmlns:a16="http://schemas.microsoft.com/office/drawing/2014/main" id="{A238D920-1A05-AB5C-B04D-EEF7053C5385}"/>
            </a:ext>
          </a:extLst>
        </p:cNvPr>
        <p:cNvGrpSpPr/>
        <p:nvPr/>
      </p:nvGrpSpPr>
      <p:grpSpPr>
        <a:xfrm>
          <a:off x="0" y="0"/>
          <a:ext cx="0" cy="0"/>
          <a:chOff x="0" y="0"/>
          <a:chExt cx="0" cy="0"/>
        </a:xfrm>
      </p:grpSpPr>
      <p:sp>
        <p:nvSpPr>
          <p:cNvPr id="1371" name="Google Shape;1371;g1eb847568c1_0_58:notes">
            <a:extLst>
              <a:ext uri="{FF2B5EF4-FFF2-40B4-BE49-F238E27FC236}">
                <a16:creationId xmlns:a16="http://schemas.microsoft.com/office/drawing/2014/main" id="{8A35FCC7-EB67-8749-D7AA-2CF817D375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372" name="Google Shape;1372;g1eb847568c1_0_58:notes">
            <a:extLst>
              <a:ext uri="{FF2B5EF4-FFF2-40B4-BE49-F238E27FC236}">
                <a16:creationId xmlns:a16="http://schemas.microsoft.com/office/drawing/2014/main" id="{1B82F809-6B46-212C-EB1D-547A78BAA84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88406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0">
          <a:extLst>
            <a:ext uri="{FF2B5EF4-FFF2-40B4-BE49-F238E27FC236}">
              <a16:creationId xmlns:a16="http://schemas.microsoft.com/office/drawing/2014/main" id="{6AC423DB-1089-216A-8CEE-344906FADFB4}"/>
            </a:ext>
          </a:extLst>
        </p:cNvPr>
        <p:cNvGrpSpPr/>
        <p:nvPr/>
      </p:nvGrpSpPr>
      <p:grpSpPr>
        <a:xfrm>
          <a:off x="0" y="0"/>
          <a:ext cx="0" cy="0"/>
          <a:chOff x="0" y="0"/>
          <a:chExt cx="0" cy="0"/>
        </a:xfrm>
      </p:grpSpPr>
      <p:sp>
        <p:nvSpPr>
          <p:cNvPr id="1371" name="Google Shape;1371;g1eb847568c1_0_58:notes">
            <a:extLst>
              <a:ext uri="{FF2B5EF4-FFF2-40B4-BE49-F238E27FC236}">
                <a16:creationId xmlns:a16="http://schemas.microsoft.com/office/drawing/2014/main" id="{7F17FBF2-CDCB-4D3B-5D6C-AFBE970614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372" name="Google Shape;1372;g1eb847568c1_0_58:notes">
            <a:extLst>
              <a:ext uri="{FF2B5EF4-FFF2-40B4-BE49-F238E27FC236}">
                <a16:creationId xmlns:a16="http://schemas.microsoft.com/office/drawing/2014/main" id="{7C7A219C-53AB-7EB7-EF94-19E2AAA2C4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38450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0">
          <a:extLst>
            <a:ext uri="{FF2B5EF4-FFF2-40B4-BE49-F238E27FC236}">
              <a16:creationId xmlns:a16="http://schemas.microsoft.com/office/drawing/2014/main" id="{F870E8A9-357A-87AE-A87D-D00A527A3F51}"/>
            </a:ext>
          </a:extLst>
        </p:cNvPr>
        <p:cNvGrpSpPr/>
        <p:nvPr/>
      </p:nvGrpSpPr>
      <p:grpSpPr>
        <a:xfrm>
          <a:off x="0" y="0"/>
          <a:ext cx="0" cy="0"/>
          <a:chOff x="0" y="0"/>
          <a:chExt cx="0" cy="0"/>
        </a:xfrm>
      </p:grpSpPr>
      <p:sp>
        <p:nvSpPr>
          <p:cNvPr id="1371" name="Google Shape;1371;g1eb847568c1_0_58:notes">
            <a:extLst>
              <a:ext uri="{FF2B5EF4-FFF2-40B4-BE49-F238E27FC236}">
                <a16:creationId xmlns:a16="http://schemas.microsoft.com/office/drawing/2014/main" id="{A9EF8F6C-F9B2-81D4-2669-B6ED02B17B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372" name="Google Shape;1372;g1eb847568c1_0_58:notes">
            <a:extLst>
              <a:ext uri="{FF2B5EF4-FFF2-40B4-BE49-F238E27FC236}">
                <a16:creationId xmlns:a16="http://schemas.microsoft.com/office/drawing/2014/main" id="{93434E04-5AFD-0BF7-7166-EB9380F3B9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1472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0">
          <a:extLst>
            <a:ext uri="{FF2B5EF4-FFF2-40B4-BE49-F238E27FC236}">
              <a16:creationId xmlns:a16="http://schemas.microsoft.com/office/drawing/2014/main" id="{51C37972-D316-ECA8-3A4B-06E44E53785B}"/>
            </a:ext>
          </a:extLst>
        </p:cNvPr>
        <p:cNvGrpSpPr/>
        <p:nvPr/>
      </p:nvGrpSpPr>
      <p:grpSpPr>
        <a:xfrm>
          <a:off x="0" y="0"/>
          <a:ext cx="0" cy="0"/>
          <a:chOff x="0" y="0"/>
          <a:chExt cx="0" cy="0"/>
        </a:xfrm>
      </p:grpSpPr>
      <p:sp>
        <p:nvSpPr>
          <p:cNvPr id="1371" name="Google Shape;1371;g1eb847568c1_0_58:notes">
            <a:extLst>
              <a:ext uri="{FF2B5EF4-FFF2-40B4-BE49-F238E27FC236}">
                <a16:creationId xmlns:a16="http://schemas.microsoft.com/office/drawing/2014/main" id="{59BB9BB5-3B76-906E-5378-E2F6859358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372" name="Google Shape;1372;g1eb847568c1_0_58:notes">
            <a:extLst>
              <a:ext uri="{FF2B5EF4-FFF2-40B4-BE49-F238E27FC236}">
                <a16:creationId xmlns:a16="http://schemas.microsoft.com/office/drawing/2014/main" id="{C5AF3C4F-95BA-1BB9-E88B-3C40BA134C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504373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0">
          <a:extLst>
            <a:ext uri="{FF2B5EF4-FFF2-40B4-BE49-F238E27FC236}">
              <a16:creationId xmlns:a16="http://schemas.microsoft.com/office/drawing/2014/main" id="{12FB7774-2927-F5F0-8FA9-33261E3851D7}"/>
            </a:ext>
          </a:extLst>
        </p:cNvPr>
        <p:cNvGrpSpPr/>
        <p:nvPr/>
      </p:nvGrpSpPr>
      <p:grpSpPr>
        <a:xfrm>
          <a:off x="0" y="0"/>
          <a:ext cx="0" cy="0"/>
          <a:chOff x="0" y="0"/>
          <a:chExt cx="0" cy="0"/>
        </a:xfrm>
      </p:grpSpPr>
      <p:sp>
        <p:nvSpPr>
          <p:cNvPr id="1371" name="Google Shape;1371;g1eb847568c1_0_58:notes">
            <a:extLst>
              <a:ext uri="{FF2B5EF4-FFF2-40B4-BE49-F238E27FC236}">
                <a16:creationId xmlns:a16="http://schemas.microsoft.com/office/drawing/2014/main" id="{01B40F19-9B16-66E9-E178-3762CB1145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372" name="Google Shape;1372;g1eb847568c1_0_58:notes">
            <a:extLst>
              <a:ext uri="{FF2B5EF4-FFF2-40B4-BE49-F238E27FC236}">
                <a16:creationId xmlns:a16="http://schemas.microsoft.com/office/drawing/2014/main" id="{30ECBDB3-F14E-9E08-FF70-1E26C5B56C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30478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0">
          <a:extLst>
            <a:ext uri="{FF2B5EF4-FFF2-40B4-BE49-F238E27FC236}">
              <a16:creationId xmlns:a16="http://schemas.microsoft.com/office/drawing/2014/main" id="{3E653401-6E11-065D-1AAE-455A84963527}"/>
            </a:ext>
          </a:extLst>
        </p:cNvPr>
        <p:cNvGrpSpPr/>
        <p:nvPr/>
      </p:nvGrpSpPr>
      <p:grpSpPr>
        <a:xfrm>
          <a:off x="0" y="0"/>
          <a:ext cx="0" cy="0"/>
          <a:chOff x="0" y="0"/>
          <a:chExt cx="0" cy="0"/>
        </a:xfrm>
      </p:grpSpPr>
      <p:sp>
        <p:nvSpPr>
          <p:cNvPr id="1371" name="Google Shape;1371;g1eb847568c1_0_58:notes">
            <a:extLst>
              <a:ext uri="{FF2B5EF4-FFF2-40B4-BE49-F238E27FC236}">
                <a16:creationId xmlns:a16="http://schemas.microsoft.com/office/drawing/2014/main" id="{BD9A2C94-8AF3-5F03-C9B9-5FD79AAD9B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372" name="Google Shape;1372;g1eb847568c1_0_58:notes">
            <a:extLst>
              <a:ext uri="{FF2B5EF4-FFF2-40B4-BE49-F238E27FC236}">
                <a16:creationId xmlns:a16="http://schemas.microsoft.com/office/drawing/2014/main" id="{0D3144AA-A108-48E0-07A0-3BC453C3AB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70119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0">
          <a:extLst>
            <a:ext uri="{FF2B5EF4-FFF2-40B4-BE49-F238E27FC236}">
              <a16:creationId xmlns:a16="http://schemas.microsoft.com/office/drawing/2014/main" id="{0CC5830A-9CFE-FE59-DBE4-CB66AC79F312}"/>
            </a:ext>
          </a:extLst>
        </p:cNvPr>
        <p:cNvGrpSpPr/>
        <p:nvPr/>
      </p:nvGrpSpPr>
      <p:grpSpPr>
        <a:xfrm>
          <a:off x="0" y="0"/>
          <a:ext cx="0" cy="0"/>
          <a:chOff x="0" y="0"/>
          <a:chExt cx="0" cy="0"/>
        </a:xfrm>
      </p:grpSpPr>
      <p:sp>
        <p:nvSpPr>
          <p:cNvPr id="1371" name="Google Shape;1371;g1eb847568c1_0_58:notes">
            <a:extLst>
              <a:ext uri="{FF2B5EF4-FFF2-40B4-BE49-F238E27FC236}">
                <a16:creationId xmlns:a16="http://schemas.microsoft.com/office/drawing/2014/main" id="{8945A524-3651-F751-3493-783DE89038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372" name="Google Shape;1372;g1eb847568c1_0_58:notes">
            <a:extLst>
              <a:ext uri="{FF2B5EF4-FFF2-40B4-BE49-F238E27FC236}">
                <a16:creationId xmlns:a16="http://schemas.microsoft.com/office/drawing/2014/main" id="{0431CDDB-B783-8B33-0441-A8F7991BB7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117728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0">
          <a:extLst>
            <a:ext uri="{FF2B5EF4-FFF2-40B4-BE49-F238E27FC236}">
              <a16:creationId xmlns:a16="http://schemas.microsoft.com/office/drawing/2014/main" id="{971F5BB3-2F95-155D-4588-AF77EF1D11E4}"/>
            </a:ext>
          </a:extLst>
        </p:cNvPr>
        <p:cNvGrpSpPr/>
        <p:nvPr/>
      </p:nvGrpSpPr>
      <p:grpSpPr>
        <a:xfrm>
          <a:off x="0" y="0"/>
          <a:ext cx="0" cy="0"/>
          <a:chOff x="0" y="0"/>
          <a:chExt cx="0" cy="0"/>
        </a:xfrm>
      </p:grpSpPr>
      <p:sp>
        <p:nvSpPr>
          <p:cNvPr id="1371" name="Google Shape;1371;g1eb847568c1_0_58:notes">
            <a:extLst>
              <a:ext uri="{FF2B5EF4-FFF2-40B4-BE49-F238E27FC236}">
                <a16:creationId xmlns:a16="http://schemas.microsoft.com/office/drawing/2014/main" id="{2671F109-54C8-87BD-173E-8005A3B772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372" name="Google Shape;1372;g1eb847568c1_0_58:notes">
            <a:extLst>
              <a:ext uri="{FF2B5EF4-FFF2-40B4-BE49-F238E27FC236}">
                <a16:creationId xmlns:a16="http://schemas.microsoft.com/office/drawing/2014/main" id="{2D1F5A33-85B0-D2BC-1085-B4401E69EE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23163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0">
          <a:extLst>
            <a:ext uri="{FF2B5EF4-FFF2-40B4-BE49-F238E27FC236}">
              <a16:creationId xmlns:a16="http://schemas.microsoft.com/office/drawing/2014/main" id="{06A014C6-5538-C0BF-FEFA-473956E737B8}"/>
            </a:ext>
          </a:extLst>
        </p:cNvPr>
        <p:cNvGrpSpPr/>
        <p:nvPr/>
      </p:nvGrpSpPr>
      <p:grpSpPr>
        <a:xfrm>
          <a:off x="0" y="0"/>
          <a:ext cx="0" cy="0"/>
          <a:chOff x="0" y="0"/>
          <a:chExt cx="0" cy="0"/>
        </a:xfrm>
      </p:grpSpPr>
      <p:sp>
        <p:nvSpPr>
          <p:cNvPr id="1371" name="Google Shape;1371;g1eb847568c1_0_58:notes">
            <a:extLst>
              <a:ext uri="{FF2B5EF4-FFF2-40B4-BE49-F238E27FC236}">
                <a16:creationId xmlns:a16="http://schemas.microsoft.com/office/drawing/2014/main" id="{6184A28A-032D-FD9A-5EE3-5089358872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372" name="Google Shape;1372;g1eb847568c1_0_58:notes">
            <a:extLst>
              <a:ext uri="{FF2B5EF4-FFF2-40B4-BE49-F238E27FC236}">
                <a16:creationId xmlns:a16="http://schemas.microsoft.com/office/drawing/2014/main" id="{CF23565B-7F1A-F74B-10C5-630F2C0E66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395462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7"/>
        <p:cNvGrpSpPr/>
        <p:nvPr/>
      </p:nvGrpSpPr>
      <p:grpSpPr>
        <a:xfrm>
          <a:off x="0" y="0"/>
          <a:ext cx="0" cy="0"/>
          <a:chOff x="0" y="0"/>
          <a:chExt cx="0" cy="0"/>
        </a:xfrm>
      </p:grpSpPr>
      <p:sp>
        <p:nvSpPr>
          <p:cNvPr id="3518" name="Google Shape;3518;g1eb847568c1_0_14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519" name="Google Shape;3519;g1eb847568c1_0_14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0">
          <a:extLst>
            <a:ext uri="{FF2B5EF4-FFF2-40B4-BE49-F238E27FC236}">
              <a16:creationId xmlns:a16="http://schemas.microsoft.com/office/drawing/2014/main" id="{E33175B5-76F4-F914-2481-A493E5BDDD3A}"/>
            </a:ext>
          </a:extLst>
        </p:cNvPr>
        <p:cNvGrpSpPr/>
        <p:nvPr/>
      </p:nvGrpSpPr>
      <p:grpSpPr>
        <a:xfrm>
          <a:off x="0" y="0"/>
          <a:ext cx="0" cy="0"/>
          <a:chOff x="0" y="0"/>
          <a:chExt cx="0" cy="0"/>
        </a:xfrm>
      </p:grpSpPr>
      <p:sp>
        <p:nvSpPr>
          <p:cNvPr id="1371" name="Google Shape;1371;g1eb847568c1_0_58:notes">
            <a:extLst>
              <a:ext uri="{FF2B5EF4-FFF2-40B4-BE49-F238E27FC236}">
                <a16:creationId xmlns:a16="http://schemas.microsoft.com/office/drawing/2014/main" id="{9C7C1FEF-6F32-8FC0-1AB2-A3B820EE5E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372" name="Google Shape;1372;g1eb847568c1_0_58:notes">
            <a:extLst>
              <a:ext uri="{FF2B5EF4-FFF2-40B4-BE49-F238E27FC236}">
                <a16:creationId xmlns:a16="http://schemas.microsoft.com/office/drawing/2014/main" id="{D133DE89-8257-9FE7-6DDB-2472481553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15708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0">
          <a:extLst>
            <a:ext uri="{FF2B5EF4-FFF2-40B4-BE49-F238E27FC236}">
              <a16:creationId xmlns:a16="http://schemas.microsoft.com/office/drawing/2014/main" id="{4F8C5A71-F559-ACC5-4FA3-ACC12A57B5FC}"/>
            </a:ext>
          </a:extLst>
        </p:cNvPr>
        <p:cNvGrpSpPr/>
        <p:nvPr/>
      </p:nvGrpSpPr>
      <p:grpSpPr>
        <a:xfrm>
          <a:off x="0" y="0"/>
          <a:ext cx="0" cy="0"/>
          <a:chOff x="0" y="0"/>
          <a:chExt cx="0" cy="0"/>
        </a:xfrm>
      </p:grpSpPr>
      <p:sp>
        <p:nvSpPr>
          <p:cNvPr id="1371" name="Google Shape;1371;g1eb847568c1_0_58:notes">
            <a:extLst>
              <a:ext uri="{FF2B5EF4-FFF2-40B4-BE49-F238E27FC236}">
                <a16:creationId xmlns:a16="http://schemas.microsoft.com/office/drawing/2014/main" id="{1E6BD856-0DE3-29C9-7819-FD6CBB11A7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372" name="Google Shape;1372;g1eb847568c1_0_58:notes">
            <a:extLst>
              <a:ext uri="{FF2B5EF4-FFF2-40B4-BE49-F238E27FC236}">
                <a16:creationId xmlns:a16="http://schemas.microsoft.com/office/drawing/2014/main" id="{DEF26C0A-C637-277E-2448-859BBDDF2E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03331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1"/>
        <p:cNvGrpSpPr/>
        <p:nvPr/>
      </p:nvGrpSpPr>
      <p:grpSpPr>
        <a:xfrm>
          <a:off x="0" y="0"/>
          <a:ext cx="0" cy="0"/>
          <a:chOff x="0" y="0"/>
          <a:chExt cx="0" cy="0"/>
        </a:xfrm>
      </p:grpSpPr>
      <p:sp>
        <p:nvSpPr>
          <p:cNvPr id="1352" name="Google Shape;1352;g1eb847568c1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353" name="Google Shape;1353;g1eb847568c1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4"/>
        <p:cNvGrpSpPr/>
        <p:nvPr/>
      </p:nvGrpSpPr>
      <p:grpSpPr>
        <a:xfrm>
          <a:off x="0" y="0"/>
          <a:ext cx="0" cy="0"/>
          <a:chOff x="0" y="0"/>
          <a:chExt cx="0" cy="0"/>
        </a:xfrm>
      </p:grpSpPr>
      <p:sp>
        <p:nvSpPr>
          <p:cNvPr id="2225" name="Google Shape;2225;g1eb847568c1_0_2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226" name="Google Shape;2226;g1eb847568c1_0_2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0838" y="638725"/>
            <a:ext cx="5008200" cy="1527000"/>
          </a:xfrm>
          <a:prstGeom prst="rect">
            <a:avLst/>
          </a:prstGeom>
        </p:spPr>
        <p:txBody>
          <a:bodyPr spcFirstLastPara="1" wrap="square" lIns="91425" tIns="91425" rIns="91425" bIns="91425" anchor="t" anchorCtr="0">
            <a:noAutofit/>
          </a:bodyPr>
          <a:lstStyle>
            <a:lvl1pPr lvl="0">
              <a:spcBef>
                <a:spcPts val="0"/>
              </a:spcBef>
              <a:spcAft>
                <a:spcPts val="0"/>
              </a:spcAft>
              <a:buClr>
                <a:srgbClr val="191919"/>
              </a:buClr>
              <a:buSzPts val="5200"/>
              <a:buNone/>
              <a:defRPr sz="4600">
                <a:latin typeface="Rambla"/>
                <a:ea typeface="Rambla"/>
                <a:cs typeface="Rambla"/>
                <a:sym typeface="Rambla"/>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20827" y="2307600"/>
            <a:ext cx="2463900" cy="666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latin typeface="Roboto"/>
                <a:ea typeface="Roboto"/>
                <a:cs typeface="Roboto"/>
                <a:sym typeface="Roboto"/>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973200" y="2252201"/>
            <a:ext cx="3072300" cy="1385100"/>
          </a:xfrm>
          <a:prstGeom prst="rect">
            <a:avLst/>
          </a:prstGeom>
        </p:spPr>
        <p:txBody>
          <a:bodyPr spcFirstLastPara="1" wrap="square" lIns="91425" tIns="91425" rIns="91425" bIns="91425" anchor="t" anchorCtr="0">
            <a:noAutofit/>
          </a:bodyPr>
          <a:lstStyle>
            <a:lvl1pPr lvl="0">
              <a:lnSpc>
                <a:spcPct val="90000"/>
              </a:lnSpc>
              <a:spcBef>
                <a:spcPts val="0"/>
              </a:spcBef>
              <a:spcAft>
                <a:spcPts val="0"/>
              </a:spcAft>
              <a:buSzPts val="3600"/>
              <a:buNone/>
              <a:defRPr sz="44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dirty="0"/>
          </a:p>
        </p:txBody>
      </p:sp>
      <p:sp>
        <p:nvSpPr>
          <p:cNvPr id="13" name="Google Shape;13;p3"/>
          <p:cNvSpPr txBox="1">
            <a:spLocks noGrp="1"/>
          </p:cNvSpPr>
          <p:nvPr>
            <p:ph type="title" idx="2" hasCustomPrompt="1"/>
          </p:nvPr>
        </p:nvSpPr>
        <p:spPr>
          <a:xfrm>
            <a:off x="973200" y="1302871"/>
            <a:ext cx="1115400" cy="9156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grpSp>
        <p:nvGrpSpPr>
          <p:cNvPr id="29" name="Google Shape;29;p4"/>
          <p:cNvGrpSpPr/>
          <p:nvPr/>
        </p:nvGrpSpPr>
        <p:grpSpPr>
          <a:xfrm>
            <a:off x="142" y="-159"/>
            <a:ext cx="9123776" cy="5401860"/>
            <a:chOff x="140" y="-159"/>
            <a:chExt cx="9123776" cy="5401860"/>
          </a:xfrm>
        </p:grpSpPr>
        <p:sp>
          <p:nvSpPr>
            <p:cNvPr id="30" name="Google Shape;30;p4"/>
            <p:cNvSpPr/>
            <p:nvPr/>
          </p:nvSpPr>
          <p:spPr>
            <a:xfrm rot="4299966">
              <a:off x="6913750" y="3191535"/>
              <a:ext cx="2174965" cy="2245367"/>
            </a:xfrm>
            <a:custGeom>
              <a:avLst/>
              <a:gdLst>
                <a:gd name="connsiteX0" fmla="*/ 2173437 w 2173437"/>
                <a:gd name="connsiteY0" fmla="*/ 273234 h 2243790"/>
                <a:gd name="connsiteX1" fmla="*/ 1188227 w 2173437"/>
                <a:gd name="connsiteY1" fmla="*/ 1259 h 2243790"/>
                <a:gd name="connsiteX2" fmla="*/ 775768 w 2173437"/>
                <a:gd name="connsiteY2" fmla="*/ 146698 h 2243790"/>
                <a:gd name="connsiteX3" fmla="*/ 719984 w 2173437"/>
                <a:gd name="connsiteY3" fmla="*/ 469435 h 2243790"/>
                <a:gd name="connsiteX4" fmla="*/ 483334 w 2173437"/>
                <a:gd name="connsiteY4" fmla="*/ 954183 h 2243790"/>
                <a:gd name="connsiteX5" fmla="*/ 149871 w 2173437"/>
                <a:gd name="connsiteY5" fmla="*/ 1386385 h 2243790"/>
                <a:gd name="connsiteX6" fmla="*/ 2668 w 2173437"/>
                <a:gd name="connsiteY6" fmla="*/ 2021907 h 2243790"/>
                <a:gd name="connsiteX7" fmla="*/ 140980 w 2173437"/>
                <a:gd name="connsiteY7" fmla="*/ 2015694 h 2243790"/>
                <a:gd name="connsiteX8" fmla="*/ 476177 w 2173437"/>
                <a:gd name="connsiteY8" fmla="*/ 2096763 h 2243790"/>
                <a:gd name="connsiteX9" fmla="*/ 1092548 w 2173437"/>
                <a:gd name="connsiteY9" fmla="*/ 2238429 h 2243790"/>
                <a:gd name="connsiteX10" fmla="*/ 1450822 w 2173437"/>
                <a:gd name="connsiteY10" fmla="*/ 2174718 h 2243790"/>
                <a:gd name="connsiteX11" fmla="*/ 1571192 w 2173437"/>
                <a:gd name="connsiteY11" fmla="*/ 2033324 h 2243790"/>
                <a:gd name="connsiteX12" fmla="*/ 2105962 w 2173437"/>
                <a:gd name="connsiteY12" fmla="*/ 607759 h 2243790"/>
                <a:gd name="connsiteX13" fmla="*/ 2173437 w 2173437"/>
                <a:gd name="connsiteY13" fmla="*/ 273234 h 2243790"/>
                <a:gd name="connsiteX0" fmla="*/ 2173437 w 2173437"/>
                <a:gd name="connsiteY0" fmla="*/ 273234 h 2243790"/>
                <a:gd name="connsiteX1" fmla="*/ 1188227 w 2173437"/>
                <a:gd name="connsiteY1" fmla="*/ 1259 h 2243790"/>
                <a:gd name="connsiteX2" fmla="*/ 775768 w 2173437"/>
                <a:gd name="connsiteY2" fmla="*/ 146698 h 2243790"/>
                <a:gd name="connsiteX3" fmla="*/ 719984 w 2173437"/>
                <a:gd name="connsiteY3" fmla="*/ 469435 h 2243790"/>
                <a:gd name="connsiteX4" fmla="*/ 483334 w 2173437"/>
                <a:gd name="connsiteY4" fmla="*/ 954183 h 2243790"/>
                <a:gd name="connsiteX5" fmla="*/ 149871 w 2173437"/>
                <a:gd name="connsiteY5" fmla="*/ 1386385 h 2243790"/>
                <a:gd name="connsiteX6" fmla="*/ 2668 w 2173437"/>
                <a:gd name="connsiteY6" fmla="*/ 2021907 h 2243790"/>
                <a:gd name="connsiteX7" fmla="*/ 140980 w 2173437"/>
                <a:gd name="connsiteY7" fmla="*/ 2015694 h 2243790"/>
                <a:gd name="connsiteX8" fmla="*/ 476177 w 2173437"/>
                <a:gd name="connsiteY8" fmla="*/ 2096763 h 2243790"/>
                <a:gd name="connsiteX9" fmla="*/ 1092548 w 2173437"/>
                <a:gd name="connsiteY9" fmla="*/ 2238429 h 2243790"/>
                <a:gd name="connsiteX10" fmla="*/ 1450822 w 2173437"/>
                <a:gd name="connsiteY10" fmla="*/ 2174718 h 2243790"/>
                <a:gd name="connsiteX11" fmla="*/ 1571192 w 2173437"/>
                <a:gd name="connsiteY11" fmla="*/ 2033324 h 2243790"/>
                <a:gd name="connsiteX12" fmla="*/ 2105962 w 2173437"/>
                <a:gd name="connsiteY12" fmla="*/ 607759 h 2243790"/>
                <a:gd name="connsiteX13" fmla="*/ 2173437 w 2173437"/>
                <a:gd name="connsiteY13" fmla="*/ 273234 h 2243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73437" h="2243790" extrusionOk="0">
                  <a:moveTo>
                    <a:pt x="2173437" y="273234"/>
                  </a:moveTo>
                  <a:cubicBezTo>
                    <a:pt x="1869142" y="111001"/>
                    <a:pt x="1532688" y="18120"/>
                    <a:pt x="1188227" y="1259"/>
                  </a:cubicBezTo>
                  <a:cubicBezTo>
                    <a:pt x="1035085" y="-6100"/>
                    <a:pt x="855573" y="15844"/>
                    <a:pt x="775768" y="146698"/>
                  </a:cubicBezTo>
                  <a:cubicBezTo>
                    <a:pt x="718332" y="240875"/>
                    <a:pt x="733183" y="359930"/>
                    <a:pt x="719984" y="469435"/>
                  </a:cubicBezTo>
                  <a:cubicBezTo>
                    <a:pt x="698186" y="650281"/>
                    <a:pt x="596696" y="811563"/>
                    <a:pt x="483334" y="954183"/>
                  </a:cubicBezTo>
                  <a:cubicBezTo>
                    <a:pt x="369971" y="1096804"/>
                    <a:pt x="241423" y="1228887"/>
                    <a:pt x="149871" y="1386385"/>
                  </a:cubicBezTo>
                  <a:cubicBezTo>
                    <a:pt x="38563" y="1578839"/>
                    <a:pt x="-12695" y="1800139"/>
                    <a:pt x="2668" y="2021907"/>
                  </a:cubicBezTo>
                  <a:cubicBezTo>
                    <a:pt x="47845" y="2032496"/>
                    <a:pt x="94725" y="2019393"/>
                    <a:pt x="140980" y="2015694"/>
                  </a:cubicBezTo>
                  <a:cubicBezTo>
                    <a:pt x="256604" y="2006447"/>
                    <a:pt x="367579" y="2056023"/>
                    <a:pt x="476177" y="2096763"/>
                  </a:cubicBezTo>
                  <a:cubicBezTo>
                    <a:pt x="674440" y="2171096"/>
                    <a:pt x="881715" y="2218736"/>
                    <a:pt x="1092548" y="2238429"/>
                  </a:cubicBezTo>
                  <a:cubicBezTo>
                    <a:pt x="1216172" y="2249953"/>
                    <a:pt x="1351134" y="2248701"/>
                    <a:pt x="1450822" y="2174718"/>
                  </a:cubicBezTo>
                  <a:cubicBezTo>
                    <a:pt x="1500803" y="2137624"/>
                    <a:pt x="1537136" y="2085412"/>
                    <a:pt x="1571192" y="2033324"/>
                  </a:cubicBezTo>
                  <a:cubicBezTo>
                    <a:pt x="1846443" y="1611655"/>
                    <a:pt x="1931195" y="1104439"/>
                    <a:pt x="2105962" y="607759"/>
                  </a:cubicBezTo>
                  <a:cubicBezTo>
                    <a:pt x="2125392" y="485103"/>
                    <a:pt x="2154007" y="395890"/>
                    <a:pt x="2173437" y="273234"/>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 name="Google Shape;31;p4"/>
            <p:cNvSpPr/>
            <p:nvPr/>
          </p:nvSpPr>
          <p:spPr>
            <a:xfrm rot="10800000" flipH="1">
              <a:off x="140" y="-159"/>
              <a:ext cx="5393279" cy="1521914"/>
            </a:xfrm>
            <a:custGeom>
              <a:avLst/>
              <a:gdLst>
                <a:gd name="connsiteX0" fmla="*/ 0 w 3694027"/>
                <a:gd name="connsiteY0" fmla="*/ 1042407 h 1042407"/>
                <a:gd name="connsiteX1" fmla="*/ 327096 w 3694027"/>
                <a:gd name="connsiteY1" fmla="*/ 260491 h 1042407"/>
                <a:gd name="connsiteX2" fmla="*/ 1526687 w 3694027"/>
                <a:gd name="connsiteY2" fmla="*/ 69593 h 1042407"/>
                <a:gd name="connsiteX3" fmla="*/ 1805037 w 3694027"/>
                <a:gd name="connsiteY3" fmla="*/ 262293 h 1042407"/>
                <a:gd name="connsiteX4" fmla="*/ 1990244 w 3694027"/>
                <a:gd name="connsiteY4" fmla="*/ 541984 h 1042407"/>
                <a:gd name="connsiteX5" fmla="*/ 2368463 w 3694027"/>
                <a:gd name="connsiteY5" fmla="*/ 788127 h 1042407"/>
                <a:gd name="connsiteX6" fmla="*/ 2559301 w 3694027"/>
                <a:gd name="connsiteY6" fmla="*/ 719578 h 1042407"/>
                <a:gd name="connsiteX7" fmla="*/ 2874452 w 3694027"/>
                <a:gd name="connsiteY7" fmla="*/ 559072 h 1042407"/>
                <a:gd name="connsiteX8" fmla="*/ 3342327 w 3694027"/>
                <a:gd name="connsiteY8" fmla="*/ 459291 h 1042407"/>
                <a:gd name="connsiteX9" fmla="*/ 3694027 w 3694027"/>
                <a:gd name="connsiteY9" fmla="*/ 1021798 h 1042407"/>
                <a:gd name="connsiteX10" fmla="*/ 0 w 3694027"/>
                <a:gd name="connsiteY10" fmla="*/ 1042407 h 104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94027" h="1042407" extrusionOk="0">
                  <a:moveTo>
                    <a:pt x="0" y="1042407"/>
                  </a:moveTo>
                  <a:cubicBezTo>
                    <a:pt x="61666" y="818806"/>
                    <a:pt x="-75032" y="522081"/>
                    <a:pt x="327096" y="260491"/>
                  </a:cubicBezTo>
                  <a:cubicBezTo>
                    <a:pt x="639477" y="57281"/>
                    <a:pt x="1192134" y="-94605"/>
                    <a:pt x="1526687" y="69593"/>
                  </a:cubicBezTo>
                  <a:cubicBezTo>
                    <a:pt x="1628608" y="119615"/>
                    <a:pt x="1728554" y="178403"/>
                    <a:pt x="1805037" y="262293"/>
                  </a:cubicBezTo>
                  <a:cubicBezTo>
                    <a:pt x="1911947" y="379555"/>
                    <a:pt x="1907665" y="406494"/>
                    <a:pt x="1990244" y="541984"/>
                  </a:cubicBezTo>
                  <a:cubicBezTo>
                    <a:pt x="2072824" y="677474"/>
                    <a:pt x="2210424" y="802703"/>
                    <a:pt x="2368463" y="788127"/>
                  </a:cubicBezTo>
                  <a:cubicBezTo>
                    <a:pt x="2436204" y="781879"/>
                    <a:pt x="2498686" y="750449"/>
                    <a:pt x="2559301" y="719578"/>
                  </a:cubicBezTo>
                  <a:lnTo>
                    <a:pt x="2874452" y="559072"/>
                  </a:lnTo>
                  <a:cubicBezTo>
                    <a:pt x="3020526" y="484677"/>
                    <a:pt x="3186506" y="408358"/>
                    <a:pt x="3342327" y="459291"/>
                  </a:cubicBezTo>
                  <a:cubicBezTo>
                    <a:pt x="3528096" y="520013"/>
                    <a:pt x="3673413" y="827504"/>
                    <a:pt x="3694027" y="1021798"/>
                  </a:cubicBezTo>
                  <a:cubicBezTo>
                    <a:pt x="2482463" y="1059433"/>
                    <a:pt x="1211564" y="1004772"/>
                    <a:pt x="0" y="104240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8" name="Google Shape;18;p4"/>
          <p:cNvSpPr txBox="1">
            <a:spLocks noGrp="1"/>
          </p:cNvSpPr>
          <p:nvPr>
            <p:ph type="title"/>
          </p:nvPr>
        </p:nvSpPr>
        <p:spPr>
          <a:xfrm>
            <a:off x="720000" y="397909"/>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dirty="0"/>
          </a:p>
        </p:txBody>
      </p:sp>
      <p:sp>
        <p:nvSpPr>
          <p:cNvPr id="19" name="Google Shape;19;p4"/>
          <p:cNvSpPr txBox="1">
            <a:spLocks noGrp="1"/>
          </p:cNvSpPr>
          <p:nvPr>
            <p:ph type="body" idx="1"/>
          </p:nvPr>
        </p:nvSpPr>
        <p:spPr>
          <a:xfrm>
            <a:off x="720000" y="1063351"/>
            <a:ext cx="7704000" cy="689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grpSp>
        <p:nvGrpSpPr>
          <p:cNvPr id="20" name="Google Shape;20;p4"/>
          <p:cNvGrpSpPr/>
          <p:nvPr/>
        </p:nvGrpSpPr>
        <p:grpSpPr>
          <a:xfrm>
            <a:off x="-88210" y="0"/>
            <a:ext cx="9232068" cy="6844952"/>
            <a:chOff x="-434578" y="-488694"/>
            <a:chExt cx="9232068" cy="6844952"/>
          </a:xfrm>
        </p:grpSpPr>
        <p:sp>
          <p:nvSpPr>
            <p:cNvPr id="22" name="Google Shape;22;p4"/>
            <p:cNvSpPr/>
            <p:nvPr/>
          </p:nvSpPr>
          <p:spPr>
            <a:xfrm flipH="1">
              <a:off x="7585517" y="-488694"/>
              <a:ext cx="1211973" cy="1509936"/>
            </a:xfrm>
            <a:custGeom>
              <a:avLst/>
              <a:gdLst/>
              <a:ahLst/>
              <a:cxnLst/>
              <a:rect l="l" t="t" r="r" b="b"/>
              <a:pathLst>
                <a:path w="1211973" h="1509936" extrusionOk="0">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4" name="Google Shape;24;p4"/>
            <p:cNvGrpSpPr/>
            <p:nvPr/>
          </p:nvGrpSpPr>
          <p:grpSpPr>
            <a:xfrm rot="-7383839">
              <a:off x="981290" y="-1014824"/>
              <a:ext cx="5955214" cy="8786949"/>
              <a:chOff x="-102503" y="0"/>
              <a:chExt cx="5954942" cy="8786550"/>
            </a:xfrm>
          </p:grpSpPr>
          <p:sp>
            <p:nvSpPr>
              <p:cNvPr id="25" name="Google Shape;25;p4"/>
              <p:cNvSpPr/>
              <p:nvPr/>
            </p:nvSpPr>
            <p:spPr>
              <a:xfrm>
                <a:off x="5825274" y="2079638"/>
                <a:ext cx="27165" cy="68669"/>
              </a:xfrm>
              <a:custGeom>
                <a:avLst/>
                <a:gdLst/>
                <a:ahLst/>
                <a:cxnLst/>
                <a:rect l="l" t="t" r="r" b="b"/>
                <a:pathLst>
                  <a:path w="27165" h="68669" extrusionOk="0">
                    <a:moveTo>
                      <a:pt x="12307" y="68533"/>
                    </a:moveTo>
                    <a:cubicBezTo>
                      <a:pt x="18940" y="70068"/>
                      <a:pt x="25561" y="65938"/>
                      <a:pt x="27097" y="59308"/>
                    </a:cubicBezTo>
                    <a:cubicBezTo>
                      <a:pt x="27318" y="58351"/>
                      <a:pt x="27425" y="57370"/>
                      <a:pt x="27414" y="56388"/>
                    </a:cubicBezTo>
                    <a:cubicBezTo>
                      <a:pt x="27228" y="41368"/>
                      <a:pt x="26355" y="26184"/>
                      <a:pt x="24818" y="11258"/>
                    </a:cubicBezTo>
                    <a:cubicBezTo>
                      <a:pt x="24134" y="4494"/>
                      <a:pt x="18094" y="-436"/>
                      <a:pt x="11327" y="247"/>
                    </a:cubicBezTo>
                    <a:cubicBezTo>
                      <a:pt x="4560" y="931"/>
                      <a:pt x="-371" y="6968"/>
                      <a:pt x="312" y="13732"/>
                    </a:cubicBezTo>
                    <a:cubicBezTo>
                      <a:pt x="314" y="13747"/>
                      <a:pt x="316" y="13762"/>
                      <a:pt x="317" y="13776"/>
                    </a:cubicBezTo>
                    <a:cubicBezTo>
                      <a:pt x="1777" y="27970"/>
                      <a:pt x="2608" y="42409"/>
                      <a:pt x="2785" y="56693"/>
                    </a:cubicBezTo>
                    <a:cubicBezTo>
                      <a:pt x="2855" y="62359"/>
                      <a:pt x="6785" y="67246"/>
                      <a:pt x="12307" y="6853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26;p4"/>
              <p:cNvSpPr/>
              <p:nvPr/>
            </p:nvSpPr>
            <p:spPr>
              <a:xfrm rot="2762828">
                <a:off x="-581787" y="6422465"/>
                <a:ext cx="2843369" cy="1884802"/>
              </a:xfrm>
              <a:custGeom>
                <a:avLst/>
                <a:gdLst/>
                <a:ahLst/>
                <a:cxnLst/>
                <a:rect l="l" t="t" r="r" b="b"/>
                <a:pathLst>
                  <a:path w="2890745" h="1885233" extrusionOk="0">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27" name="Google Shape;27;p4"/>
              <p:cNvSpPr/>
              <p:nvPr/>
            </p:nvSpPr>
            <p:spPr>
              <a:xfrm>
                <a:off x="2928576" y="0"/>
                <a:ext cx="30338" cy="68295"/>
              </a:xfrm>
              <a:custGeom>
                <a:avLst/>
                <a:gdLst/>
                <a:ahLst/>
                <a:cxnLst/>
                <a:rect l="l" t="t" r="r" b="b"/>
                <a:pathLst>
                  <a:path w="30338" h="68295" extrusionOk="0">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grpSp>
        <p:nvGrpSpPr>
          <p:cNvPr id="52" name="Google Shape;52;p6"/>
          <p:cNvGrpSpPr/>
          <p:nvPr/>
        </p:nvGrpSpPr>
        <p:grpSpPr>
          <a:xfrm>
            <a:off x="-646764" y="1424191"/>
            <a:ext cx="9790764" cy="3355976"/>
            <a:chOff x="-1179749" y="397893"/>
            <a:chExt cx="10489813" cy="4368566"/>
          </a:xfrm>
        </p:grpSpPr>
        <p:grpSp>
          <p:nvGrpSpPr>
            <p:cNvPr id="53" name="Google Shape;53;p6"/>
            <p:cNvGrpSpPr/>
            <p:nvPr/>
          </p:nvGrpSpPr>
          <p:grpSpPr>
            <a:xfrm flipH="1">
              <a:off x="8001330" y="397893"/>
              <a:ext cx="1308734" cy="1568744"/>
              <a:chOff x="1112130" y="2868093"/>
              <a:chExt cx="1308734" cy="1568744"/>
            </a:xfrm>
          </p:grpSpPr>
          <p:sp>
            <p:nvSpPr>
              <p:cNvPr id="54" name="Google Shape;54;p6"/>
              <p:cNvSpPr/>
              <p:nvPr/>
            </p:nvSpPr>
            <p:spPr>
              <a:xfrm>
                <a:off x="1112130" y="2926901"/>
                <a:ext cx="1211973" cy="1509936"/>
              </a:xfrm>
              <a:custGeom>
                <a:avLst/>
                <a:gdLst/>
                <a:ahLst/>
                <a:cxnLst/>
                <a:rect l="l" t="t" r="r" b="b"/>
                <a:pathLst>
                  <a:path w="1211973" h="1509936" extrusionOk="0">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 name="Google Shape;55;p6"/>
              <p:cNvSpPr/>
              <p:nvPr/>
            </p:nvSpPr>
            <p:spPr>
              <a:xfrm>
                <a:off x="2276430" y="2868093"/>
                <a:ext cx="144434" cy="153119"/>
              </a:xfrm>
              <a:custGeom>
                <a:avLst/>
                <a:gdLst/>
                <a:ahLst/>
                <a:cxnLst/>
                <a:rect l="l" t="t" r="r" b="b"/>
                <a:pathLst>
                  <a:path w="144434" h="153119" extrusionOk="0">
                    <a:moveTo>
                      <a:pt x="0" y="0"/>
                    </a:moveTo>
                    <a:lnTo>
                      <a:pt x="144435" y="56140"/>
                    </a:lnTo>
                    <a:lnTo>
                      <a:pt x="23579" y="153119"/>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6" name="Google Shape;56;p6"/>
            <p:cNvGrpSpPr/>
            <p:nvPr/>
          </p:nvGrpSpPr>
          <p:grpSpPr>
            <a:xfrm rot="-7383839">
              <a:off x="-1635998" y="2300200"/>
              <a:ext cx="2922508" cy="2010009"/>
              <a:chOff x="3730441" y="-35706"/>
              <a:chExt cx="2922376" cy="2009918"/>
            </a:xfrm>
          </p:grpSpPr>
          <p:sp>
            <p:nvSpPr>
              <p:cNvPr id="58" name="Google Shape;58;p6"/>
              <p:cNvSpPr/>
              <p:nvPr/>
            </p:nvSpPr>
            <p:spPr>
              <a:xfrm>
                <a:off x="3730441" y="-35706"/>
                <a:ext cx="2890745" cy="1885233"/>
              </a:xfrm>
              <a:custGeom>
                <a:avLst/>
                <a:gdLst/>
                <a:ahLst/>
                <a:cxnLst/>
                <a:rect l="l" t="t" r="r" b="b"/>
                <a:pathLst>
                  <a:path w="2890745" h="1885233" extrusionOk="0">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0" name="Google Shape;60;p6"/>
              <p:cNvSpPr/>
              <p:nvPr/>
            </p:nvSpPr>
            <p:spPr>
              <a:xfrm>
                <a:off x="6501016" y="1836785"/>
                <a:ext cx="151801" cy="137427"/>
              </a:xfrm>
              <a:custGeom>
                <a:avLst/>
                <a:gdLst/>
                <a:ahLst/>
                <a:cxnLst/>
                <a:rect l="l" t="t" r="r" b="b"/>
                <a:pathLst>
                  <a:path w="151800" h="137428" extrusionOk="0">
                    <a:moveTo>
                      <a:pt x="0" y="0"/>
                    </a:moveTo>
                    <a:lnTo>
                      <a:pt x="65429" y="137429"/>
                    </a:lnTo>
                    <a:lnTo>
                      <a:pt x="151800" y="12080"/>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61" name="Google Shape;61;p6"/>
          <p:cNvGrpSpPr/>
          <p:nvPr/>
        </p:nvGrpSpPr>
        <p:grpSpPr>
          <a:xfrm>
            <a:off x="-16027" y="2"/>
            <a:ext cx="9160029" cy="5230435"/>
            <a:chOff x="-2044975" y="-505134"/>
            <a:chExt cx="9160029" cy="5230435"/>
          </a:xfrm>
        </p:grpSpPr>
        <p:sp>
          <p:nvSpPr>
            <p:cNvPr id="62" name="Google Shape;62;p6"/>
            <p:cNvSpPr/>
            <p:nvPr/>
          </p:nvSpPr>
          <p:spPr>
            <a:xfrm rot="4912872">
              <a:off x="4866819" y="2477065"/>
              <a:ext cx="2281916" cy="2214555"/>
            </a:xfrm>
            <a:custGeom>
              <a:avLst/>
              <a:gdLst/>
              <a:ahLst/>
              <a:cxnLst/>
              <a:rect l="l" t="t" r="r" b="b"/>
              <a:pathLst>
                <a:path w="2173435" h="2243790" extrusionOk="0">
                  <a:moveTo>
                    <a:pt x="2173685" y="273418"/>
                  </a:moveTo>
                  <a:cubicBezTo>
                    <a:pt x="1869390" y="111185"/>
                    <a:pt x="1532936" y="18304"/>
                    <a:pt x="1188475" y="1443"/>
                  </a:cubicBezTo>
                  <a:cubicBezTo>
                    <a:pt x="1035333" y="-5916"/>
                    <a:pt x="855821" y="16028"/>
                    <a:pt x="776016" y="146882"/>
                  </a:cubicBezTo>
                  <a:cubicBezTo>
                    <a:pt x="718580" y="241059"/>
                    <a:pt x="733431" y="360114"/>
                    <a:pt x="720232" y="469619"/>
                  </a:cubicBezTo>
                  <a:cubicBezTo>
                    <a:pt x="698434" y="650465"/>
                    <a:pt x="596944" y="811747"/>
                    <a:pt x="483582" y="954367"/>
                  </a:cubicBezTo>
                  <a:cubicBezTo>
                    <a:pt x="370219" y="1096988"/>
                    <a:pt x="241671" y="1229071"/>
                    <a:pt x="150119" y="1386569"/>
                  </a:cubicBezTo>
                  <a:cubicBezTo>
                    <a:pt x="38811" y="1579023"/>
                    <a:pt x="-12447" y="1800323"/>
                    <a:pt x="2916" y="2022091"/>
                  </a:cubicBezTo>
                  <a:cubicBezTo>
                    <a:pt x="48093" y="2032680"/>
                    <a:pt x="94973" y="2019577"/>
                    <a:pt x="141228" y="2015878"/>
                  </a:cubicBezTo>
                  <a:cubicBezTo>
                    <a:pt x="256852" y="2006631"/>
                    <a:pt x="367827" y="2056207"/>
                    <a:pt x="476425" y="2096947"/>
                  </a:cubicBezTo>
                  <a:cubicBezTo>
                    <a:pt x="674688" y="2171280"/>
                    <a:pt x="881963" y="2218920"/>
                    <a:pt x="1092796" y="2238613"/>
                  </a:cubicBezTo>
                  <a:cubicBezTo>
                    <a:pt x="1216420" y="2250137"/>
                    <a:pt x="1351382" y="2248885"/>
                    <a:pt x="1451070" y="2174902"/>
                  </a:cubicBezTo>
                  <a:cubicBezTo>
                    <a:pt x="1501051" y="2137808"/>
                    <a:pt x="1537384" y="2085596"/>
                    <a:pt x="1571440" y="2033508"/>
                  </a:cubicBezTo>
                  <a:cubicBezTo>
                    <a:pt x="1846691" y="1611839"/>
                    <a:pt x="2031875" y="1137904"/>
                    <a:pt x="2115394" y="64138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 name="Google Shape;63;p6"/>
            <p:cNvSpPr/>
            <p:nvPr/>
          </p:nvSpPr>
          <p:spPr>
            <a:xfrm rot="10800000" flipH="1">
              <a:off x="-2044975" y="-505134"/>
              <a:ext cx="5605673" cy="1510274"/>
            </a:xfrm>
            <a:custGeom>
              <a:avLst/>
              <a:gdLst>
                <a:gd name="connsiteX0" fmla="*/ 0 w 3647629"/>
                <a:gd name="connsiteY0" fmla="*/ 1042407 h 1042639"/>
                <a:gd name="connsiteX1" fmla="*/ 327096 w 3647629"/>
                <a:gd name="connsiteY1" fmla="*/ 260491 h 1042639"/>
                <a:gd name="connsiteX2" fmla="*/ 1526687 w 3647629"/>
                <a:gd name="connsiteY2" fmla="*/ 69593 h 1042639"/>
                <a:gd name="connsiteX3" fmla="*/ 1805037 w 3647629"/>
                <a:gd name="connsiteY3" fmla="*/ 262293 h 1042639"/>
                <a:gd name="connsiteX4" fmla="*/ 1990244 w 3647629"/>
                <a:gd name="connsiteY4" fmla="*/ 541984 h 1042639"/>
                <a:gd name="connsiteX5" fmla="*/ 2368463 w 3647629"/>
                <a:gd name="connsiteY5" fmla="*/ 788127 h 1042639"/>
                <a:gd name="connsiteX6" fmla="*/ 2559301 w 3647629"/>
                <a:gd name="connsiteY6" fmla="*/ 719578 h 1042639"/>
                <a:gd name="connsiteX7" fmla="*/ 2874452 w 3647629"/>
                <a:gd name="connsiteY7" fmla="*/ 559072 h 1042639"/>
                <a:gd name="connsiteX8" fmla="*/ 3342327 w 3647629"/>
                <a:gd name="connsiteY8" fmla="*/ 459291 h 1042639"/>
                <a:gd name="connsiteX9" fmla="*/ 3647629 w 3647629"/>
                <a:gd name="connsiteY9" fmla="*/ 1030137 h 1042639"/>
                <a:gd name="connsiteX10" fmla="*/ 0 w 3647629"/>
                <a:gd name="connsiteY10" fmla="*/ 1042407 h 1042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47629" h="1042639" extrusionOk="0">
                  <a:moveTo>
                    <a:pt x="0" y="1042407"/>
                  </a:moveTo>
                  <a:cubicBezTo>
                    <a:pt x="61666" y="818806"/>
                    <a:pt x="-75032" y="522081"/>
                    <a:pt x="327096" y="260491"/>
                  </a:cubicBezTo>
                  <a:cubicBezTo>
                    <a:pt x="639477" y="57281"/>
                    <a:pt x="1192134" y="-94605"/>
                    <a:pt x="1526687" y="69593"/>
                  </a:cubicBezTo>
                  <a:cubicBezTo>
                    <a:pt x="1628608" y="119615"/>
                    <a:pt x="1728554" y="178403"/>
                    <a:pt x="1805037" y="262293"/>
                  </a:cubicBezTo>
                  <a:cubicBezTo>
                    <a:pt x="1911947" y="379555"/>
                    <a:pt x="1907665" y="406494"/>
                    <a:pt x="1990244" y="541984"/>
                  </a:cubicBezTo>
                  <a:cubicBezTo>
                    <a:pt x="2072824" y="677474"/>
                    <a:pt x="2210424" y="802703"/>
                    <a:pt x="2368463" y="788127"/>
                  </a:cubicBezTo>
                  <a:cubicBezTo>
                    <a:pt x="2436204" y="781879"/>
                    <a:pt x="2498686" y="750449"/>
                    <a:pt x="2559301" y="719578"/>
                  </a:cubicBezTo>
                  <a:lnTo>
                    <a:pt x="2874452" y="559072"/>
                  </a:lnTo>
                  <a:cubicBezTo>
                    <a:pt x="3020526" y="484677"/>
                    <a:pt x="3186506" y="408358"/>
                    <a:pt x="3342327" y="459291"/>
                  </a:cubicBezTo>
                  <a:cubicBezTo>
                    <a:pt x="3528096" y="520013"/>
                    <a:pt x="3627015" y="835843"/>
                    <a:pt x="3647629" y="1030137"/>
                  </a:cubicBezTo>
                  <a:cubicBezTo>
                    <a:pt x="2436065" y="1067772"/>
                    <a:pt x="1211564" y="1004772"/>
                    <a:pt x="0" y="104240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51" name="Google Shape;51;p6"/>
          <p:cNvSpPr txBox="1">
            <a:spLocks noGrp="1"/>
          </p:cNvSpPr>
          <p:nvPr>
            <p:ph type="title"/>
          </p:nvPr>
        </p:nvSpPr>
        <p:spPr>
          <a:xfrm>
            <a:off x="720000" y="397909"/>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0"/>
        <p:cNvGrpSpPr/>
        <p:nvPr/>
      </p:nvGrpSpPr>
      <p:grpSpPr>
        <a:xfrm>
          <a:off x="0" y="0"/>
          <a:ext cx="0" cy="0"/>
          <a:chOff x="0" y="0"/>
          <a:chExt cx="0" cy="0"/>
        </a:xfrm>
      </p:grpSpPr>
      <p:sp>
        <p:nvSpPr>
          <p:cNvPr id="81" name="Google Shape;81;p8"/>
          <p:cNvSpPr txBox="1">
            <a:spLocks noGrp="1"/>
          </p:cNvSpPr>
          <p:nvPr>
            <p:ph type="title"/>
          </p:nvPr>
        </p:nvSpPr>
        <p:spPr>
          <a:xfrm>
            <a:off x="4787626" y="1651500"/>
            <a:ext cx="3445500" cy="1840500"/>
          </a:xfrm>
          <a:prstGeom prst="rect">
            <a:avLst/>
          </a:prstGeom>
        </p:spPr>
        <p:txBody>
          <a:bodyPr spcFirstLastPara="1" wrap="square" lIns="91425" tIns="91425" rIns="91425" bIns="91425" anchor="t" anchorCtr="0">
            <a:noAutofit/>
          </a:bodyPr>
          <a:lstStyle>
            <a:lvl1pPr lvl="0" algn="r">
              <a:lnSpc>
                <a:spcPct val="9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2"/>
        <p:cNvGrpSpPr/>
        <p:nvPr/>
      </p:nvGrpSpPr>
      <p:grpSpPr>
        <a:xfrm>
          <a:off x="0" y="0"/>
          <a:ext cx="0" cy="0"/>
          <a:chOff x="0" y="0"/>
          <a:chExt cx="0" cy="0"/>
        </a:xfrm>
      </p:grpSpPr>
      <p:sp>
        <p:nvSpPr>
          <p:cNvPr id="83" name="Google Shape;83;p9"/>
          <p:cNvSpPr txBox="1">
            <a:spLocks noGrp="1"/>
          </p:cNvSpPr>
          <p:nvPr>
            <p:ph type="title"/>
          </p:nvPr>
        </p:nvSpPr>
        <p:spPr>
          <a:xfrm>
            <a:off x="4627101" y="1519525"/>
            <a:ext cx="3285600" cy="10266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300"/>
              <a:buNone/>
              <a:defRPr sz="6800"/>
            </a:lvl1pPr>
            <a:lvl2pPr lvl="1" algn="ctr" rtl="0">
              <a:spcBef>
                <a:spcPts val="0"/>
              </a:spcBef>
              <a:spcAft>
                <a:spcPts val="0"/>
              </a:spcAft>
              <a:buSzPts val="3300"/>
              <a:buNone/>
              <a:defRPr/>
            </a:lvl2pPr>
            <a:lvl3pPr lvl="2" algn="ctr" rtl="0">
              <a:spcBef>
                <a:spcPts val="0"/>
              </a:spcBef>
              <a:spcAft>
                <a:spcPts val="0"/>
              </a:spcAft>
              <a:buSzPts val="3300"/>
              <a:buNone/>
              <a:defRPr/>
            </a:lvl3pPr>
            <a:lvl4pPr lvl="3" algn="ctr" rtl="0">
              <a:spcBef>
                <a:spcPts val="0"/>
              </a:spcBef>
              <a:spcAft>
                <a:spcPts val="0"/>
              </a:spcAft>
              <a:buSzPts val="3300"/>
              <a:buNone/>
              <a:defRPr/>
            </a:lvl4pPr>
            <a:lvl5pPr lvl="4" algn="ctr" rtl="0">
              <a:spcBef>
                <a:spcPts val="0"/>
              </a:spcBef>
              <a:spcAft>
                <a:spcPts val="0"/>
              </a:spcAft>
              <a:buSzPts val="3300"/>
              <a:buNone/>
              <a:defRPr/>
            </a:lvl5pPr>
            <a:lvl6pPr lvl="5" algn="ctr" rtl="0">
              <a:spcBef>
                <a:spcPts val="0"/>
              </a:spcBef>
              <a:spcAft>
                <a:spcPts val="0"/>
              </a:spcAft>
              <a:buSzPts val="3300"/>
              <a:buNone/>
              <a:defRPr/>
            </a:lvl6pPr>
            <a:lvl7pPr lvl="6" algn="ctr" rtl="0">
              <a:spcBef>
                <a:spcPts val="0"/>
              </a:spcBef>
              <a:spcAft>
                <a:spcPts val="0"/>
              </a:spcAft>
              <a:buSzPts val="3300"/>
              <a:buNone/>
              <a:defRPr/>
            </a:lvl7pPr>
            <a:lvl8pPr lvl="7" algn="ctr" rtl="0">
              <a:spcBef>
                <a:spcPts val="0"/>
              </a:spcBef>
              <a:spcAft>
                <a:spcPts val="0"/>
              </a:spcAft>
              <a:buSzPts val="3300"/>
              <a:buNone/>
              <a:defRPr/>
            </a:lvl8pPr>
            <a:lvl9pPr lvl="8" algn="ctr" rtl="0">
              <a:spcBef>
                <a:spcPts val="0"/>
              </a:spcBef>
              <a:spcAft>
                <a:spcPts val="0"/>
              </a:spcAft>
              <a:buSzPts val="3300"/>
              <a:buNone/>
              <a:defRPr/>
            </a:lvl9pPr>
          </a:lstStyle>
          <a:p>
            <a:endParaRPr/>
          </a:p>
        </p:txBody>
      </p:sp>
      <p:sp>
        <p:nvSpPr>
          <p:cNvPr id="84" name="Google Shape;84;p9"/>
          <p:cNvSpPr txBox="1">
            <a:spLocks noGrp="1"/>
          </p:cNvSpPr>
          <p:nvPr>
            <p:ph type="subTitle" idx="1"/>
          </p:nvPr>
        </p:nvSpPr>
        <p:spPr>
          <a:xfrm>
            <a:off x="4627101" y="2654650"/>
            <a:ext cx="3285600" cy="969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85" name="Google Shape;85;p9"/>
          <p:cNvGrpSpPr/>
          <p:nvPr/>
        </p:nvGrpSpPr>
        <p:grpSpPr>
          <a:xfrm>
            <a:off x="935021" y="237038"/>
            <a:ext cx="8305961" cy="4891277"/>
            <a:chOff x="-270699" y="61237"/>
            <a:chExt cx="8124228" cy="5773814"/>
          </a:xfrm>
        </p:grpSpPr>
        <p:grpSp>
          <p:nvGrpSpPr>
            <p:cNvPr id="86" name="Google Shape;86;p9"/>
            <p:cNvGrpSpPr/>
            <p:nvPr/>
          </p:nvGrpSpPr>
          <p:grpSpPr>
            <a:xfrm rot="10191051" flipH="1">
              <a:off x="-270699" y="2374615"/>
              <a:ext cx="5521339" cy="3460436"/>
              <a:chOff x="1711780" y="720282"/>
              <a:chExt cx="4659588" cy="2920347"/>
            </a:xfrm>
          </p:grpSpPr>
          <p:sp>
            <p:nvSpPr>
              <p:cNvPr id="87" name="Google Shape;87;p9"/>
              <p:cNvSpPr/>
              <p:nvPr/>
            </p:nvSpPr>
            <p:spPr>
              <a:xfrm>
                <a:off x="6333961" y="1442399"/>
                <a:ext cx="37407" cy="48561"/>
              </a:xfrm>
              <a:custGeom>
                <a:avLst/>
                <a:gdLst/>
                <a:ahLst/>
                <a:cxnLst/>
                <a:rect l="l" t="t" r="r" b="b"/>
                <a:pathLst>
                  <a:path w="37407" h="48561" extrusionOk="0">
                    <a:moveTo>
                      <a:pt x="31099" y="48348"/>
                    </a:moveTo>
                    <a:cubicBezTo>
                      <a:pt x="36228" y="46931"/>
                      <a:pt x="39237" y="41624"/>
                      <a:pt x="37819" y="36496"/>
                    </a:cubicBezTo>
                    <a:cubicBezTo>
                      <a:pt x="37614" y="35755"/>
                      <a:pt x="37322" y="35042"/>
                      <a:pt x="36948" y="34371"/>
                    </a:cubicBezTo>
                    <a:cubicBezTo>
                      <a:pt x="31219" y="24119"/>
                      <a:pt x="24957" y="14010"/>
                      <a:pt x="18334" y="4325"/>
                    </a:cubicBezTo>
                    <a:cubicBezTo>
                      <a:pt x="15334" y="-63"/>
                      <a:pt x="9345" y="-1188"/>
                      <a:pt x="4956" y="1811"/>
                    </a:cubicBezTo>
                    <a:cubicBezTo>
                      <a:pt x="568" y="4811"/>
                      <a:pt x="-558" y="10800"/>
                      <a:pt x="2442" y="15188"/>
                    </a:cubicBezTo>
                    <a:cubicBezTo>
                      <a:pt x="8739" y="24398"/>
                      <a:pt x="14694" y="34011"/>
                      <a:pt x="20142" y="43761"/>
                    </a:cubicBezTo>
                    <a:cubicBezTo>
                      <a:pt x="22304" y="47629"/>
                      <a:pt x="26826" y="49522"/>
                      <a:pt x="31099" y="48348"/>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 name="Google Shape;88;p9"/>
              <p:cNvSpPr/>
              <p:nvPr/>
            </p:nvSpPr>
            <p:spPr>
              <a:xfrm rot="7301854">
                <a:off x="343824" y="2088238"/>
                <a:ext cx="2920347" cy="184436"/>
              </a:xfrm>
              <a:custGeom>
                <a:avLst/>
                <a:gdLst/>
                <a:ahLst/>
                <a:cxnLst/>
                <a:rect l="l" t="t" r="r" b="b"/>
                <a:pathLst>
                  <a:path w="2682050" h="229589" extrusionOk="0">
                    <a:moveTo>
                      <a:pt x="2675754" y="229371"/>
                    </a:moveTo>
                    <a:cubicBezTo>
                      <a:pt x="2680878" y="227951"/>
                      <a:pt x="2683881" y="222646"/>
                      <a:pt x="2682460" y="217522"/>
                    </a:cubicBezTo>
                    <a:cubicBezTo>
                      <a:pt x="2682023" y="215945"/>
                      <a:pt x="2681191" y="214505"/>
                      <a:pt x="2680042" y="213339"/>
                    </a:cubicBezTo>
                    <a:cubicBezTo>
                      <a:pt x="2663356" y="196482"/>
                      <a:pt x="2645363" y="180971"/>
                      <a:pt x="2626231" y="166952"/>
                    </a:cubicBezTo>
                    <a:cubicBezTo>
                      <a:pt x="2621948" y="163803"/>
                      <a:pt x="2615923" y="164722"/>
                      <a:pt x="2612774" y="169004"/>
                    </a:cubicBezTo>
                    <a:cubicBezTo>
                      <a:pt x="2609624" y="173287"/>
                      <a:pt x="2610543" y="179311"/>
                      <a:pt x="2614826" y="182460"/>
                    </a:cubicBezTo>
                    <a:cubicBezTo>
                      <a:pt x="2633138" y="195875"/>
                      <a:pt x="2650359" y="210718"/>
                      <a:pt x="2666328" y="226849"/>
                    </a:cubicBezTo>
                    <a:cubicBezTo>
                      <a:pt x="2668780" y="229338"/>
                      <a:pt x="2672388" y="230304"/>
                      <a:pt x="2675755" y="229371"/>
                    </a:cubicBezTo>
                    <a:close/>
                    <a:moveTo>
                      <a:pt x="2564221" y="146657"/>
                    </a:moveTo>
                    <a:cubicBezTo>
                      <a:pt x="2569346" y="145244"/>
                      <a:pt x="2572354" y="139944"/>
                      <a:pt x="2570940" y="134820"/>
                    </a:cubicBezTo>
                    <a:cubicBezTo>
                      <a:pt x="2570247" y="132309"/>
                      <a:pt x="2568566" y="130186"/>
                      <a:pt x="2566281" y="128936"/>
                    </a:cubicBezTo>
                    <a:cubicBezTo>
                      <a:pt x="2545510" y="117632"/>
                      <a:pt x="2524145" y="107455"/>
                      <a:pt x="2502279" y="98452"/>
                    </a:cubicBezTo>
                    <a:cubicBezTo>
                      <a:pt x="2497368" y="96417"/>
                      <a:pt x="2491737" y="98748"/>
                      <a:pt x="2489701" y="103659"/>
                    </a:cubicBezTo>
                    <a:cubicBezTo>
                      <a:pt x="2487666" y="108569"/>
                      <a:pt x="2489998" y="114200"/>
                      <a:pt x="2494909" y="116235"/>
                    </a:cubicBezTo>
                    <a:cubicBezTo>
                      <a:pt x="2494912" y="116236"/>
                      <a:pt x="2494915" y="116237"/>
                      <a:pt x="2494918" y="116238"/>
                    </a:cubicBezTo>
                    <a:cubicBezTo>
                      <a:pt x="2516142" y="124977"/>
                      <a:pt x="2536880" y="134853"/>
                      <a:pt x="2557041" y="145823"/>
                    </a:cubicBezTo>
                    <a:cubicBezTo>
                      <a:pt x="2559234" y="147027"/>
                      <a:pt x="2561811" y="147327"/>
                      <a:pt x="2564221" y="146658"/>
                    </a:cubicBezTo>
                    <a:close/>
                    <a:moveTo>
                      <a:pt x="2435374" y="92822"/>
                    </a:moveTo>
                    <a:cubicBezTo>
                      <a:pt x="2440500" y="91412"/>
                      <a:pt x="2443512" y="86113"/>
                      <a:pt x="2442101" y="80988"/>
                    </a:cubicBezTo>
                    <a:cubicBezTo>
                      <a:pt x="2441235" y="77839"/>
                      <a:pt x="2438830" y="75344"/>
                      <a:pt x="2435715" y="74362"/>
                    </a:cubicBezTo>
                    <a:cubicBezTo>
                      <a:pt x="2414124" y="67555"/>
                      <a:pt x="2391197" y="61232"/>
                      <a:pt x="2367571" y="55565"/>
                    </a:cubicBezTo>
                    <a:cubicBezTo>
                      <a:pt x="2362401" y="54325"/>
                      <a:pt x="2357205" y="57510"/>
                      <a:pt x="2355965" y="62679"/>
                    </a:cubicBezTo>
                    <a:cubicBezTo>
                      <a:pt x="2354725" y="67848"/>
                      <a:pt x="2357911" y="73044"/>
                      <a:pt x="2363080" y="74284"/>
                    </a:cubicBezTo>
                    <a:cubicBezTo>
                      <a:pt x="2386272" y="79846"/>
                      <a:pt x="2408762" y="86049"/>
                      <a:pt x="2429928" y="92720"/>
                    </a:cubicBezTo>
                    <a:cubicBezTo>
                      <a:pt x="2431695" y="93281"/>
                      <a:pt x="2433587" y="93316"/>
                      <a:pt x="2435374" y="92822"/>
                    </a:cubicBezTo>
                    <a:close/>
                    <a:moveTo>
                      <a:pt x="2299306" y="59872"/>
                    </a:moveTo>
                    <a:cubicBezTo>
                      <a:pt x="2304432" y="58461"/>
                      <a:pt x="2307443" y="53161"/>
                      <a:pt x="2306031" y="48035"/>
                    </a:cubicBezTo>
                    <a:cubicBezTo>
                      <a:pt x="2305048" y="44466"/>
                      <a:pt x="2302106" y="41777"/>
                      <a:pt x="2298462" y="41119"/>
                    </a:cubicBezTo>
                    <a:cubicBezTo>
                      <a:pt x="2276155" y="37090"/>
                      <a:pt x="2252709" y="33435"/>
                      <a:pt x="2228772" y="30255"/>
                    </a:cubicBezTo>
                    <a:cubicBezTo>
                      <a:pt x="2223503" y="29555"/>
                      <a:pt x="2218663" y="33259"/>
                      <a:pt x="2217963" y="38528"/>
                    </a:cubicBezTo>
                    <a:cubicBezTo>
                      <a:pt x="2217263" y="43797"/>
                      <a:pt x="2220967" y="48636"/>
                      <a:pt x="2226236" y="49337"/>
                    </a:cubicBezTo>
                    <a:cubicBezTo>
                      <a:pt x="2249877" y="52478"/>
                      <a:pt x="2273026" y="56087"/>
                      <a:pt x="2295041" y="60061"/>
                    </a:cubicBezTo>
                    <a:cubicBezTo>
                      <a:pt x="2296459" y="60319"/>
                      <a:pt x="2297917" y="60255"/>
                      <a:pt x="2299306" y="59872"/>
                    </a:cubicBezTo>
                    <a:close/>
                    <a:moveTo>
                      <a:pt x="2160406" y="41225"/>
                    </a:moveTo>
                    <a:cubicBezTo>
                      <a:pt x="2165531" y="39810"/>
                      <a:pt x="2168539" y="34509"/>
                      <a:pt x="2167124" y="29384"/>
                    </a:cubicBezTo>
                    <a:cubicBezTo>
                      <a:pt x="2166060" y="25530"/>
                      <a:pt x="2162725" y="22735"/>
                      <a:pt x="2158745" y="22361"/>
                    </a:cubicBezTo>
                    <a:cubicBezTo>
                      <a:pt x="2136155" y="20242"/>
                      <a:pt x="2112532" y="18422"/>
                      <a:pt x="2088532" y="16949"/>
                    </a:cubicBezTo>
                    <a:cubicBezTo>
                      <a:pt x="2083226" y="16624"/>
                      <a:pt x="2078660" y="20661"/>
                      <a:pt x="2078335" y="25967"/>
                    </a:cubicBezTo>
                    <a:cubicBezTo>
                      <a:pt x="2078009" y="31273"/>
                      <a:pt x="2082047" y="35838"/>
                      <a:pt x="2087353" y="36163"/>
                    </a:cubicBezTo>
                    <a:cubicBezTo>
                      <a:pt x="2111148" y="37623"/>
                      <a:pt x="2134563" y="39427"/>
                      <a:pt x="2156946" y="41527"/>
                    </a:cubicBezTo>
                    <a:cubicBezTo>
                      <a:pt x="2158108" y="41637"/>
                      <a:pt x="2159280" y="41535"/>
                      <a:pt x="2160406" y="41225"/>
                    </a:cubicBezTo>
                    <a:close/>
                    <a:moveTo>
                      <a:pt x="2020471" y="32524"/>
                    </a:moveTo>
                    <a:cubicBezTo>
                      <a:pt x="2025595" y="31107"/>
                      <a:pt x="2028601" y="25804"/>
                      <a:pt x="2027183" y="20680"/>
                    </a:cubicBezTo>
                    <a:cubicBezTo>
                      <a:pt x="2026062" y="16626"/>
                      <a:pt x="2022438" y="13769"/>
                      <a:pt x="2018234" y="13625"/>
                    </a:cubicBezTo>
                    <a:cubicBezTo>
                      <a:pt x="1995538" y="12853"/>
                      <a:pt x="1971876" y="12328"/>
                      <a:pt x="1947908" y="12067"/>
                    </a:cubicBezTo>
                    <a:cubicBezTo>
                      <a:pt x="1942592" y="12009"/>
                      <a:pt x="1938236" y="16271"/>
                      <a:pt x="1938178" y="21587"/>
                    </a:cubicBezTo>
                    <a:cubicBezTo>
                      <a:pt x="1938120" y="26902"/>
                      <a:pt x="1942382" y="31258"/>
                      <a:pt x="1947698" y="31316"/>
                    </a:cubicBezTo>
                    <a:cubicBezTo>
                      <a:pt x="1971519" y="31576"/>
                      <a:pt x="1995030" y="32097"/>
                      <a:pt x="2017579" y="32864"/>
                    </a:cubicBezTo>
                    <a:cubicBezTo>
                      <a:pt x="2018555" y="32898"/>
                      <a:pt x="2019530" y="32783"/>
                      <a:pt x="2020471" y="32524"/>
                    </a:cubicBezTo>
                    <a:close/>
                    <a:moveTo>
                      <a:pt x="1880247" y="30914"/>
                    </a:moveTo>
                    <a:cubicBezTo>
                      <a:pt x="1885371" y="29496"/>
                      <a:pt x="1888375" y="24193"/>
                      <a:pt x="1886957" y="19069"/>
                    </a:cubicBezTo>
                    <a:cubicBezTo>
                      <a:pt x="1885794" y="14869"/>
                      <a:pt x="1881954" y="11974"/>
                      <a:pt x="1877595" y="12012"/>
                    </a:cubicBezTo>
                    <a:cubicBezTo>
                      <a:pt x="1854885" y="12211"/>
                      <a:pt x="1831241" y="12623"/>
                      <a:pt x="1807320" y="13235"/>
                    </a:cubicBezTo>
                    <a:cubicBezTo>
                      <a:pt x="1802005" y="13371"/>
                      <a:pt x="1797807" y="17789"/>
                      <a:pt x="1797943" y="23104"/>
                    </a:cubicBezTo>
                    <a:cubicBezTo>
                      <a:pt x="1798079" y="28418"/>
                      <a:pt x="1802498" y="32615"/>
                      <a:pt x="1807813" y="32479"/>
                    </a:cubicBezTo>
                    <a:cubicBezTo>
                      <a:pt x="1831627" y="31869"/>
                      <a:pt x="1855162" y="31460"/>
                      <a:pt x="1877764" y="31261"/>
                    </a:cubicBezTo>
                    <a:cubicBezTo>
                      <a:pt x="1878603" y="31254"/>
                      <a:pt x="1879438" y="31137"/>
                      <a:pt x="1880247" y="30914"/>
                    </a:cubicBezTo>
                    <a:close/>
                    <a:moveTo>
                      <a:pt x="1740049" y="34449"/>
                    </a:moveTo>
                    <a:cubicBezTo>
                      <a:pt x="1745172" y="33029"/>
                      <a:pt x="1748175" y="27725"/>
                      <a:pt x="1746755" y="22602"/>
                    </a:cubicBezTo>
                    <a:cubicBezTo>
                      <a:pt x="1745562" y="18295"/>
                      <a:pt x="1741561" y="15376"/>
                      <a:pt x="1737096" y="15554"/>
                    </a:cubicBezTo>
                    <a:cubicBezTo>
                      <a:pt x="1714410" y="16461"/>
                      <a:pt x="1690801" y="17553"/>
                      <a:pt x="1666926" y="18800"/>
                    </a:cubicBezTo>
                    <a:cubicBezTo>
                      <a:pt x="1661617" y="19072"/>
                      <a:pt x="1657533" y="23595"/>
                      <a:pt x="1657804" y="28904"/>
                    </a:cubicBezTo>
                    <a:cubicBezTo>
                      <a:pt x="1658076" y="34213"/>
                      <a:pt x="1662600" y="38296"/>
                      <a:pt x="1667909" y="38025"/>
                    </a:cubicBezTo>
                    <a:cubicBezTo>
                      <a:pt x="1667916" y="38025"/>
                      <a:pt x="1667924" y="38024"/>
                      <a:pt x="1667931" y="38024"/>
                    </a:cubicBezTo>
                    <a:cubicBezTo>
                      <a:pt x="1691728" y="36781"/>
                      <a:pt x="1715257" y="35692"/>
                      <a:pt x="1737865" y="34788"/>
                    </a:cubicBezTo>
                    <a:cubicBezTo>
                      <a:pt x="1738604" y="34759"/>
                      <a:pt x="1739336" y="34645"/>
                      <a:pt x="1740049" y="34449"/>
                    </a:cubicBezTo>
                    <a:close/>
                    <a:moveTo>
                      <a:pt x="1599989" y="41717"/>
                    </a:moveTo>
                    <a:cubicBezTo>
                      <a:pt x="1605112" y="40297"/>
                      <a:pt x="1608115" y="34993"/>
                      <a:pt x="1606694" y="29870"/>
                    </a:cubicBezTo>
                    <a:cubicBezTo>
                      <a:pt x="1605479" y="25485"/>
                      <a:pt x="1601358" y="22550"/>
                      <a:pt x="1596817" y="22834"/>
                    </a:cubicBezTo>
                    <a:cubicBezTo>
                      <a:pt x="1574321" y="24240"/>
                      <a:pt x="1550752" y="25821"/>
                      <a:pt x="1526766" y="27529"/>
                    </a:cubicBezTo>
                    <a:cubicBezTo>
                      <a:pt x="1521464" y="27906"/>
                      <a:pt x="1517471" y="32510"/>
                      <a:pt x="1517848" y="37812"/>
                    </a:cubicBezTo>
                    <a:cubicBezTo>
                      <a:pt x="1518226" y="43114"/>
                      <a:pt x="1522830" y="47107"/>
                      <a:pt x="1528133" y="46730"/>
                    </a:cubicBezTo>
                    <a:cubicBezTo>
                      <a:pt x="1552065" y="45026"/>
                      <a:pt x="1575578" y="43450"/>
                      <a:pt x="1598019" y="42045"/>
                    </a:cubicBezTo>
                    <a:cubicBezTo>
                      <a:pt x="1598685" y="42004"/>
                      <a:pt x="1599345" y="41894"/>
                      <a:pt x="1599989" y="41717"/>
                    </a:cubicBezTo>
                    <a:close/>
                    <a:moveTo>
                      <a:pt x="1460235" y="51632"/>
                    </a:moveTo>
                    <a:cubicBezTo>
                      <a:pt x="1465359" y="50211"/>
                      <a:pt x="1468360" y="44907"/>
                      <a:pt x="1466939" y="39784"/>
                    </a:cubicBezTo>
                    <a:cubicBezTo>
                      <a:pt x="1465708" y="35345"/>
                      <a:pt x="1461504" y="32401"/>
                      <a:pt x="1456912" y="32760"/>
                    </a:cubicBezTo>
                    <a:cubicBezTo>
                      <a:pt x="1434683" y="34500"/>
                      <a:pt x="1411143" y="36412"/>
                      <a:pt x="1386944" y="38442"/>
                    </a:cubicBezTo>
                    <a:cubicBezTo>
                      <a:pt x="1381646" y="38886"/>
                      <a:pt x="1377712" y="43541"/>
                      <a:pt x="1378156" y="48838"/>
                    </a:cubicBezTo>
                    <a:cubicBezTo>
                      <a:pt x="1378600" y="54135"/>
                      <a:pt x="1383255" y="58069"/>
                      <a:pt x="1388552" y="57625"/>
                    </a:cubicBezTo>
                    <a:cubicBezTo>
                      <a:pt x="1412718" y="55596"/>
                      <a:pt x="1436222" y="53688"/>
                      <a:pt x="1458415" y="51951"/>
                    </a:cubicBezTo>
                    <a:cubicBezTo>
                      <a:pt x="1459030" y="51903"/>
                      <a:pt x="1459640" y="51796"/>
                      <a:pt x="1460235" y="51632"/>
                    </a:cubicBezTo>
                    <a:close/>
                    <a:moveTo>
                      <a:pt x="1320267" y="63345"/>
                    </a:moveTo>
                    <a:cubicBezTo>
                      <a:pt x="1325391" y="61924"/>
                      <a:pt x="1328392" y="56619"/>
                      <a:pt x="1326971" y="51496"/>
                    </a:cubicBezTo>
                    <a:cubicBezTo>
                      <a:pt x="1325730" y="47023"/>
                      <a:pt x="1321474" y="44073"/>
                      <a:pt x="1316850" y="44480"/>
                    </a:cubicBezTo>
                    <a:cubicBezTo>
                      <a:pt x="1293531" y="46536"/>
                      <a:pt x="1270239" y="48624"/>
                      <a:pt x="1246975" y="50746"/>
                    </a:cubicBezTo>
                    <a:cubicBezTo>
                      <a:pt x="1241682" y="51238"/>
                      <a:pt x="1237789" y="55928"/>
                      <a:pt x="1238281" y="61221"/>
                    </a:cubicBezTo>
                    <a:cubicBezTo>
                      <a:pt x="1238772" y="66499"/>
                      <a:pt x="1243439" y="70387"/>
                      <a:pt x="1248720" y="69917"/>
                    </a:cubicBezTo>
                    <a:cubicBezTo>
                      <a:pt x="1271958" y="67803"/>
                      <a:pt x="1295232" y="65716"/>
                      <a:pt x="1318541" y="63656"/>
                    </a:cubicBezTo>
                    <a:cubicBezTo>
                      <a:pt x="1319125" y="63605"/>
                      <a:pt x="1319702" y="63500"/>
                      <a:pt x="1320267" y="63345"/>
                    </a:cubicBezTo>
                    <a:close/>
                    <a:moveTo>
                      <a:pt x="1180582" y="76022"/>
                    </a:moveTo>
                    <a:cubicBezTo>
                      <a:pt x="1185705" y="74601"/>
                      <a:pt x="1188707" y="69297"/>
                      <a:pt x="1187286" y="64174"/>
                    </a:cubicBezTo>
                    <a:cubicBezTo>
                      <a:pt x="1186041" y="59686"/>
                      <a:pt x="1181762" y="56733"/>
                      <a:pt x="1177124" y="57161"/>
                    </a:cubicBezTo>
                    <a:lnTo>
                      <a:pt x="1107292" y="63631"/>
                    </a:lnTo>
                    <a:cubicBezTo>
                      <a:pt x="1101998" y="64120"/>
                      <a:pt x="1098104" y="68808"/>
                      <a:pt x="1098594" y="74101"/>
                    </a:cubicBezTo>
                    <a:cubicBezTo>
                      <a:pt x="1099083" y="79394"/>
                      <a:pt x="1103771" y="83288"/>
                      <a:pt x="1109065" y="82799"/>
                    </a:cubicBezTo>
                    <a:lnTo>
                      <a:pt x="1178897" y="76329"/>
                    </a:lnTo>
                    <a:cubicBezTo>
                      <a:pt x="1179467" y="76277"/>
                      <a:pt x="1180031" y="76174"/>
                      <a:pt x="1180582" y="76022"/>
                    </a:cubicBezTo>
                    <a:close/>
                    <a:moveTo>
                      <a:pt x="1040914" y="88917"/>
                    </a:moveTo>
                    <a:cubicBezTo>
                      <a:pt x="1046037" y="87496"/>
                      <a:pt x="1049038" y="82192"/>
                      <a:pt x="1047618" y="77069"/>
                    </a:cubicBezTo>
                    <a:cubicBezTo>
                      <a:pt x="1046374" y="72586"/>
                      <a:pt x="1042102" y="69633"/>
                      <a:pt x="1037467" y="70055"/>
                    </a:cubicBezTo>
                    <a:cubicBezTo>
                      <a:pt x="1014055" y="72191"/>
                      <a:pt x="990780" y="74284"/>
                      <a:pt x="967643" y="76333"/>
                    </a:cubicBezTo>
                    <a:cubicBezTo>
                      <a:pt x="962348" y="76808"/>
                      <a:pt x="958441" y="81485"/>
                      <a:pt x="958916" y="86780"/>
                    </a:cubicBezTo>
                    <a:cubicBezTo>
                      <a:pt x="959390" y="92064"/>
                      <a:pt x="964051" y="95968"/>
                      <a:pt x="969337" y="95509"/>
                    </a:cubicBezTo>
                    <a:cubicBezTo>
                      <a:pt x="992486" y="93464"/>
                      <a:pt x="1015778" y="91369"/>
                      <a:pt x="1039215" y="89225"/>
                    </a:cubicBezTo>
                    <a:cubicBezTo>
                      <a:pt x="1039790" y="89173"/>
                      <a:pt x="1040358" y="89070"/>
                      <a:pt x="1040914" y="88917"/>
                    </a:cubicBezTo>
                    <a:close/>
                    <a:moveTo>
                      <a:pt x="901186" y="101218"/>
                    </a:moveTo>
                    <a:cubicBezTo>
                      <a:pt x="906309" y="99797"/>
                      <a:pt x="909310" y="94492"/>
                      <a:pt x="907889" y="89370"/>
                    </a:cubicBezTo>
                    <a:cubicBezTo>
                      <a:pt x="906652" y="84913"/>
                      <a:pt x="902421" y="81966"/>
                      <a:pt x="897812" y="82350"/>
                    </a:cubicBezTo>
                    <a:cubicBezTo>
                      <a:pt x="873111" y="84419"/>
                      <a:pt x="850263" y="86261"/>
                      <a:pt x="827963" y="87983"/>
                    </a:cubicBezTo>
                    <a:cubicBezTo>
                      <a:pt x="822663" y="88392"/>
                      <a:pt x="818697" y="93020"/>
                      <a:pt x="819107" y="98320"/>
                    </a:cubicBezTo>
                    <a:cubicBezTo>
                      <a:pt x="819516" y="103620"/>
                      <a:pt x="824144" y="107585"/>
                      <a:pt x="829445" y="107176"/>
                    </a:cubicBezTo>
                    <a:cubicBezTo>
                      <a:pt x="851787" y="105450"/>
                      <a:pt x="874676" y="103605"/>
                      <a:pt x="899417" y="101533"/>
                    </a:cubicBezTo>
                    <a:cubicBezTo>
                      <a:pt x="900015" y="101483"/>
                      <a:pt x="900607" y="101378"/>
                      <a:pt x="901186" y="101218"/>
                    </a:cubicBezTo>
                    <a:close/>
                    <a:moveTo>
                      <a:pt x="761324" y="111970"/>
                    </a:moveTo>
                    <a:cubicBezTo>
                      <a:pt x="766447" y="110550"/>
                      <a:pt x="769449" y="105246"/>
                      <a:pt x="768029" y="100123"/>
                    </a:cubicBezTo>
                    <a:cubicBezTo>
                      <a:pt x="766807" y="95717"/>
                      <a:pt x="762655" y="92779"/>
                      <a:pt x="758094" y="93091"/>
                    </a:cubicBezTo>
                    <a:cubicBezTo>
                      <a:pt x="733956" y="94746"/>
                      <a:pt x="710441" y="96233"/>
                      <a:pt x="688203" y="97507"/>
                    </a:cubicBezTo>
                    <a:cubicBezTo>
                      <a:pt x="682896" y="97818"/>
                      <a:pt x="678846" y="102373"/>
                      <a:pt x="679158" y="107680"/>
                    </a:cubicBezTo>
                    <a:cubicBezTo>
                      <a:pt x="679469" y="112975"/>
                      <a:pt x="684007" y="117021"/>
                      <a:pt x="689304" y="116725"/>
                    </a:cubicBezTo>
                    <a:cubicBezTo>
                      <a:pt x="711614" y="115446"/>
                      <a:pt x="735202" y="113956"/>
                      <a:pt x="759413" y="112295"/>
                    </a:cubicBezTo>
                    <a:cubicBezTo>
                      <a:pt x="760059" y="112251"/>
                      <a:pt x="760699" y="112142"/>
                      <a:pt x="761324" y="111970"/>
                    </a:cubicBezTo>
                    <a:close/>
                    <a:moveTo>
                      <a:pt x="621274" y="119924"/>
                    </a:moveTo>
                    <a:cubicBezTo>
                      <a:pt x="626398" y="118504"/>
                      <a:pt x="629401" y="113200"/>
                      <a:pt x="627981" y="108077"/>
                    </a:cubicBezTo>
                    <a:cubicBezTo>
                      <a:pt x="626785" y="103760"/>
                      <a:pt x="622769" y="100839"/>
                      <a:pt x="618293" y="101030"/>
                    </a:cubicBezTo>
                    <a:cubicBezTo>
                      <a:pt x="594139" y="102066"/>
                      <a:pt x="570614" y="102869"/>
                      <a:pt x="548369" y="103417"/>
                    </a:cubicBezTo>
                    <a:cubicBezTo>
                      <a:pt x="543054" y="103540"/>
                      <a:pt x="538846" y="107948"/>
                      <a:pt x="538969" y="113262"/>
                    </a:cubicBezTo>
                    <a:cubicBezTo>
                      <a:pt x="539092" y="118576"/>
                      <a:pt x="543500" y="122784"/>
                      <a:pt x="548815" y="122661"/>
                    </a:cubicBezTo>
                    <a:cubicBezTo>
                      <a:pt x="548824" y="122661"/>
                      <a:pt x="548834" y="122661"/>
                      <a:pt x="548844" y="122660"/>
                    </a:cubicBezTo>
                    <a:cubicBezTo>
                      <a:pt x="571204" y="122110"/>
                      <a:pt x="594848" y="121303"/>
                      <a:pt x="619118" y="120262"/>
                    </a:cubicBezTo>
                    <a:cubicBezTo>
                      <a:pt x="619847" y="120231"/>
                      <a:pt x="620570" y="120117"/>
                      <a:pt x="621274" y="119924"/>
                    </a:cubicBezTo>
                    <a:close/>
                    <a:moveTo>
                      <a:pt x="481039" y="123260"/>
                    </a:moveTo>
                    <a:cubicBezTo>
                      <a:pt x="486164" y="121843"/>
                      <a:pt x="489169" y="116540"/>
                      <a:pt x="487751" y="111417"/>
                    </a:cubicBezTo>
                    <a:cubicBezTo>
                      <a:pt x="486596" y="107241"/>
                      <a:pt x="482794" y="104351"/>
                      <a:pt x="478461" y="104357"/>
                    </a:cubicBezTo>
                    <a:cubicBezTo>
                      <a:pt x="454271" y="104387"/>
                      <a:pt x="430775" y="104077"/>
                      <a:pt x="408625" y="103437"/>
                    </a:cubicBezTo>
                    <a:cubicBezTo>
                      <a:pt x="403311" y="103283"/>
                      <a:pt x="398878" y="107466"/>
                      <a:pt x="398725" y="112779"/>
                    </a:cubicBezTo>
                    <a:cubicBezTo>
                      <a:pt x="398571" y="118093"/>
                      <a:pt x="402754" y="122525"/>
                      <a:pt x="408068" y="122678"/>
                    </a:cubicBezTo>
                    <a:cubicBezTo>
                      <a:pt x="430411" y="123325"/>
                      <a:pt x="454102" y="123637"/>
                      <a:pt x="478486" y="123606"/>
                    </a:cubicBezTo>
                    <a:cubicBezTo>
                      <a:pt x="479349" y="123606"/>
                      <a:pt x="480207" y="123489"/>
                      <a:pt x="481039" y="123260"/>
                    </a:cubicBezTo>
                    <a:close/>
                    <a:moveTo>
                      <a:pt x="340873" y="118985"/>
                    </a:moveTo>
                    <a:cubicBezTo>
                      <a:pt x="345998" y="117570"/>
                      <a:pt x="349006" y="112269"/>
                      <a:pt x="347590" y="107144"/>
                    </a:cubicBezTo>
                    <a:cubicBezTo>
                      <a:pt x="346503" y="103206"/>
                      <a:pt x="343048" y="100383"/>
                      <a:pt x="338972" y="100103"/>
                    </a:cubicBezTo>
                    <a:cubicBezTo>
                      <a:pt x="314708" y="98435"/>
                      <a:pt x="291405" y="96238"/>
                      <a:pt x="269709" y="93572"/>
                    </a:cubicBezTo>
                    <a:cubicBezTo>
                      <a:pt x="264433" y="92923"/>
                      <a:pt x="259629" y="96675"/>
                      <a:pt x="258981" y="101951"/>
                    </a:cubicBezTo>
                    <a:cubicBezTo>
                      <a:pt x="258332" y="107226"/>
                      <a:pt x="262084" y="112029"/>
                      <a:pt x="267360" y="112678"/>
                    </a:cubicBezTo>
                    <a:cubicBezTo>
                      <a:pt x="289396" y="115386"/>
                      <a:pt x="313046" y="117616"/>
                      <a:pt x="337651" y="119307"/>
                    </a:cubicBezTo>
                    <a:cubicBezTo>
                      <a:pt x="338736" y="119382"/>
                      <a:pt x="339825" y="119274"/>
                      <a:pt x="340873" y="118985"/>
                    </a:cubicBezTo>
                    <a:close/>
                    <a:moveTo>
                      <a:pt x="201932" y="101421"/>
                    </a:moveTo>
                    <a:cubicBezTo>
                      <a:pt x="207058" y="100009"/>
                      <a:pt x="210070" y="94710"/>
                      <a:pt x="208658" y="89584"/>
                    </a:cubicBezTo>
                    <a:cubicBezTo>
                      <a:pt x="207692" y="86078"/>
                      <a:pt x="204833" y="83415"/>
                      <a:pt x="201266" y="82701"/>
                    </a:cubicBezTo>
                    <a:cubicBezTo>
                      <a:pt x="178740" y="78277"/>
                      <a:pt x="156473" y="72622"/>
                      <a:pt x="134566" y="65763"/>
                    </a:cubicBezTo>
                    <a:cubicBezTo>
                      <a:pt x="129499" y="64152"/>
                      <a:pt x="124087" y="66954"/>
                      <a:pt x="122477" y="72020"/>
                    </a:cubicBezTo>
                    <a:cubicBezTo>
                      <a:pt x="122477" y="72020"/>
                      <a:pt x="122476" y="72020"/>
                      <a:pt x="122476" y="72021"/>
                    </a:cubicBezTo>
                    <a:cubicBezTo>
                      <a:pt x="120867" y="77086"/>
                      <a:pt x="123668" y="82498"/>
                      <a:pt x="128733" y="84109"/>
                    </a:cubicBezTo>
                    <a:cubicBezTo>
                      <a:pt x="151317" y="91182"/>
                      <a:pt x="174270" y="97014"/>
                      <a:pt x="197491" y="101577"/>
                    </a:cubicBezTo>
                    <a:cubicBezTo>
                      <a:pt x="198963" y="101874"/>
                      <a:pt x="200485" y="101820"/>
                      <a:pt x="201932" y="101421"/>
                    </a:cubicBezTo>
                    <a:close/>
                    <a:moveTo>
                      <a:pt x="69777" y="58007"/>
                    </a:moveTo>
                    <a:cubicBezTo>
                      <a:pt x="72364" y="57297"/>
                      <a:pt x="74535" y="55538"/>
                      <a:pt x="75765" y="53155"/>
                    </a:cubicBezTo>
                    <a:cubicBezTo>
                      <a:pt x="78210" y="48435"/>
                      <a:pt x="76366" y="42627"/>
                      <a:pt x="71646" y="40182"/>
                    </a:cubicBezTo>
                    <a:cubicBezTo>
                      <a:pt x="51823" y="30146"/>
                      <a:pt x="33416" y="17533"/>
                      <a:pt x="16901" y="2670"/>
                    </a:cubicBezTo>
                    <a:cubicBezTo>
                      <a:pt x="12989" y="-927"/>
                      <a:pt x="6900" y="-671"/>
                      <a:pt x="3303" y="3242"/>
                    </a:cubicBezTo>
                    <a:cubicBezTo>
                      <a:pt x="3302" y="3242"/>
                      <a:pt x="3301" y="3243"/>
                      <a:pt x="3301" y="3244"/>
                    </a:cubicBezTo>
                    <a:cubicBezTo>
                      <a:pt x="-296" y="7157"/>
                      <a:pt x="-40" y="13245"/>
                      <a:pt x="3873" y="16841"/>
                    </a:cubicBezTo>
                    <a:cubicBezTo>
                      <a:pt x="3874" y="16842"/>
                      <a:pt x="3874" y="16842"/>
                      <a:pt x="3875" y="16843"/>
                    </a:cubicBezTo>
                    <a:cubicBezTo>
                      <a:pt x="21643" y="32860"/>
                      <a:pt x="41454" y="46455"/>
                      <a:pt x="62790" y="57275"/>
                    </a:cubicBezTo>
                    <a:cubicBezTo>
                      <a:pt x="64943" y="58393"/>
                      <a:pt x="67439" y="58655"/>
                      <a:pt x="69777" y="5800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 name="Google Shape;89;p9"/>
              <p:cNvSpPr/>
              <p:nvPr/>
            </p:nvSpPr>
            <p:spPr>
              <a:xfrm>
                <a:off x="3572381" y="1090803"/>
                <a:ext cx="31620" cy="51389"/>
              </a:xfrm>
              <a:custGeom>
                <a:avLst/>
                <a:gdLst/>
                <a:ahLst/>
                <a:cxnLst/>
                <a:rect l="l" t="t" r="r" b="b"/>
                <a:pathLst>
                  <a:path w="31620" h="51389" extrusionOk="0">
                    <a:moveTo>
                      <a:pt x="25305" y="51176"/>
                    </a:moveTo>
                    <a:cubicBezTo>
                      <a:pt x="25902" y="51011"/>
                      <a:pt x="26481" y="50790"/>
                      <a:pt x="27035" y="50514"/>
                    </a:cubicBezTo>
                    <a:cubicBezTo>
                      <a:pt x="31797" y="48150"/>
                      <a:pt x="33740" y="42374"/>
                      <a:pt x="31376" y="37613"/>
                    </a:cubicBezTo>
                    <a:cubicBezTo>
                      <a:pt x="26538" y="27835"/>
                      <a:pt x="22614" y="17631"/>
                      <a:pt x="19652" y="7131"/>
                    </a:cubicBezTo>
                    <a:cubicBezTo>
                      <a:pt x="18192" y="2025"/>
                      <a:pt x="12881" y="-942"/>
                      <a:pt x="7767" y="492"/>
                    </a:cubicBezTo>
                    <a:cubicBezTo>
                      <a:pt x="2653" y="1941"/>
                      <a:pt x="-319" y="7261"/>
                      <a:pt x="1128" y="12376"/>
                    </a:cubicBezTo>
                    <a:cubicBezTo>
                      <a:pt x="4414" y="24018"/>
                      <a:pt x="8767" y="35332"/>
                      <a:pt x="14132" y="46174"/>
                    </a:cubicBezTo>
                    <a:cubicBezTo>
                      <a:pt x="16181" y="50299"/>
                      <a:pt x="20864" y="52395"/>
                      <a:pt x="25305" y="5117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1" name="Google Shape;91;p9"/>
            <p:cNvGrpSpPr/>
            <p:nvPr/>
          </p:nvGrpSpPr>
          <p:grpSpPr>
            <a:xfrm rot="-1763425" flipH="1">
              <a:off x="5929390" y="61237"/>
              <a:ext cx="1924139" cy="693543"/>
              <a:chOff x="3596957" y="2922394"/>
              <a:chExt cx="1623881" cy="585317"/>
            </a:xfrm>
          </p:grpSpPr>
          <p:sp>
            <p:nvSpPr>
              <p:cNvPr id="92" name="Google Shape;92;p9"/>
              <p:cNvSpPr/>
              <p:nvPr/>
            </p:nvSpPr>
            <p:spPr>
              <a:xfrm>
                <a:off x="3596957" y="2922394"/>
                <a:ext cx="1576199" cy="585317"/>
              </a:xfrm>
              <a:custGeom>
                <a:avLst/>
                <a:gdLst/>
                <a:ahLst/>
                <a:cxnLst/>
                <a:rect l="l" t="t" r="r" b="b"/>
                <a:pathLst>
                  <a:path w="1576199" h="585317" extrusionOk="0">
                    <a:moveTo>
                      <a:pt x="410822" y="573790"/>
                    </a:moveTo>
                    <a:cubicBezTo>
                      <a:pt x="404674" y="572336"/>
                      <a:pt x="400869" y="566175"/>
                      <a:pt x="402322" y="560027"/>
                    </a:cubicBezTo>
                    <a:cubicBezTo>
                      <a:pt x="403776" y="553880"/>
                      <a:pt x="409939" y="550075"/>
                      <a:pt x="416087" y="551528"/>
                    </a:cubicBezTo>
                    <a:cubicBezTo>
                      <a:pt x="416093" y="551529"/>
                      <a:pt x="416098" y="551531"/>
                      <a:pt x="416104" y="551532"/>
                    </a:cubicBezTo>
                    <a:cubicBezTo>
                      <a:pt x="441959" y="557737"/>
                      <a:pt x="468351" y="561437"/>
                      <a:pt x="494915" y="562582"/>
                    </a:cubicBezTo>
                    <a:cubicBezTo>
                      <a:pt x="501228" y="562828"/>
                      <a:pt x="506146" y="568144"/>
                      <a:pt x="505900" y="574457"/>
                    </a:cubicBezTo>
                    <a:cubicBezTo>
                      <a:pt x="505654" y="580769"/>
                      <a:pt x="500337" y="585686"/>
                      <a:pt x="494025" y="585440"/>
                    </a:cubicBezTo>
                    <a:cubicBezTo>
                      <a:pt x="494018" y="585440"/>
                      <a:pt x="494011" y="585440"/>
                      <a:pt x="494004" y="585439"/>
                    </a:cubicBezTo>
                    <a:cubicBezTo>
                      <a:pt x="477323" y="584755"/>
                      <a:pt x="460698" y="583083"/>
                      <a:pt x="444215" y="580432"/>
                    </a:cubicBezTo>
                    <a:cubicBezTo>
                      <a:pt x="433194" y="578667"/>
                      <a:pt x="421959" y="576433"/>
                      <a:pt x="410822" y="573790"/>
                    </a:cubicBezTo>
                    <a:close/>
                    <a:moveTo>
                      <a:pt x="331251" y="547879"/>
                    </a:moveTo>
                    <a:cubicBezTo>
                      <a:pt x="305569" y="537211"/>
                      <a:pt x="280581" y="524945"/>
                      <a:pt x="256433" y="511154"/>
                    </a:cubicBezTo>
                    <a:cubicBezTo>
                      <a:pt x="250940" y="508032"/>
                      <a:pt x="249018" y="501050"/>
                      <a:pt x="252140" y="495558"/>
                    </a:cubicBezTo>
                    <a:cubicBezTo>
                      <a:pt x="255262" y="490066"/>
                      <a:pt x="262245" y="488144"/>
                      <a:pt x="267737" y="491265"/>
                    </a:cubicBezTo>
                    <a:cubicBezTo>
                      <a:pt x="291051" y="504583"/>
                      <a:pt x="315176" y="516428"/>
                      <a:pt x="339971" y="526730"/>
                    </a:cubicBezTo>
                    <a:cubicBezTo>
                      <a:pt x="345812" y="529138"/>
                      <a:pt x="348594" y="535824"/>
                      <a:pt x="346186" y="541664"/>
                    </a:cubicBezTo>
                    <a:cubicBezTo>
                      <a:pt x="343779" y="547504"/>
                      <a:pt x="337092" y="550287"/>
                      <a:pt x="331251" y="547879"/>
                    </a:cubicBezTo>
                    <a:close/>
                    <a:moveTo>
                      <a:pt x="564737" y="570436"/>
                    </a:moveTo>
                    <a:cubicBezTo>
                      <a:pt x="563599" y="564223"/>
                      <a:pt x="567713" y="558262"/>
                      <a:pt x="573927" y="557124"/>
                    </a:cubicBezTo>
                    <a:cubicBezTo>
                      <a:pt x="573927" y="557124"/>
                      <a:pt x="573927" y="557124"/>
                      <a:pt x="573927" y="557124"/>
                    </a:cubicBezTo>
                    <a:cubicBezTo>
                      <a:pt x="599949" y="552343"/>
                      <a:pt x="625335" y="544588"/>
                      <a:pt x="649587" y="534013"/>
                    </a:cubicBezTo>
                    <a:cubicBezTo>
                      <a:pt x="655378" y="531488"/>
                      <a:pt x="662119" y="534136"/>
                      <a:pt x="664644" y="539927"/>
                    </a:cubicBezTo>
                    <a:cubicBezTo>
                      <a:pt x="667169" y="545718"/>
                      <a:pt x="664521" y="552458"/>
                      <a:pt x="658730" y="554983"/>
                    </a:cubicBezTo>
                    <a:cubicBezTo>
                      <a:pt x="632869" y="566260"/>
                      <a:pt x="605799" y="574528"/>
                      <a:pt x="578051" y="579625"/>
                    </a:cubicBezTo>
                    <a:cubicBezTo>
                      <a:pt x="571844" y="580768"/>
                      <a:pt x="565885" y="576664"/>
                      <a:pt x="564741" y="570458"/>
                    </a:cubicBezTo>
                    <a:cubicBezTo>
                      <a:pt x="564740" y="570451"/>
                      <a:pt x="564739" y="570444"/>
                      <a:pt x="564737" y="570436"/>
                    </a:cubicBezTo>
                    <a:close/>
                    <a:moveTo>
                      <a:pt x="186437" y="466416"/>
                    </a:moveTo>
                    <a:cubicBezTo>
                      <a:pt x="164772" y="451052"/>
                      <a:pt x="142722" y="433994"/>
                      <a:pt x="120896" y="415714"/>
                    </a:cubicBezTo>
                    <a:cubicBezTo>
                      <a:pt x="116053" y="411658"/>
                      <a:pt x="115416" y="404444"/>
                      <a:pt x="119472" y="399601"/>
                    </a:cubicBezTo>
                    <a:cubicBezTo>
                      <a:pt x="123529" y="394759"/>
                      <a:pt x="130744" y="394122"/>
                      <a:pt x="135588" y="398177"/>
                    </a:cubicBezTo>
                    <a:cubicBezTo>
                      <a:pt x="156945" y="416065"/>
                      <a:pt x="178506" y="432746"/>
                      <a:pt x="199672" y="447756"/>
                    </a:cubicBezTo>
                    <a:cubicBezTo>
                      <a:pt x="204825" y="451411"/>
                      <a:pt x="206039" y="458550"/>
                      <a:pt x="202385" y="463703"/>
                    </a:cubicBezTo>
                    <a:cubicBezTo>
                      <a:pt x="198730" y="468855"/>
                      <a:pt x="191590" y="470070"/>
                      <a:pt x="186437" y="466416"/>
                    </a:cubicBezTo>
                    <a:close/>
                    <a:moveTo>
                      <a:pt x="715817" y="510474"/>
                    </a:moveTo>
                    <a:cubicBezTo>
                      <a:pt x="712101" y="505366"/>
                      <a:pt x="713230" y="498212"/>
                      <a:pt x="718339" y="494497"/>
                    </a:cubicBezTo>
                    <a:cubicBezTo>
                      <a:pt x="718340" y="494497"/>
                      <a:pt x="718340" y="494496"/>
                      <a:pt x="718340" y="494496"/>
                    </a:cubicBezTo>
                    <a:cubicBezTo>
                      <a:pt x="739817" y="478808"/>
                      <a:pt x="759712" y="461061"/>
                      <a:pt x="777740" y="441508"/>
                    </a:cubicBezTo>
                    <a:cubicBezTo>
                      <a:pt x="782025" y="436866"/>
                      <a:pt x="789262" y="436576"/>
                      <a:pt x="793905" y="440860"/>
                    </a:cubicBezTo>
                    <a:cubicBezTo>
                      <a:pt x="798547" y="445144"/>
                      <a:pt x="798837" y="452381"/>
                      <a:pt x="794553" y="457023"/>
                    </a:cubicBezTo>
                    <a:cubicBezTo>
                      <a:pt x="794547" y="457029"/>
                      <a:pt x="794540" y="457036"/>
                      <a:pt x="794534" y="457043"/>
                    </a:cubicBezTo>
                    <a:cubicBezTo>
                      <a:pt x="775492" y="477691"/>
                      <a:pt x="754480" y="496431"/>
                      <a:pt x="731797" y="512997"/>
                    </a:cubicBezTo>
                    <a:cubicBezTo>
                      <a:pt x="726687" y="516713"/>
                      <a:pt x="719533" y="515583"/>
                      <a:pt x="715817" y="510475"/>
                    </a:cubicBezTo>
                    <a:close/>
                    <a:moveTo>
                      <a:pt x="59331" y="360495"/>
                    </a:moveTo>
                    <a:cubicBezTo>
                      <a:pt x="40976" y="342950"/>
                      <a:pt x="22317" y="324133"/>
                      <a:pt x="3877" y="304569"/>
                    </a:cubicBezTo>
                    <a:cubicBezTo>
                      <a:pt x="-456" y="299973"/>
                      <a:pt x="-243" y="292734"/>
                      <a:pt x="4354" y="288401"/>
                    </a:cubicBezTo>
                    <a:cubicBezTo>
                      <a:pt x="4355" y="288401"/>
                      <a:pt x="4355" y="288401"/>
                      <a:pt x="4355" y="288400"/>
                    </a:cubicBezTo>
                    <a:cubicBezTo>
                      <a:pt x="8953" y="284068"/>
                      <a:pt x="16193" y="284282"/>
                      <a:pt x="20526" y="288879"/>
                    </a:cubicBezTo>
                    <a:cubicBezTo>
                      <a:pt x="38695" y="308154"/>
                      <a:pt x="57070" y="326687"/>
                      <a:pt x="75140" y="343960"/>
                    </a:cubicBezTo>
                    <a:cubicBezTo>
                      <a:pt x="79707" y="348326"/>
                      <a:pt x="79870" y="355565"/>
                      <a:pt x="75505" y="360132"/>
                    </a:cubicBezTo>
                    <a:cubicBezTo>
                      <a:pt x="72906" y="362854"/>
                      <a:pt x="69133" y="364122"/>
                      <a:pt x="65418" y="363522"/>
                    </a:cubicBezTo>
                    <a:cubicBezTo>
                      <a:pt x="63128" y="363156"/>
                      <a:pt x="61005" y="362101"/>
                      <a:pt x="59331" y="360496"/>
                    </a:cubicBezTo>
                    <a:close/>
                    <a:moveTo>
                      <a:pt x="829960" y="394066"/>
                    </a:moveTo>
                    <a:cubicBezTo>
                      <a:pt x="824638" y="390662"/>
                      <a:pt x="823084" y="383589"/>
                      <a:pt x="826488" y="378267"/>
                    </a:cubicBezTo>
                    <a:cubicBezTo>
                      <a:pt x="826488" y="378267"/>
                      <a:pt x="826488" y="378267"/>
                      <a:pt x="826488" y="378267"/>
                    </a:cubicBezTo>
                    <a:cubicBezTo>
                      <a:pt x="833664" y="367052"/>
                      <a:pt x="840356" y="355537"/>
                      <a:pt x="846564" y="343723"/>
                    </a:cubicBezTo>
                    <a:cubicBezTo>
                      <a:pt x="846059" y="343486"/>
                      <a:pt x="845572" y="343212"/>
                      <a:pt x="845107" y="342903"/>
                    </a:cubicBezTo>
                    <a:cubicBezTo>
                      <a:pt x="821685" y="327396"/>
                      <a:pt x="799815" y="309663"/>
                      <a:pt x="779802" y="289950"/>
                    </a:cubicBezTo>
                    <a:cubicBezTo>
                      <a:pt x="775303" y="285516"/>
                      <a:pt x="775251" y="278273"/>
                      <a:pt x="779686" y="273774"/>
                    </a:cubicBezTo>
                    <a:cubicBezTo>
                      <a:pt x="784121" y="269275"/>
                      <a:pt x="791364" y="269223"/>
                      <a:pt x="795863" y="273658"/>
                    </a:cubicBezTo>
                    <a:cubicBezTo>
                      <a:pt x="814537" y="292052"/>
                      <a:pt x="834919" y="308628"/>
                      <a:pt x="856733" y="323162"/>
                    </a:cubicBezTo>
                    <a:cubicBezTo>
                      <a:pt x="859142" y="317973"/>
                      <a:pt x="861451" y="312748"/>
                      <a:pt x="863659" y="307489"/>
                    </a:cubicBezTo>
                    <a:cubicBezTo>
                      <a:pt x="866105" y="301664"/>
                      <a:pt x="872809" y="298924"/>
                      <a:pt x="878635" y="301369"/>
                    </a:cubicBezTo>
                    <a:cubicBezTo>
                      <a:pt x="884460" y="303815"/>
                      <a:pt x="887200" y="310519"/>
                      <a:pt x="884754" y="316343"/>
                    </a:cubicBezTo>
                    <a:cubicBezTo>
                      <a:pt x="873900" y="342162"/>
                      <a:pt x="860854" y="367003"/>
                      <a:pt x="845760" y="390595"/>
                    </a:cubicBezTo>
                    <a:cubicBezTo>
                      <a:pt x="842363" y="395915"/>
                      <a:pt x="835296" y="397473"/>
                      <a:pt x="829975" y="394076"/>
                    </a:cubicBezTo>
                    <a:cubicBezTo>
                      <a:pt x="829970" y="394073"/>
                      <a:pt x="829965" y="394069"/>
                      <a:pt x="829960" y="394066"/>
                    </a:cubicBezTo>
                    <a:close/>
                    <a:moveTo>
                      <a:pt x="1000256" y="405774"/>
                    </a:moveTo>
                    <a:cubicBezTo>
                      <a:pt x="972593" y="400697"/>
                      <a:pt x="945524" y="392796"/>
                      <a:pt x="919472" y="382197"/>
                    </a:cubicBezTo>
                    <a:cubicBezTo>
                      <a:pt x="913621" y="379817"/>
                      <a:pt x="910806" y="373144"/>
                      <a:pt x="913187" y="367293"/>
                    </a:cubicBezTo>
                    <a:cubicBezTo>
                      <a:pt x="915567" y="361441"/>
                      <a:pt x="922241" y="358627"/>
                      <a:pt x="928093" y="361008"/>
                    </a:cubicBezTo>
                    <a:cubicBezTo>
                      <a:pt x="952692" y="371017"/>
                      <a:pt x="978252" y="378477"/>
                      <a:pt x="1004373" y="383272"/>
                    </a:cubicBezTo>
                    <a:cubicBezTo>
                      <a:pt x="1010587" y="384409"/>
                      <a:pt x="1014703" y="390369"/>
                      <a:pt x="1013565" y="396582"/>
                    </a:cubicBezTo>
                    <a:cubicBezTo>
                      <a:pt x="1012446" y="402696"/>
                      <a:pt x="1006649" y="406797"/>
                      <a:pt x="1000511" y="405818"/>
                    </a:cubicBezTo>
                    <a:close/>
                    <a:moveTo>
                      <a:pt x="1072442" y="401199"/>
                    </a:moveTo>
                    <a:cubicBezTo>
                      <a:pt x="1072299" y="394884"/>
                      <a:pt x="1077303" y="389649"/>
                      <a:pt x="1083618" y="389507"/>
                    </a:cubicBezTo>
                    <a:cubicBezTo>
                      <a:pt x="1083619" y="389507"/>
                      <a:pt x="1083619" y="389507"/>
                      <a:pt x="1083620" y="389507"/>
                    </a:cubicBezTo>
                    <a:cubicBezTo>
                      <a:pt x="1110228" y="388852"/>
                      <a:pt x="1136716" y="385694"/>
                      <a:pt x="1162732" y="380076"/>
                    </a:cubicBezTo>
                    <a:cubicBezTo>
                      <a:pt x="1168909" y="378753"/>
                      <a:pt x="1174990" y="382687"/>
                      <a:pt x="1176314" y="388864"/>
                    </a:cubicBezTo>
                    <a:cubicBezTo>
                      <a:pt x="1177637" y="395041"/>
                      <a:pt x="1173703" y="401121"/>
                      <a:pt x="1167525" y="402445"/>
                    </a:cubicBezTo>
                    <a:cubicBezTo>
                      <a:pt x="1140102" y="408364"/>
                      <a:pt x="1112182" y="411689"/>
                      <a:pt x="1084136" y="412376"/>
                    </a:cubicBezTo>
                    <a:cubicBezTo>
                      <a:pt x="1077825" y="412524"/>
                      <a:pt x="1072590" y="407528"/>
                      <a:pt x="1072442" y="401218"/>
                    </a:cubicBezTo>
                    <a:cubicBezTo>
                      <a:pt x="1072442" y="401212"/>
                      <a:pt x="1072442" y="401205"/>
                      <a:pt x="1072442" y="401199"/>
                    </a:cubicBezTo>
                    <a:close/>
                    <a:moveTo>
                      <a:pt x="1232796" y="371621"/>
                    </a:moveTo>
                    <a:cubicBezTo>
                      <a:pt x="1230480" y="365744"/>
                      <a:pt x="1233367" y="359103"/>
                      <a:pt x="1239244" y="356786"/>
                    </a:cubicBezTo>
                    <a:cubicBezTo>
                      <a:pt x="1264157" y="346900"/>
                      <a:pt x="1288367" y="335325"/>
                      <a:pt x="1311703" y="322141"/>
                    </a:cubicBezTo>
                    <a:cubicBezTo>
                      <a:pt x="1317208" y="319042"/>
                      <a:pt x="1324184" y="320992"/>
                      <a:pt x="1327284" y="326496"/>
                    </a:cubicBezTo>
                    <a:cubicBezTo>
                      <a:pt x="1330383" y="332001"/>
                      <a:pt x="1328433" y="338976"/>
                      <a:pt x="1322928" y="342075"/>
                    </a:cubicBezTo>
                    <a:cubicBezTo>
                      <a:pt x="1322925" y="342077"/>
                      <a:pt x="1322922" y="342079"/>
                      <a:pt x="1322920" y="342080"/>
                    </a:cubicBezTo>
                    <a:cubicBezTo>
                      <a:pt x="1298672" y="355776"/>
                      <a:pt x="1273517" y="367801"/>
                      <a:pt x="1247632" y="378071"/>
                    </a:cubicBezTo>
                    <a:cubicBezTo>
                      <a:pt x="1241757" y="380388"/>
                      <a:pt x="1235116" y="377504"/>
                      <a:pt x="1232799" y="371630"/>
                    </a:cubicBezTo>
                    <a:cubicBezTo>
                      <a:pt x="1232798" y="371627"/>
                      <a:pt x="1232797" y="371624"/>
                      <a:pt x="1232796" y="371622"/>
                    </a:cubicBezTo>
                    <a:close/>
                    <a:moveTo>
                      <a:pt x="726070" y="225103"/>
                    </a:moveTo>
                    <a:cubicBezTo>
                      <a:pt x="710123" y="201579"/>
                      <a:pt x="697448" y="175998"/>
                      <a:pt x="688392" y="149061"/>
                    </a:cubicBezTo>
                    <a:cubicBezTo>
                      <a:pt x="686440" y="143053"/>
                      <a:pt x="689729" y="136600"/>
                      <a:pt x="695738" y="134648"/>
                    </a:cubicBezTo>
                    <a:cubicBezTo>
                      <a:pt x="701746" y="132696"/>
                      <a:pt x="708200" y="135984"/>
                      <a:pt x="710152" y="141993"/>
                    </a:cubicBezTo>
                    <a:cubicBezTo>
                      <a:pt x="718565" y="166950"/>
                      <a:pt x="730330" y="190650"/>
                      <a:pt x="745124" y="212441"/>
                    </a:cubicBezTo>
                    <a:cubicBezTo>
                      <a:pt x="748628" y="217697"/>
                      <a:pt x="747207" y="224799"/>
                      <a:pt x="741950" y="228302"/>
                    </a:cubicBezTo>
                    <a:cubicBezTo>
                      <a:pt x="736693" y="231806"/>
                      <a:pt x="729591" y="230385"/>
                      <a:pt x="726087" y="225129"/>
                    </a:cubicBezTo>
                    <a:cubicBezTo>
                      <a:pt x="726082" y="225120"/>
                      <a:pt x="726076" y="225112"/>
                      <a:pt x="726070" y="225103"/>
                    </a:cubicBezTo>
                    <a:close/>
                    <a:moveTo>
                      <a:pt x="896505" y="245020"/>
                    </a:moveTo>
                    <a:cubicBezTo>
                      <a:pt x="890326" y="243706"/>
                      <a:pt x="886381" y="237632"/>
                      <a:pt x="887695" y="231452"/>
                    </a:cubicBezTo>
                    <a:cubicBezTo>
                      <a:pt x="888997" y="225321"/>
                      <a:pt x="890152" y="219138"/>
                      <a:pt x="891123" y="213072"/>
                    </a:cubicBezTo>
                    <a:cubicBezTo>
                      <a:pt x="894415" y="193183"/>
                      <a:pt x="895726" y="173016"/>
                      <a:pt x="895037" y="152867"/>
                    </a:cubicBezTo>
                    <a:cubicBezTo>
                      <a:pt x="894784" y="146555"/>
                      <a:pt x="899697" y="141233"/>
                      <a:pt x="906010" y="140981"/>
                    </a:cubicBezTo>
                    <a:cubicBezTo>
                      <a:pt x="912320" y="140729"/>
                      <a:pt x="917641" y="145637"/>
                      <a:pt x="917897" y="151946"/>
                    </a:cubicBezTo>
                    <a:cubicBezTo>
                      <a:pt x="918646" y="173613"/>
                      <a:pt x="917245" y="195300"/>
                      <a:pt x="913714" y="216690"/>
                    </a:cubicBezTo>
                    <a:cubicBezTo>
                      <a:pt x="912681" y="223134"/>
                      <a:pt x="911456" y="229702"/>
                      <a:pt x="910073" y="236210"/>
                    </a:cubicBezTo>
                    <a:cubicBezTo>
                      <a:pt x="908807" y="242165"/>
                      <a:pt x="903097" y="246085"/>
                      <a:pt x="897084" y="245127"/>
                    </a:cubicBezTo>
                    <a:cubicBezTo>
                      <a:pt x="896891" y="245096"/>
                      <a:pt x="896698" y="245060"/>
                      <a:pt x="896505" y="245020"/>
                    </a:cubicBezTo>
                    <a:close/>
                    <a:moveTo>
                      <a:pt x="1376970" y="294576"/>
                    </a:moveTo>
                    <a:cubicBezTo>
                      <a:pt x="1373275" y="289453"/>
                      <a:pt x="1374433" y="282305"/>
                      <a:pt x="1379556" y="278609"/>
                    </a:cubicBezTo>
                    <a:cubicBezTo>
                      <a:pt x="1400613" y="263425"/>
                      <a:pt x="1421900" y="246480"/>
                      <a:pt x="1442825" y="228245"/>
                    </a:cubicBezTo>
                    <a:cubicBezTo>
                      <a:pt x="1447588" y="224095"/>
                      <a:pt x="1454814" y="224591"/>
                      <a:pt x="1458964" y="229354"/>
                    </a:cubicBezTo>
                    <a:cubicBezTo>
                      <a:pt x="1463115" y="234116"/>
                      <a:pt x="1462618" y="241341"/>
                      <a:pt x="1457855" y="245491"/>
                    </a:cubicBezTo>
                    <a:cubicBezTo>
                      <a:pt x="1436404" y="264185"/>
                      <a:pt x="1414562" y="281570"/>
                      <a:pt x="1392940" y="297163"/>
                    </a:cubicBezTo>
                    <a:cubicBezTo>
                      <a:pt x="1387815" y="300858"/>
                      <a:pt x="1380666" y="299700"/>
                      <a:pt x="1376970" y="294576"/>
                    </a:cubicBezTo>
                    <a:close/>
                    <a:moveTo>
                      <a:pt x="690100" y="75949"/>
                    </a:moveTo>
                    <a:cubicBezTo>
                      <a:pt x="683981" y="74382"/>
                      <a:pt x="680291" y="68150"/>
                      <a:pt x="681858" y="62032"/>
                    </a:cubicBezTo>
                    <a:cubicBezTo>
                      <a:pt x="681859" y="62031"/>
                      <a:pt x="681859" y="62031"/>
                      <a:pt x="681859" y="62030"/>
                    </a:cubicBezTo>
                    <a:cubicBezTo>
                      <a:pt x="690208" y="29453"/>
                      <a:pt x="712605" y="8151"/>
                      <a:pt x="746627" y="423"/>
                    </a:cubicBezTo>
                    <a:cubicBezTo>
                      <a:pt x="752785" y="-988"/>
                      <a:pt x="758921" y="2860"/>
                      <a:pt x="760331" y="9018"/>
                    </a:cubicBezTo>
                    <a:cubicBezTo>
                      <a:pt x="761742" y="15175"/>
                      <a:pt x="757894" y="21310"/>
                      <a:pt x="751736" y="22721"/>
                    </a:cubicBezTo>
                    <a:cubicBezTo>
                      <a:pt x="751722" y="22724"/>
                      <a:pt x="751708" y="22728"/>
                      <a:pt x="751694" y="22731"/>
                    </a:cubicBezTo>
                    <a:cubicBezTo>
                      <a:pt x="726227" y="28515"/>
                      <a:pt x="710188" y="43648"/>
                      <a:pt x="704021" y="67709"/>
                    </a:cubicBezTo>
                    <a:cubicBezTo>
                      <a:pt x="702555" y="73429"/>
                      <a:pt x="696976" y="77094"/>
                      <a:pt x="691144" y="76167"/>
                    </a:cubicBezTo>
                    <a:cubicBezTo>
                      <a:pt x="690796" y="76111"/>
                      <a:pt x="690448" y="76038"/>
                      <a:pt x="690100" y="75949"/>
                    </a:cubicBezTo>
                    <a:close/>
                    <a:moveTo>
                      <a:pt x="1501924" y="188812"/>
                    </a:moveTo>
                    <a:cubicBezTo>
                      <a:pt x="1497424" y="184378"/>
                      <a:pt x="1497371" y="177136"/>
                      <a:pt x="1501805" y="172637"/>
                    </a:cubicBezTo>
                    <a:cubicBezTo>
                      <a:pt x="1501805" y="172637"/>
                      <a:pt x="1501805" y="172636"/>
                      <a:pt x="1501805" y="172636"/>
                    </a:cubicBezTo>
                    <a:cubicBezTo>
                      <a:pt x="1520173" y="153994"/>
                      <a:pt x="1538709" y="133916"/>
                      <a:pt x="1556895" y="112960"/>
                    </a:cubicBezTo>
                    <a:cubicBezTo>
                      <a:pt x="1561044" y="108196"/>
                      <a:pt x="1568270" y="107696"/>
                      <a:pt x="1573034" y="111845"/>
                    </a:cubicBezTo>
                    <a:cubicBezTo>
                      <a:pt x="1577788" y="115983"/>
                      <a:pt x="1578298" y="123186"/>
                      <a:pt x="1574175" y="127953"/>
                    </a:cubicBezTo>
                    <a:cubicBezTo>
                      <a:pt x="1555673" y="149272"/>
                      <a:pt x="1536807" y="169708"/>
                      <a:pt x="1518101" y="188691"/>
                    </a:cubicBezTo>
                    <a:cubicBezTo>
                      <a:pt x="1513670" y="193191"/>
                      <a:pt x="1506429" y="193247"/>
                      <a:pt x="1501929" y="188816"/>
                    </a:cubicBezTo>
                    <a:cubicBezTo>
                      <a:pt x="1501927" y="188815"/>
                      <a:pt x="1501926" y="188813"/>
                      <a:pt x="1501924" y="188812"/>
                    </a:cubicBezTo>
                    <a:close/>
                    <a:moveTo>
                      <a:pt x="877631" y="78386"/>
                    </a:moveTo>
                    <a:cubicBezTo>
                      <a:pt x="866959" y="55937"/>
                      <a:pt x="848335" y="38247"/>
                      <a:pt x="825367" y="28742"/>
                    </a:cubicBezTo>
                    <a:cubicBezTo>
                      <a:pt x="819521" y="26346"/>
                      <a:pt x="816725" y="19665"/>
                      <a:pt x="819121" y="13820"/>
                    </a:cubicBezTo>
                    <a:cubicBezTo>
                      <a:pt x="821513" y="7987"/>
                      <a:pt x="828172" y="5189"/>
                      <a:pt x="834012" y="7561"/>
                    </a:cubicBezTo>
                    <a:cubicBezTo>
                      <a:pt x="862117" y="19101"/>
                      <a:pt x="884937" y="40662"/>
                      <a:pt x="898049" y="68065"/>
                    </a:cubicBezTo>
                    <a:cubicBezTo>
                      <a:pt x="900908" y="73699"/>
                      <a:pt x="898657" y="80583"/>
                      <a:pt x="893023" y="83441"/>
                    </a:cubicBezTo>
                    <a:cubicBezTo>
                      <a:pt x="887389" y="86299"/>
                      <a:pt x="880505" y="84049"/>
                      <a:pt x="877646" y="78415"/>
                    </a:cubicBezTo>
                    <a:cubicBezTo>
                      <a:pt x="877641" y="78405"/>
                      <a:pt x="877636" y="78396"/>
                      <a:pt x="877631" y="7838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 name="Google Shape;93;p9"/>
              <p:cNvSpPr/>
              <p:nvPr/>
            </p:nvSpPr>
            <p:spPr>
              <a:xfrm>
                <a:off x="5099024" y="2970171"/>
                <a:ext cx="121814" cy="128220"/>
              </a:xfrm>
              <a:custGeom>
                <a:avLst/>
                <a:gdLst/>
                <a:ahLst/>
                <a:cxnLst/>
                <a:rect l="l" t="t" r="r" b="b"/>
                <a:pathLst>
                  <a:path w="121814" h="128220" extrusionOk="0">
                    <a:moveTo>
                      <a:pt x="100314" y="128221"/>
                    </a:moveTo>
                    <a:lnTo>
                      <a:pt x="121815" y="0"/>
                    </a:lnTo>
                    <a:lnTo>
                      <a:pt x="0" y="45479"/>
                    </a:lnTo>
                    <a:lnTo>
                      <a:pt x="100314" y="12822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7"/>
        <p:cNvGrpSpPr/>
        <p:nvPr/>
      </p:nvGrpSpPr>
      <p:grpSpPr>
        <a:xfrm>
          <a:off x="0" y="0"/>
          <a:ext cx="0" cy="0"/>
          <a:chOff x="0" y="0"/>
          <a:chExt cx="0" cy="0"/>
        </a:xfrm>
      </p:grpSpPr>
      <p:sp>
        <p:nvSpPr>
          <p:cNvPr id="98" name="Google Shape;98;p11"/>
          <p:cNvSpPr txBox="1">
            <a:spLocks noGrp="1"/>
          </p:cNvSpPr>
          <p:nvPr>
            <p:ph type="title" hasCustomPrompt="1"/>
          </p:nvPr>
        </p:nvSpPr>
        <p:spPr>
          <a:xfrm>
            <a:off x="918750" y="1684350"/>
            <a:ext cx="3736200" cy="1045200"/>
          </a:xfrm>
          <a:prstGeom prst="rect">
            <a:avLst/>
          </a:prstGeom>
        </p:spPr>
        <p:txBody>
          <a:bodyPr spcFirstLastPara="1" wrap="square" lIns="91425" tIns="91425" rIns="91425" bIns="91425" anchor="b" anchorCtr="0">
            <a:noAutofit/>
          </a:bodyPr>
          <a:lstStyle>
            <a:lvl1pPr lvl="0">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rPr dirty="0"/>
              <a:t>xx%</a:t>
            </a:r>
          </a:p>
        </p:txBody>
      </p:sp>
      <p:sp>
        <p:nvSpPr>
          <p:cNvPr id="99" name="Google Shape;99;p11"/>
          <p:cNvSpPr txBox="1">
            <a:spLocks noGrp="1"/>
          </p:cNvSpPr>
          <p:nvPr>
            <p:ph type="subTitle" idx="1"/>
          </p:nvPr>
        </p:nvSpPr>
        <p:spPr>
          <a:xfrm>
            <a:off x="918750" y="2653351"/>
            <a:ext cx="2752200" cy="6534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dirty="0"/>
          </a:p>
        </p:txBody>
      </p:sp>
      <p:sp>
        <p:nvSpPr>
          <p:cNvPr id="102" name="Google Shape;102;p11"/>
          <p:cNvSpPr/>
          <p:nvPr/>
        </p:nvSpPr>
        <p:spPr>
          <a:xfrm>
            <a:off x="2210620" y="283"/>
            <a:ext cx="6933380" cy="3174988"/>
          </a:xfrm>
          <a:custGeom>
            <a:avLst/>
            <a:gdLst/>
            <a:ahLst/>
            <a:cxnLst/>
            <a:rect l="l" t="t" r="r" b="b"/>
            <a:pathLst>
              <a:path w="5203287" h="2382730" extrusionOk="0">
                <a:moveTo>
                  <a:pt x="762" y="266035"/>
                </a:moveTo>
                <a:cubicBezTo>
                  <a:pt x="393491" y="611648"/>
                  <a:pt x="868213" y="924551"/>
                  <a:pt x="1391131" y="908337"/>
                </a:cubicBezTo>
                <a:cubicBezTo>
                  <a:pt x="1496841" y="905059"/>
                  <a:pt x="1601593" y="888220"/>
                  <a:pt x="1706191" y="872586"/>
                </a:cubicBezTo>
                <a:cubicBezTo>
                  <a:pt x="2123117" y="810266"/>
                  <a:pt x="2546407" y="766558"/>
                  <a:pt x="2965914" y="808086"/>
                </a:cubicBezTo>
                <a:cubicBezTo>
                  <a:pt x="3385421" y="849614"/>
                  <a:pt x="3804003" y="981237"/>
                  <a:pt x="4136746" y="1240044"/>
                </a:cubicBezTo>
                <a:cubicBezTo>
                  <a:pt x="4540213" y="1553861"/>
                  <a:pt x="4787728" y="2026609"/>
                  <a:pt x="5154261" y="2382862"/>
                </a:cubicBezTo>
                <a:cubicBezTo>
                  <a:pt x="5198016" y="1770956"/>
                  <a:pt x="5212931" y="1157896"/>
                  <a:pt x="5199008" y="543682"/>
                </a:cubicBezTo>
                <a:cubicBezTo>
                  <a:pt x="5196941" y="452774"/>
                  <a:pt x="5193251" y="358028"/>
                  <a:pt x="5149894" y="278097"/>
                </a:cubicBezTo>
                <a:cubicBezTo>
                  <a:pt x="5066964" y="125212"/>
                  <a:pt x="4872604" y="78319"/>
                  <a:pt x="4700103" y="55978"/>
                </a:cubicBezTo>
                <a:cubicBezTo>
                  <a:pt x="4263235" y="-600"/>
                  <a:pt x="3821235" y="-241"/>
                  <a:pt x="3380718" y="209"/>
                </a:cubicBezTo>
                <a:cubicBezTo>
                  <a:pt x="2325287" y="1287"/>
                  <a:pt x="1269791" y="2365"/>
                  <a:pt x="214541" y="21978"/>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 name="Google Shape;102;p11">
            <a:extLst>
              <a:ext uri="{FF2B5EF4-FFF2-40B4-BE49-F238E27FC236}">
                <a16:creationId xmlns:a16="http://schemas.microsoft.com/office/drawing/2014/main" id="{706A440C-9E34-CEE4-543D-3DC921151212}"/>
              </a:ext>
            </a:extLst>
          </p:cNvPr>
          <p:cNvSpPr/>
          <p:nvPr userDrawn="1"/>
        </p:nvSpPr>
        <p:spPr>
          <a:xfrm rot="10800000">
            <a:off x="0" y="1964190"/>
            <a:ext cx="6963366" cy="3179310"/>
          </a:xfrm>
          <a:custGeom>
            <a:avLst/>
            <a:gdLst/>
            <a:ahLst/>
            <a:cxnLst/>
            <a:rect l="l" t="t" r="r" b="b"/>
            <a:pathLst>
              <a:path w="5203287" h="2382730" extrusionOk="0">
                <a:moveTo>
                  <a:pt x="762" y="266035"/>
                </a:moveTo>
                <a:cubicBezTo>
                  <a:pt x="393491" y="611648"/>
                  <a:pt x="868213" y="924551"/>
                  <a:pt x="1391131" y="908337"/>
                </a:cubicBezTo>
                <a:cubicBezTo>
                  <a:pt x="1496841" y="905059"/>
                  <a:pt x="1601593" y="888220"/>
                  <a:pt x="1706191" y="872586"/>
                </a:cubicBezTo>
                <a:cubicBezTo>
                  <a:pt x="2123117" y="810266"/>
                  <a:pt x="2546407" y="766558"/>
                  <a:pt x="2965914" y="808086"/>
                </a:cubicBezTo>
                <a:cubicBezTo>
                  <a:pt x="3385421" y="849614"/>
                  <a:pt x="3804003" y="981237"/>
                  <a:pt x="4136746" y="1240044"/>
                </a:cubicBezTo>
                <a:cubicBezTo>
                  <a:pt x="4540213" y="1553861"/>
                  <a:pt x="4787728" y="2026609"/>
                  <a:pt x="5154261" y="2382862"/>
                </a:cubicBezTo>
                <a:cubicBezTo>
                  <a:pt x="5198016" y="1770956"/>
                  <a:pt x="5212931" y="1157896"/>
                  <a:pt x="5199008" y="543682"/>
                </a:cubicBezTo>
                <a:cubicBezTo>
                  <a:pt x="5196941" y="452774"/>
                  <a:pt x="5193251" y="358028"/>
                  <a:pt x="5149894" y="278097"/>
                </a:cubicBezTo>
                <a:cubicBezTo>
                  <a:pt x="5066964" y="125212"/>
                  <a:pt x="4872604" y="78319"/>
                  <a:pt x="4700103" y="55978"/>
                </a:cubicBezTo>
                <a:cubicBezTo>
                  <a:pt x="4263235" y="-600"/>
                  <a:pt x="3821235" y="-241"/>
                  <a:pt x="3380718" y="209"/>
                </a:cubicBezTo>
                <a:cubicBezTo>
                  <a:pt x="2325287" y="1287"/>
                  <a:pt x="1269791" y="2365"/>
                  <a:pt x="214541" y="21978"/>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03"/>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133"/>
        <p:cNvGrpSpPr/>
        <p:nvPr/>
      </p:nvGrpSpPr>
      <p:grpSpPr>
        <a:xfrm>
          <a:off x="0" y="0"/>
          <a:ext cx="0" cy="0"/>
          <a:chOff x="0" y="0"/>
          <a:chExt cx="0" cy="0"/>
        </a:xfrm>
      </p:grpSpPr>
      <p:sp>
        <p:nvSpPr>
          <p:cNvPr id="134" name="Google Shape;134;p15"/>
          <p:cNvSpPr txBox="1">
            <a:spLocks noGrp="1"/>
          </p:cNvSpPr>
          <p:nvPr>
            <p:ph type="title"/>
          </p:nvPr>
        </p:nvSpPr>
        <p:spPr>
          <a:xfrm>
            <a:off x="4847276" y="998250"/>
            <a:ext cx="2517900" cy="22323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135" name="Google Shape;135;p15"/>
          <p:cNvSpPr txBox="1">
            <a:spLocks noGrp="1"/>
          </p:cNvSpPr>
          <p:nvPr>
            <p:ph type="subTitle" idx="1"/>
          </p:nvPr>
        </p:nvSpPr>
        <p:spPr>
          <a:xfrm>
            <a:off x="4847277" y="3227300"/>
            <a:ext cx="3045300" cy="7956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6" name="Google Shape;136;p15"/>
          <p:cNvSpPr>
            <a:spLocks noGrp="1"/>
          </p:cNvSpPr>
          <p:nvPr>
            <p:ph type="pic" idx="2"/>
          </p:nvPr>
        </p:nvSpPr>
        <p:spPr>
          <a:xfrm>
            <a:off x="1170475" y="597450"/>
            <a:ext cx="2910000" cy="3948600"/>
          </a:xfrm>
          <a:prstGeom prst="teardrop">
            <a:avLst>
              <a:gd name="adj" fmla="val 100000"/>
            </a:avLst>
          </a:prstGeom>
          <a:noFill/>
          <a:ln w="19050" cap="flat" cmpd="sng">
            <a:solidFill>
              <a:schemeClr val="accent1"/>
            </a:solidFill>
            <a:prstDash val="solid"/>
            <a:round/>
            <a:headEnd type="none" w="sm" len="sm"/>
            <a:tailEnd type="none" w="sm" len="sm"/>
          </a:ln>
        </p:spPr>
        <p:txBody>
          <a:bodyPr/>
          <a:lstStyle/>
          <a:p>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_1">
    <p:spTree>
      <p:nvGrpSpPr>
        <p:cNvPr id="1" name="Shape 182"/>
        <p:cNvGrpSpPr/>
        <p:nvPr/>
      </p:nvGrpSpPr>
      <p:grpSpPr>
        <a:xfrm>
          <a:off x="0" y="0"/>
          <a:ext cx="0" cy="0"/>
          <a:chOff x="0" y="0"/>
          <a:chExt cx="0" cy="0"/>
        </a:xfrm>
      </p:grpSpPr>
      <p:sp>
        <p:nvSpPr>
          <p:cNvPr id="183" name="Google Shape;183;p19"/>
          <p:cNvSpPr txBox="1">
            <a:spLocks noGrp="1"/>
          </p:cNvSpPr>
          <p:nvPr>
            <p:ph type="subTitle" idx="1"/>
          </p:nvPr>
        </p:nvSpPr>
        <p:spPr>
          <a:xfrm>
            <a:off x="4871554" y="1820025"/>
            <a:ext cx="3040800" cy="20559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dirty="0"/>
          </a:p>
        </p:txBody>
      </p:sp>
      <p:sp>
        <p:nvSpPr>
          <p:cNvPr id="184" name="Google Shape;184;p19"/>
          <p:cNvSpPr txBox="1">
            <a:spLocks noGrp="1"/>
          </p:cNvSpPr>
          <p:nvPr>
            <p:ph type="subTitle" idx="2"/>
          </p:nvPr>
        </p:nvSpPr>
        <p:spPr>
          <a:xfrm>
            <a:off x="1231650" y="1820025"/>
            <a:ext cx="3040800" cy="20559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5" name="Google Shape;185;p19"/>
          <p:cNvSpPr txBox="1">
            <a:spLocks noGrp="1"/>
          </p:cNvSpPr>
          <p:nvPr>
            <p:ph type="title"/>
          </p:nvPr>
        </p:nvSpPr>
        <p:spPr>
          <a:xfrm>
            <a:off x="720000" y="397909"/>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195" name="Google Shape;195;p19"/>
          <p:cNvGrpSpPr/>
          <p:nvPr/>
        </p:nvGrpSpPr>
        <p:grpSpPr>
          <a:xfrm rot="400555">
            <a:off x="9111" y="-456491"/>
            <a:ext cx="9070790" cy="6044862"/>
            <a:chOff x="-146058" y="661483"/>
            <a:chExt cx="9070790" cy="6044862"/>
          </a:xfrm>
        </p:grpSpPr>
        <p:sp>
          <p:nvSpPr>
            <p:cNvPr id="196" name="Google Shape;196;p19"/>
            <p:cNvSpPr/>
            <p:nvPr/>
          </p:nvSpPr>
          <p:spPr>
            <a:xfrm rot="4999445">
              <a:off x="6025983" y="2252100"/>
              <a:ext cx="4489366" cy="1308132"/>
            </a:xfrm>
            <a:custGeom>
              <a:avLst/>
              <a:gdLst/>
              <a:ahLst/>
              <a:cxnLst/>
              <a:rect l="l" t="t" r="r" b="b"/>
              <a:pathLst>
                <a:path w="3761833" h="1096140" extrusionOk="0">
                  <a:moveTo>
                    <a:pt x="9090" y="3822"/>
                  </a:moveTo>
                  <a:cubicBezTo>
                    <a:pt x="-10083" y="175599"/>
                    <a:pt x="3331" y="307043"/>
                    <a:pt x="31129" y="477637"/>
                  </a:cubicBezTo>
                  <a:cubicBezTo>
                    <a:pt x="58927" y="648231"/>
                    <a:pt x="178905" y="909908"/>
                    <a:pt x="312224" y="1019964"/>
                  </a:cubicBezTo>
                  <a:cubicBezTo>
                    <a:pt x="390683" y="1084733"/>
                    <a:pt x="556849" y="1112730"/>
                    <a:pt x="628390" y="979048"/>
                  </a:cubicBezTo>
                  <a:cubicBezTo>
                    <a:pt x="690268" y="863420"/>
                    <a:pt x="801014" y="570631"/>
                    <a:pt x="1076270" y="570631"/>
                  </a:cubicBezTo>
                  <a:cubicBezTo>
                    <a:pt x="1160981" y="570631"/>
                    <a:pt x="1249977" y="591298"/>
                    <a:pt x="1315135" y="645413"/>
                  </a:cubicBezTo>
                  <a:cubicBezTo>
                    <a:pt x="1421312" y="733595"/>
                    <a:pt x="1423738" y="900377"/>
                    <a:pt x="1516146" y="1002888"/>
                  </a:cubicBezTo>
                  <a:cubicBezTo>
                    <a:pt x="1613691" y="1111096"/>
                    <a:pt x="1786565" y="1116443"/>
                    <a:pt x="1922384" y="1063691"/>
                  </a:cubicBezTo>
                  <a:cubicBezTo>
                    <a:pt x="2058203" y="1010939"/>
                    <a:pt x="2170120" y="912326"/>
                    <a:pt x="2291486" y="831720"/>
                  </a:cubicBezTo>
                  <a:cubicBezTo>
                    <a:pt x="2478876" y="707264"/>
                    <a:pt x="2695531" y="621423"/>
                    <a:pt x="2852508" y="460316"/>
                  </a:cubicBezTo>
                  <a:cubicBezTo>
                    <a:pt x="2972951" y="336705"/>
                    <a:pt x="3054837" y="171952"/>
                    <a:pt x="3201913" y="81621"/>
                  </a:cubicBezTo>
                  <a:cubicBezTo>
                    <a:pt x="3365140" y="-18630"/>
                    <a:pt x="3571112" y="-4983"/>
                    <a:pt x="3761932" y="1198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 name="Google Shape;197;p19"/>
            <p:cNvSpPr/>
            <p:nvPr/>
          </p:nvSpPr>
          <p:spPr>
            <a:xfrm rot="4899938">
              <a:off x="-1688557" y="3923312"/>
              <a:ext cx="4325532" cy="1240534"/>
            </a:xfrm>
            <a:custGeom>
              <a:avLst/>
              <a:gdLst/>
              <a:ahLst/>
              <a:cxnLst/>
              <a:rect l="l" t="t" r="r" b="b"/>
              <a:pathLst>
                <a:path w="3634692" h="1042406" extrusionOk="0">
                  <a:moveTo>
                    <a:pt x="3634790" y="1042516"/>
                  </a:moveTo>
                  <a:cubicBezTo>
                    <a:pt x="3573125" y="818914"/>
                    <a:pt x="3709822" y="522190"/>
                    <a:pt x="3307695" y="260599"/>
                  </a:cubicBezTo>
                  <a:cubicBezTo>
                    <a:pt x="2995313" y="57389"/>
                    <a:pt x="2442656" y="-94497"/>
                    <a:pt x="2108104" y="69701"/>
                  </a:cubicBezTo>
                  <a:cubicBezTo>
                    <a:pt x="2006183" y="119723"/>
                    <a:pt x="1906236" y="178511"/>
                    <a:pt x="1829753" y="262401"/>
                  </a:cubicBezTo>
                  <a:cubicBezTo>
                    <a:pt x="1722843" y="379663"/>
                    <a:pt x="1727126" y="406602"/>
                    <a:pt x="1644546" y="542092"/>
                  </a:cubicBezTo>
                  <a:cubicBezTo>
                    <a:pt x="1561967" y="677582"/>
                    <a:pt x="1424366" y="802811"/>
                    <a:pt x="1266327" y="788234"/>
                  </a:cubicBezTo>
                  <a:cubicBezTo>
                    <a:pt x="1198587" y="781987"/>
                    <a:pt x="1136104" y="750557"/>
                    <a:pt x="1075489" y="719686"/>
                  </a:cubicBezTo>
                  <a:cubicBezTo>
                    <a:pt x="970439" y="666184"/>
                    <a:pt x="865389" y="612682"/>
                    <a:pt x="760339" y="559180"/>
                  </a:cubicBezTo>
                  <a:cubicBezTo>
                    <a:pt x="614264" y="484785"/>
                    <a:pt x="448284" y="408466"/>
                    <a:pt x="292464" y="459399"/>
                  </a:cubicBezTo>
                  <a:cubicBezTo>
                    <a:pt x="106694" y="520121"/>
                    <a:pt x="20712" y="735316"/>
                    <a:pt x="97" y="92960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6" name="Google Shape;186;p19"/>
          <p:cNvGrpSpPr/>
          <p:nvPr/>
        </p:nvGrpSpPr>
        <p:grpSpPr>
          <a:xfrm>
            <a:off x="-314264" y="358247"/>
            <a:ext cx="9359725" cy="4896068"/>
            <a:chOff x="-556609" y="-1159148"/>
            <a:chExt cx="11186196" cy="6404356"/>
          </a:xfrm>
        </p:grpSpPr>
        <p:grpSp>
          <p:nvGrpSpPr>
            <p:cNvPr id="187" name="Google Shape;187;p19"/>
            <p:cNvGrpSpPr/>
            <p:nvPr/>
          </p:nvGrpSpPr>
          <p:grpSpPr>
            <a:xfrm rot="-2986404" flipH="1">
              <a:off x="-927824" y="-787933"/>
              <a:ext cx="2987767" cy="2245337"/>
              <a:chOff x="2928576" y="0"/>
              <a:chExt cx="2987361" cy="2245032"/>
            </a:xfrm>
          </p:grpSpPr>
          <p:sp>
            <p:nvSpPr>
              <p:cNvPr id="188" name="Google Shape;188;p19"/>
              <p:cNvSpPr/>
              <p:nvPr/>
            </p:nvSpPr>
            <p:spPr>
              <a:xfrm>
                <a:off x="5825274" y="2079638"/>
                <a:ext cx="27165" cy="68669"/>
              </a:xfrm>
              <a:custGeom>
                <a:avLst/>
                <a:gdLst/>
                <a:ahLst/>
                <a:cxnLst/>
                <a:rect l="l" t="t" r="r" b="b"/>
                <a:pathLst>
                  <a:path w="27165" h="68669" extrusionOk="0">
                    <a:moveTo>
                      <a:pt x="12307" y="68533"/>
                    </a:moveTo>
                    <a:cubicBezTo>
                      <a:pt x="18940" y="70068"/>
                      <a:pt x="25561" y="65938"/>
                      <a:pt x="27097" y="59308"/>
                    </a:cubicBezTo>
                    <a:cubicBezTo>
                      <a:pt x="27318" y="58351"/>
                      <a:pt x="27425" y="57370"/>
                      <a:pt x="27414" y="56388"/>
                    </a:cubicBezTo>
                    <a:cubicBezTo>
                      <a:pt x="27228" y="41368"/>
                      <a:pt x="26355" y="26184"/>
                      <a:pt x="24818" y="11258"/>
                    </a:cubicBezTo>
                    <a:cubicBezTo>
                      <a:pt x="24134" y="4494"/>
                      <a:pt x="18094" y="-436"/>
                      <a:pt x="11327" y="247"/>
                    </a:cubicBezTo>
                    <a:cubicBezTo>
                      <a:pt x="4560" y="931"/>
                      <a:pt x="-371" y="6968"/>
                      <a:pt x="312" y="13732"/>
                    </a:cubicBezTo>
                    <a:cubicBezTo>
                      <a:pt x="314" y="13747"/>
                      <a:pt x="316" y="13762"/>
                      <a:pt x="317" y="13776"/>
                    </a:cubicBezTo>
                    <a:cubicBezTo>
                      <a:pt x="1777" y="27970"/>
                      <a:pt x="2608" y="42409"/>
                      <a:pt x="2785" y="56693"/>
                    </a:cubicBezTo>
                    <a:cubicBezTo>
                      <a:pt x="2855" y="62359"/>
                      <a:pt x="6785" y="67246"/>
                      <a:pt x="12307" y="6853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 name="Google Shape;189;p19"/>
              <p:cNvSpPr/>
              <p:nvPr/>
            </p:nvSpPr>
            <p:spPr>
              <a:xfrm>
                <a:off x="2942024" y="131258"/>
                <a:ext cx="2890745" cy="1885233"/>
              </a:xfrm>
              <a:custGeom>
                <a:avLst/>
                <a:gdLst/>
                <a:ahLst/>
                <a:cxnLst/>
                <a:rect l="l" t="t" r="r" b="b"/>
                <a:pathLst>
                  <a:path w="2890745" h="1885233" extrusionOk="0">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 name="Google Shape;190;p19"/>
              <p:cNvSpPr/>
              <p:nvPr/>
            </p:nvSpPr>
            <p:spPr>
              <a:xfrm>
                <a:off x="2928576" y="0"/>
                <a:ext cx="30338" cy="68295"/>
              </a:xfrm>
              <a:custGeom>
                <a:avLst/>
                <a:gdLst/>
                <a:ahLst/>
                <a:cxnLst/>
                <a:rect l="l" t="t" r="r" b="b"/>
                <a:pathLst>
                  <a:path w="30338" h="68295" extrusionOk="0">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 name="Google Shape;191;p19"/>
              <p:cNvSpPr/>
              <p:nvPr/>
            </p:nvSpPr>
            <p:spPr>
              <a:xfrm>
                <a:off x="5764137" y="2107604"/>
                <a:ext cx="151800" cy="137428"/>
              </a:xfrm>
              <a:custGeom>
                <a:avLst/>
                <a:gdLst/>
                <a:ahLst/>
                <a:cxnLst/>
                <a:rect l="l" t="t" r="r" b="b"/>
                <a:pathLst>
                  <a:path w="151800" h="137428" extrusionOk="0">
                    <a:moveTo>
                      <a:pt x="0" y="0"/>
                    </a:moveTo>
                    <a:lnTo>
                      <a:pt x="65429" y="137429"/>
                    </a:lnTo>
                    <a:lnTo>
                      <a:pt x="151800" y="12080"/>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93" name="Google Shape;193;p19"/>
            <p:cNvSpPr/>
            <p:nvPr/>
          </p:nvSpPr>
          <p:spPr>
            <a:xfrm rot="640155">
              <a:off x="9417767" y="3735460"/>
              <a:ext cx="1211820" cy="1509748"/>
            </a:xfrm>
            <a:custGeom>
              <a:avLst/>
              <a:gdLst/>
              <a:ahLst/>
              <a:cxnLst/>
              <a:rect l="l" t="t" r="r" b="b"/>
              <a:pathLst>
                <a:path w="1211973" h="1509936" extrusionOk="0">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302"/>
        <p:cNvGrpSpPr/>
        <p:nvPr/>
      </p:nvGrpSpPr>
      <p:grpSpPr>
        <a:xfrm>
          <a:off x="0" y="0"/>
          <a:ext cx="0" cy="0"/>
          <a:chOff x="0" y="0"/>
          <a:chExt cx="0" cy="0"/>
        </a:xfrm>
      </p:grpSpPr>
      <p:grpSp>
        <p:nvGrpSpPr>
          <p:cNvPr id="303" name="Google Shape;303;p25"/>
          <p:cNvGrpSpPr/>
          <p:nvPr/>
        </p:nvGrpSpPr>
        <p:grpSpPr>
          <a:xfrm>
            <a:off x="0" y="0"/>
            <a:ext cx="9115258" cy="5287382"/>
            <a:chOff x="-687689" y="-442762"/>
            <a:chExt cx="9115258" cy="5287382"/>
          </a:xfrm>
        </p:grpSpPr>
        <p:sp>
          <p:nvSpPr>
            <p:cNvPr id="304" name="Google Shape;304;p25"/>
            <p:cNvSpPr/>
            <p:nvPr/>
          </p:nvSpPr>
          <p:spPr>
            <a:xfrm rot="466697" flipH="1">
              <a:off x="4367537" y="1610056"/>
              <a:ext cx="4060032" cy="3234564"/>
            </a:xfrm>
            <a:custGeom>
              <a:avLst/>
              <a:gdLst/>
              <a:ahLst/>
              <a:cxnLst/>
              <a:rect l="l" t="t" r="r" b="b"/>
              <a:pathLst>
                <a:path w="4060032" h="3234564" extrusionOk="0">
                  <a:moveTo>
                    <a:pt x="249" y="45192"/>
                  </a:moveTo>
                  <a:cubicBezTo>
                    <a:pt x="269487" y="-12410"/>
                    <a:pt x="547625" y="-14747"/>
                    <a:pt x="817794" y="38324"/>
                  </a:cubicBezTo>
                  <a:cubicBezTo>
                    <a:pt x="992831" y="72834"/>
                    <a:pt x="1173188" y="137272"/>
                    <a:pt x="1284308" y="276791"/>
                  </a:cubicBezTo>
                  <a:cubicBezTo>
                    <a:pt x="1430236" y="460012"/>
                    <a:pt x="1427533" y="735318"/>
                    <a:pt x="1591010" y="903082"/>
                  </a:cubicBezTo>
                  <a:cubicBezTo>
                    <a:pt x="1691415" y="1006119"/>
                    <a:pt x="1836723" y="1049287"/>
                    <a:pt x="1975738" y="1086446"/>
                  </a:cubicBezTo>
                  <a:cubicBezTo>
                    <a:pt x="2155871" y="1134596"/>
                    <a:pt x="2339429" y="1179582"/>
                    <a:pt x="2525874" y="1176947"/>
                  </a:cubicBezTo>
                  <a:cubicBezTo>
                    <a:pt x="2702848" y="1174444"/>
                    <a:pt x="2876528" y="1129077"/>
                    <a:pt x="3053104" y="1116965"/>
                  </a:cubicBezTo>
                  <a:cubicBezTo>
                    <a:pt x="3279101" y="1101462"/>
                    <a:pt x="3513389" y="1143435"/>
                    <a:pt x="3704967" y="1264267"/>
                  </a:cubicBezTo>
                  <a:cubicBezTo>
                    <a:pt x="3896545" y="1385099"/>
                    <a:pt x="4040017" y="1590458"/>
                    <a:pt x="4058161" y="1816160"/>
                  </a:cubicBezTo>
                  <a:cubicBezTo>
                    <a:pt x="4095786" y="2284203"/>
                    <a:pt x="3619387" y="2685752"/>
                    <a:pt x="3678317" y="3151595"/>
                  </a:cubicBezTo>
                  <a:cubicBezTo>
                    <a:pt x="3680501" y="3168863"/>
                    <a:pt x="3682116" y="3189621"/>
                    <a:pt x="3668418" y="3200365"/>
                  </a:cubicBezTo>
                  <a:cubicBezTo>
                    <a:pt x="3660715" y="3206407"/>
                    <a:pt x="3650277" y="3207248"/>
                    <a:pt x="3640505" y="3207847"/>
                  </a:cubicBezTo>
                  <a:cubicBezTo>
                    <a:pt x="3143593" y="3238329"/>
                    <a:pt x="2637212" y="3267995"/>
                    <a:pt x="2154600" y="3145832"/>
                  </a:cubicBezTo>
                  <a:cubicBezTo>
                    <a:pt x="1968662" y="3098766"/>
                    <a:pt x="1788894" y="3029702"/>
                    <a:pt x="1603199" y="2981685"/>
                  </a:cubicBezTo>
                  <a:cubicBezTo>
                    <a:pt x="1289120" y="2900471"/>
                    <a:pt x="961814" y="2880382"/>
                    <a:pt x="647308" y="2800835"/>
                  </a:cubicBezTo>
                  <a:cubicBezTo>
                    <a:pt x="489159" y="2760824"/>
                    <a:pt x="335135" y="2706000"/>
                    <a:pt x="187281" y="2637091"/>
                  </a:cubicBezTo>
                  <a:cubicBezTo>
                    <a:pt x="157960" y="2623423"/>
                    <a:pt x="127877" y="2608411"/>
                    <a:pt x="107739" y="2583100"/>
                  </a:cubicBezTo>
                  <a:cubicBezTo>
                    <a:pt x="77923" y="2545625"/>
                    <a:pt x="75902" y="2493861"/>
                    <a:pt x="75424" y="2445983"/>
                  </a:cubicBezTo>
                  <a:cubicBezTo>
                    <a:pt x="69005" y="1801817"/>
                    <a:pt x="103238" y="1157888"/>
                    <a:pt x="177918" y="51803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 name="Google Shape;305;p25"/>
            <p:cNvSpPr/>
            <p:nvPr/>
          </p:nvSpPr>
          <p:spPr>
            <a:xfrm>
              <a:off x="-687689" y="-442762"/>
              <a:ext cx="3571084" cy="2826625"/>
            </a:xfrm>
            <a:custGeom>
              <a:avLst/>
              <a:gdLst/>
              <a:ahLst/>
              <a:cxnLst/>
              <a:rect l="l" t="t" r="r" b="b"/>
              <a:pathLst>
                <a:path w="3567774" h="2824005" extrusionOk="0">
                  <a:moveTo>
                    <a:pt x="3568024" y="10828"/>
                  </a:moveTo>
                  <a:cubicBezTo>
                    <a:pt x="3208635" y="577616"/>
                    <a:pt x="2386031" y="829154"/>
                    <a:pt x="1970736" y="799180"/>
                  </a:cubicBezTo>
                  <a:cubicBezTo>
                    <a:pt x="1555442" y="769206"/>
                    <a:pt x="1156119" y="944831"/>
                    <a:pt x="1235984" y="1232216"/>
                  </a:cubicBezTo>
                  <a:cubicBezTo>
                    <a:pt x="1315849" y="1519602"/>
                    <a:pt x="1620553" y="1687243"/>
                    <a:pt x="1591990" y="1974629"/>
                  </a:cubicBezTo>
                  <a:cubicBezTo>
                    <a:pt x="1563427" y="2262015"/>
                    <a:pt x="1395713" y="2789867"/>
                    <a:pt x="1124174" y="2817318"/>
                  </a:cubicBezTo>
                  <a:cubicBezTo>
                    <a:pt x="852635" y="2844768"/>
                    <a:pt x="46004" y="2822559"/>
                    <a:pt x="77950" y="2115200"/>
                  </a:cubicBezTo>
                  <a:cubicBezTo>
                    <a:pt x="109896" y="1407840"/>
                    <a:pt x="-497074" y="34777"/>
                    <a:pt x="1235984" y="10828"/>
                  </a:cubicBezTo>
                  <a:cubicBezTo>
                    <a:pt x="2969041" y="-13121"/>
                    <a:pt x="3568024" y="10828"/>
                    <a:pt x="3568024" y="10828"/>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sp>
        <p:nvSpPr>
          <p:cNvPr id="306" name="Google Shape;306;p25"/>
          <p:cNvSpPr txBox="1">
            <a:spLocks noGrp="1"/>
          </p:cNvSpPr>
          <p:nvPr>
            <p:ph type="title" hasCustomPrompt="1"/>
          </p:nvPr>
        </p:nvSpPr>
        <p:spPr>
          <a:xfrm>
            <a:off x="4130051" y="704500"/>
            <a:ext cx="4161900" cy="768900"/>
          </a:xfrm>
          <a:prstGeom prst="rect">
            <a:avLst/>
          </a:prstGeom>
          <a:noFill/>
        </p:spPr>
        <p:txBody>
          <a:bodyPr spcFirstLastPara="1" wrap="square" lIns="91425" tIns="91425" rIns="91425" bIns="91425" anchor="b" anchorCtr="0">
            <a:noAutofit/>
          </a:bodyPr>
          <a:lstStyle>
            <a:lvl1pPr lvl="0" algn="r"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07" name="Google Shape;307;p25"/>
          <p:cNvSpPr txBox="1">
            <a:spLocks noGrp="1"/>
          </p:cNvSpPr>
          <p:nvPr>
            <p:ph type="subTitle" idx="1"/>
          </p:nvPr>
        </p:nvSpPr>
        <p:spPr>
          <a:xfrm>
            <a:off x="4130051" y="1288071"/>
            <a:ext cx="4161900" cy="5988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dirty="0"/>
          </a:p>
        </p:txBody>
      </p:sp>
      <p:sp>
        <p:nvSpPr>
          <p:cNvPr id="308" name="Google Shape;308;p25"/>
          <p:cNvSpPr txBox="1">
            <a:spLocks noGrp="1"/>
          </p:cNvSpPr>
          <p:nvPr>
            <p:ph type="title" idx="2" hasCustomPrompt="1"/>
          </p:nvPr>
        </p:nvSpPr>
        <p:spPr>
          <a:xfrm>
            <a:off x="4130051" y="1980565"/>
            <a:ext cx="4161900" cy="768900"/>
          </a:xfrm>
          <a:prstGeom prst="rect">
            <a:avLst/>
          </a:prstGeom>
          <a:noFill/>
        </p:spPr>
        <p:txBody>
          <a:bodyPr spcFirstLastPara="1" wrap="square" lIns="91425" tIns="91425" rIns="91425" bIns="91425" anchor="b" anchorCtr="0">
            <a:noAutofit/>
          </a:bodyPr>
          <a:lstStyle>
            <a:lvl1pPr lvl="0" algn="r"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09" name="Google Shape;309;p25"/>
          <p:cNvSpPr txBox="1">
            <a:spLocks noGrp="1"/>
          </p:cNvSpPr>
          <p:nvPr>
            <p:ph type="subTitle" idx="3"/>
          </p:nvPr>
        </p:nvSpPr>
        <p:spPr>
          <a:xfrm>
            <a:off x="4130051" y="2564134"/>
            <a:ext cx="4161900" cy="5988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310" name="Google Shape;310;p25"/>
          <p:cNvSpPr txBox="1">
            <a:spLocks noGrp="1"/>
          </p:cNvSpPr>
          <p:nvPr>
            <p:ph type="title" idx="4" hasCustomPrompt="1"/>
          </p:nvPr>
        </p:nvSpPr>
        <p:spPr>
          <a:xfrm>
            <a:off x="4130051" y="3256630"/>
            <a:ext cx="4161900" cy="768900"/>
          </a:xfrm>
          <a:prstGeom prst="rect">
            <a:avLst/>
          </a:prstGeom>
          <a:noFill/>
        </p:spPr>
        <p:txBody>
          <a:bodyPr spcFirstLastPara="1" wrap="square" lIns="91425" tIns="91425" rIns="91425" bIns="91425" anchor="b" anchorCtr="0">
            <a:noAutofit/>
          </a:bodyPr>
          <a:lstStyle>
            <a:lvl1pPr lvl="0" algn="r"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rPr dirty="0"/>
              <a:t>xx%</a:t>
            </a:r>
          </a:p>
        </p:txBody>
      </p:sp>
      <p:sp>
        <p:nvSpPr>
          <p:cNvPr id="311" name="Google Shape;311;p25"/>
          <p:cNvSpPr txBox="1">
            <a:spLocks noGrp="1"/>
          </p:cNvSpPr>
          <p:nvPr>
            <p:ph type="subTitle" idx="5"/>
          </p:nvPr>
        </p:nvSpPr>
        <p:spPr>
          <a:xfrm>
            <a:off x="4130051" y="3840200"/>
            <a:ext cx="4161900" cy="5988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grpSp>
        <p:nvGrpSpPr>
          <p:cNvPr id="312" name="Google Shape;312;p25"/>
          <p:cNvGrpSpPr/>
          <p:nvPr/>
        </p:nvGrpSpPr>
        <p:grpSpPr>
          <a:xfrm rot="10191051" flipH="1">
            <a:off x="186201" y="3646689"/>
            <a:ext cx="4566408" cy="1567864"/>
            <a:chOff x="2517669" y="964747"/>
            <a:chExt cx="3853699" cy="1323157"/>
          </a:xfrm>
        </p:grpSpPr>
        <p:sp>
          <p:nvSpPr>
            <p:cNvPr id="313" name="Google Shape;313;p25"/>
            <p:cNvSpPr/>
            <p:nvPr/>
          </p:nvSpPr>
          <p:spPr>
            <a:xfrm>
              <a:off x="6333961" y="1442399"/>
              <a:ext cx="37407" cy="48561"/>
            </a:xfrm>
            <a:custGeom>
              <a:avLst/>
              <a:gdLst/>
              <a:ahLst/>
              <a:cxnLst/>
              <a:rect l="l" t="t" r="r" b="b"/>
              <a:pathLst>
                <a:path w="37407" h="48561" extrusionOk="0">
                  <a:moveTo>
                    <a:pt x="31099" y="48348"/>
                  </a:moveTo>
                  <a:cubicBezTo>
                    <a:pt x="36228" y="46931"/>
                    <a:pt x="39237" y="41624"/>
                    <a:pt x="37819" y="36496"/>
                  </a:cubicBezTo>
                  <a:cubicBezTo>
                    <a:pt x="37614" y="35755"/>
                    <a:pt x="37322" y="35042"/>
                    <a:pt x="36948" y="34371"/>
                  </a:cubicBezTo>
                  <a:cubicBezTo>
                    <a:pt x="31219" y="24119"/>
                    <a:pt x="24957" y="14010"/>
                    <a:pt x="18334" y="4325"/>
                  </a:cubicBezTo>
                  <a:cubicBezTo>
                    <a:pt x="15334" y="-63"/>
                    <a:pt x="9345" y="-1188"/>
                    <a:pt x="4956" y="1811"/>
                  </a:cubicBezTo>
                  <a:cubicBezTo>
                    <a:pt x="568" y="4811"/>
                    <a:pt x="-558" y="10800"/>
                    <a:pt x="2442" y="15188"/>
                  </a:cubicBezTo>
                  <a:cubicBezTo>
                    <a:pt x="8739" y="24398"/>
                    <a:pt x="14694" y="34011"/>
                    <a:pt x="20142" y="43761"/>
                  </a:cubicBezTo>
                  <a:cubicBezTo>
                    <a:pt x="22304" y="47629"/>
                    <a:pt x="26826" y="49522"/>
                    <a:pt x="31099" y="48348"/>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 name="Google Shape;314;p25"/>
            <p:cNvSpPr/>
            <p:nvPr/>
          </p:nvSpPr>
          <p:spPr>
            <a:xfrm rot="-1220284" flipH="1">
              <a:off x="2476393" y="1423598"/>
              <a:ext cx="2681597" cy="229550"/>
            </a:xfrm>
            <a:custGeom>
              <a:avLst/>
              <a:gdLst/>
              <a:ahLst/>
              <a:cxnLst/>
              <a:rect l="l" t="t" r="r" b="b"/>
              <a:pathLst>
                <a:path w="2682050" h="229589" extrusionOk="0">
                  <a:moveTo>
                    <a:pt x="2675754" y="229371"/>
                  </a:moveTo>
                  <a:cubicBezTo>
                    <a:pt x="2680878" y="227951"/>
                    <a:pt x="2683881" y="222646"/>
                    <a:pt x="2682460" y="217522"/>
                  </a:cubicBezTo>
                  <a:cubicBezTo>
                    <a:pt x="2682023" y="215945"/>
                    <a:pt x="2681191" y="214505"/>
                    <a:pt x="2680042" y="213339"/>
                  </a:cubicBezTo>
                  <a:cubicBezTo>
                    <a:pt x="2663356" y="196482"/>
                    <a:pt x="2645363" y="180971"/>
                    <a:pt x="2626231" y="166952"/>
                  </a:cubicBezTo>
                  <a:cubicBezTo>
                    <a:pt x="2621948" y="163803"/>
                    <a:pt x="2615923" y="164722"/>
                    <a:pt x="2612774" y="169004"/>
                  </a:cubicBezTo>
                  <a:cubicBezTo>
                    <a:pt x="2609624" y="173287"/>
                    <a:pt x="2610543" y="179311"/>
                    <a:pt x="2614826" y="182460"/>
                  </a:cubicBezTo>
                  <a:cubicBezTo>
                    <a:pt x="2633138" y="195875"/>
                    <a:pt x="2650359" y="210718"/>
                    <a:pt x="2666328" y="226849"/>
                  </a:cubicBezTo>
                  <a:cubicBezTo>
                    <a:pt x="2668780" y="229338"/>
                    <a:pt x="2672388" y="230304"/>
                    <a:pt x="2675755" y="229371"/>
                  </a:cubicBezTo>
                  <a:close/>
                  <a:moveTo>
                    <a:pt x="2564221" y="146657"/>
                  </a:moveTo>
                  <a:cubicBezTo>
                    <a:pt x="2569346" y="145244"/>
                    <a:pt x="2572354" y="139944"/>
                    <a:pt x="2570940" y="134820"/>
                  </a:cubicBezTo>
                  <a:cubicBezTo>
                    <a:pt x="2570247" y="132309"/>
                    <a:pt x="2568566" y="130186"/>
                    <a:pt x="2566281" y="128936"/>
                  </a:cubicBezTo>
                  <a:cubicBezTo>
                    <a:pt x="2545510" y="117632"/>
                    <a:pt x="2524145" y="107455"/>
                    <a:pt x="2502279" y="98452"/>
                  </a:cubicBezTo>
                  <a:cubicBezTo>
                    <a:pt x="2497368" y="96417"/>
                    <a:pt x="2491737" y="98748"/>
                    <a:pt x="2489701" y="103659"/>
                  </a:cubicBezTo>
                  <a:cubicBezTo>
                    <a:pt x="2487666" y="108569"/>
                    <a:pt x="2489998" y="114200"/>
                    <a:pt x="2494909" y="116235"/>
                  </a:cubicBezTo>
                  <a:cubicBezTo>
                    <a:pt x="2494912" y="116236"/>
                    <a:pt x="2494915" y="116237"/>
                    <a:pt x="2494918" y="116238"/>
                  </a:cubicBezTo>
                  <a:cubicBezTo>
                    <a:pt x="2516142" y="124977"/>
                    <a:pt x="2536880" y="134853"/>
                    <a:pt x="2557041" y="145823"/>
                  </a:cubicBezTo>
                  <a:cubicBezTo>
                    <a:pt x="2559234" y="147027"/>
                    <a:pt x="2561811" y="147327"/>
                    <a:pt x="2564221" y="146658"/>
                  </a:cubicBezTo>
                  <a:close/>
                  <a:moveTo>
                    <a:pt x="2435374" y="92822"/>
                  </a:moveTo>
                  <a:cubicBezTo>
                    <a:pt x="2440500" y="91412"/>
                    <a:pt x="2443512" y="86113"/>
                    <a:pt x="2442101" y="80988"/>
                  </a:cubicBezTo>
                  <a:cubicBezTo>
                    <a:pt x="2441235" y="77839"/>
                    <a:pt x="2438830" y="75344"/>
                    <a:pt x="2435715" y="74362"/>
                  </a:cubicBezTo>
                  <a:cubicBezTo>
                    <a:pt x="2414124" y="67555"/>
                    <a:pt x="2391197" y="61232"/>
                    <a:pt x="2367571" y="55565"/>
                  </a:cubicBezTo>
                  <a:cubicBezTo>
                    <a:pt x="2362401" y="54325"/>
                    <a:pt x="2357205" y="57510"/>
                    <a:pt x="2355965" y="62679"/>
                  </a:cubicBezTo>
                  <a:cubicBezTo>
                    <a:pt x="2354725" y="67848"/>
                    <a:pt x="2357911" y="73044"/>
                    <a:pt x="2363080" y="74284"/>
                  </a:cubicBezTo>
                  <a:cubicBezTo>
                    <a:pt x="2386272" y="79846"/>
                    <a:pt x="2408762" y="86049"/>
                    <a:pt x="2429928" y="92720"/>
                  </a:cubicBezTo>
                  <a:cubicBezTo>
                    <a:pt x="2431695" y="93281"/>
                    <a:pt x="2433587" y="93316"/>
                    <a:pt x="2435374" y="92822"/>
                  </a:cubicBezTo>
                  <a:close/>
                  <a:moveTo>
                    <a:pt x="2299306" y="59872"/>
                  </a:moveTo>
                  <a:cubicBezTo>
                    <a:pt x="2304432" y="58461"/>
                    <a:pt x="2307443" y="53161"/>
                    <a:pt x="2306031" y="48035"/>
                  </a:cubicBezTo>
                  <a:cubicBezTo>
                    <a:pt x="2305048" y="44466"/>
                    <a:pt x="2302106" y="41777"/>
                    <a:pt x="2298462" y="41119"/>
                  </a:cubicBezTo>
                  <a:cubicBezTo>
                    <a:pt x="2276155" y="37090"/>
                    <a:pt x="2252709" y="33435"/>
                    <a:pt x="2228772" y="30255"/>
                  </a:cubicBezTo>
                  <a:cubicBezTo>
                    <a:pt x="2223503" y="29555"/>
                    <a:pt x="2218663" y="33259"/>
                    <a:pt x="2217963" y="38528"/>
                  </a:cubicBezTo>
                  <a:cubicBezTo>
                    <a:pt x="2217263" y="43797"/>
                    <a:pt x="2220967" y="48636"/>
                    <a:pt x="2226236" y="49337"/>
                  </a:cubicBezTo>
                  <a:cubicBezTo>
                    <a:pt x="2249877" y="52478"/>
                    <a:pt x="2273026" y="56087"/>
                    <a:pt x="2295041" y="60061"/>
                  </a:cubicBezTo>
                  <a:cubicBezTo>
                    <a:pt x="2296459" y="60319"/>
                    <a:pt x="2297917" y="60255"/>
                    <a:pt x="2299306" y="59872"/>
                  </a:cubicBezTo>
                  <a:close/>
                  <a:moveTo>
                    <a:pt x="2160406" y="41225"/>
                  </a:moveTo>
                  <a:cubicBezTo>
                    <a:pt x="2165531" y="39810"/>
                    <a:pt x="2168539" y="34509"/>
                    <a:pt x="2167124" y="29384"/>
                  </a:cubicBezTo>
                  <a:cubicBezTo>
                    <a:pt x="2166060" y="25530"/>
                    <a:pt x="2162725" y="22735"/>
                    <a:pt x="2158745" y="22361"/>
                  </a:cubicBezTo>
                  <a:cubicBezTo>
                    <a:pt x="2136155" y="20242"/>
                    <a:pt x="2112532" y="18422"/>
                    <a:pt x="2088532" y="16949"/>
                  </a:cubicBezTo>
                  <a:cubicBezTo>
                    <a:pt x="2083226" y="16624"/>
                    <a:pt x="2078660" y="20661"/>
                    <a:pt x="2078335" y="25967"/>
                  </a:cubicBezTo>
                  <a:cubicBezTo>
                    <a:pt x="2078009" y="31273"/>
                    <a:pt x="2082047" y="35838"/>
                    <a:pt x="2087353" y="36163"/>
                  </a:cubicBezTo>
                  <a:cubicBezTo>
                    <a:pt x="2111148" y="37623"/>
                    <a:pt x="2134563" y="39427"/>
                    <a:pt x="2156946" y="41527"/>
                  </a:cubicBezTo>
                  <a:cubicBezTo>
                    <a:pt x="2158108" y="41637"/>
                    <a:pt x="2159280" y="41535"/>
                    <a:pt x="2160406" y="41225"/>
                  </a:cubicBezTo>
                  <a:close/>
                  <a:moveTo>
                    <a:pt x="2020471" y="32524"/>
                  </a:moveTo>
                  <a:cubicBezTo>
                    <a:pt x="2025595" y="31107"/>
                    <a:pt x="2028601" y="25804"/>
                    <a:pt x="2027183" y="20680"/>
                  </a:cubicBezTo>
                  <a:cubicBezTo>
                    <a:pt x="2026062" y="16626"/>
                    <a:pt x="2022438" y="13769"/>
                    <a:pt x="2018234" y="13625"/>
                  </a:cubicBezTo>
                  <a:cubicBezTo>
                    <a:pt x="1995538" y="12853"/>
                    <a:pt x="1971876" y="12328"/>
                    <a:pt x="1947908" y="12067"/>
                  </a:cubicBezTo>
                  <a:cubicBezTo>
                    <a:pt x="1942592" y="12009"/>
                    <a:pt x="1938236" y="16271"/>
                    <a:pt x="1938178" y="21587"/>
                  </a:cubicBezTo>
                  <a:cubicBezTo>
                    <a:pt x="1938120" y="26902"/>
                    <a:pt x="1942382" y="31258"/>
                    <a:pt x="1947698" y="31316"/>
                  </a:cubicBezTo>
                  <a:cubicBezTo>
                    <a:pt x="1971519" y="31576"/>
                    <a:pt x="1995030" y="32097"/>
                    <a:pt x="2017579" y="32864"/>
                  </a:cubicBezTo>
                  <a:cubicBezTo>
                    <a:pt x="2018555" y="32898"/>
                    <a:pt x="2019530" y="32783"/>
                    <a:pt x="2020471" y="32524"/>
                  </a:cubicBezTo>
                  <a:close/>
                  <a:moveTo>
                    <a:pt x="1880247" y="30914"/>
                  </a:moveTo>
                  <a:cubicBezTo>
                    <a:pt x="1885371" y="29496"/>
                    <a:pt x="1888375" y="24193"/>
                    <a:pt x="1886957" y="19069"/>
                  </a:cubicBezTo>
                  <a:cubicBezTo>
                    <a:pt x="1885794" y="14869"/>
                    <a:pt x="1881954" y="11974"/>
                    <a:pt x="1877595" y="12012"/>
                  </a:cubicBezTo>
                  <a:cubicBezTo>
                    <a:pt x="1854885" y="12211"/>
                    <a:pt x="1831241" y="12623"/>
                    <a:pt x="1807320" y="13235"/>
                  </a:cubicBezTo>
                  <a:cubicBezTo>
                    <a:pt x="1802005" y="13371"/>
                    <a:pt x="1797807" y="17789"/>
                    <a:pt x="1797943" y="23104"/>
                  </a:cubicBezTo>
                  <a:cubicBezTo>
                    <a:pt x="1798079" y="28418"/>
                    <a:pt x="1802498" y="32615"/>
                    <a:pt x="1807813" y="32479"/>
                  </a:cubicBezTo>
                  <a:cubicBezTo>
                    <a:pt x="1831627" y="31869"/>
                    <a:pt x="1855162" y="31460"/>
                    <a:pt x="1877764" y="31261"/>
                  </a:cubicBezTo>
                  <a:cubicBezTo>
                    <a:pt x="1878603" y="31254"/>
                    <a:pt x="1879438" y="31137"/>
                    <a:pt x="1880247" y="30914"/>
                  </a:cubicBezTo>
                  <a:close/>
                  <a:moveTo>
                    <a:pt x="1740049" y="34449"/>
                  </a:moveTo>
                  <a:cubicBezTo>
                    <a:pt x="1745172" y="33029"/>
                    <a:pt x="1748175" y="27725"/>
                    <a:pt x="1746755" y="22602"/>
                  </a:cubicBezTo>
                  <a:cubicBezTo>
                    <a:pt x="1745562" y="18295"/>
                    <a:pt x="1741561" y="15376"/>
                    <a:pt x="1737096" y="15554"/>
                  </a:cubicBezTo>
                  <a:cubicBezTo>
                    <a:pt x="1714410" y="16461"/>
                    <a:pt x="1690801" y="17553"/>
                    <a:pt x="1666926" y="18800"/>
                  </a:cubicBezTo>
                  <a:cubicBezTo>
                    <a:pt x="1661617" y="19072"/>
                    <a:pt x="1657533" y="23595"/>
                    <a:pt x="1657804" y="28904"/>
                  </a:cubicBezTo>
                  <a:cubicBezTo>
                    <a:pt x="1658076" y="34213"/>
                    <a:pt x="1662600" y="38296"/>
                    <a:pt x="1667909" y="38025"/>
                  </a:cubicBezTo>
                  <a:cubicBezTo>
                    <a:pt x="1667916" y="38025"/>
                    <a:pt x="1667924" y="38024"/>
                    <a:pt x="1667931" y="38024"/>
                  </a:cubicBezTo>
                  <a:cubicBezTo>
                    <a:pt x="1691728" y="36781"/>
                    <a:pt x="1715257" y="35692"/>
                    <a:pt x="1737865" y="34788"/>
                  </a:cubicBezTo>
                  <a:cubicBezTo>
                    <a:pt x="1738604" y="34759"/>
                    <a:pt x="1739336" y="34645"/>
                    <a:pt x="1740049" y="34449"/>
                  </a:cubicBezTo>
                  <a:close/>
                  <a:moveTo>
                    <a:pt x="1599989" y="41717"/>
                  </a:moveTo>
                  <a:cubicBezTo>
                    <a:pt x="1605112" y="40297"/>
                    <a:pt x="1608115" y="34993"/>
                    <a:pt x="1606694" y="29870"/>
                  </a:cubicBezTo>
                  <a:cubicBezTo>
                    <a:pt x="1605479" y="25485"/>
                    <a:pt x="1601358" y="22550"/>
                    <a:pt x="1596817" y="22834"/>
                  </a:cubicBezTo>
                  <a:cubicBezTo>
                    <a:pt x="1574321" y="24240"/>
                    <a:pt x="1550752" y="25821"/>
                    <a:pt x="1526766" y="27529"/>
                  </a:cubicBezTo>
                  <a:cubicBezTo>
                    <a:pt x="1521464" y="27906"/>
                    <a:pt x="1517471" y="32510"/>
                    <a:pt x="1517848" y="37812"/>
                  </a:cubicBezTo>
                  <a:cubicBezTo>
                    <a:pt x="1518226" y="43114"/>
                    <a:pt x="1522830" y="47107"/>
                    <a:pt x="1528133" y="46730"/>
                  </a:cubicBezTo>
                  <a:cubicBezTo>
                    <a:pt x="1552065" y="45026"/>
                    <a:pt x="1575578" y="43450"/>
                    <a:pt x="1598019" y="42045"/>
                  </a:cubicBezTo>
                  <a:cubicBezTo>
                    <a:pt x="1598685" y="42004"/>
                    <a:pt x="1599345" y="41894"/>
                    <a:pt x="1599989" y="41717"/>
                  </a:cubicBezTo>
                  <a:close/>
                  <a:moveTo>
                    <a:pt x="1460235" y="51632"/>
                  </a:moveTo>
                  <a:cubicBezTo>
                    <a:pt x="1465359" y="50211"/>
                    <a:pt x="1468360" y="44907"/>
                    <a:pt x="1466939" y="39784"/>
                  </a:cubicBezTo>
                  <a:cubicBezTo>
                    <a:pt x="1465708" y="35345"/>
                    <a:pt x="1461504" y="32401"/>
                    <a:pt x="1456912" y="32760"/>
                  </a:cubicBezTo>
                  <a:cubicBezTo>
                    <a:pt x="1434683" y="34500"/>
                    <a:pt x="1411143" y="36412"/>
                    <a:pt x="1386944" y="38442"/>
                  </a:cubicBezTo>
                  <a:cubicBezTo>
                    <a:pt x="1381646" y="38886"/>
                    <a:pt x="1377712" y="43541"/>
                    <a:pt x="1378156" y="48838"/>
                  </a:cubicBezTo>
                  <a:cubicBezTo>
                    <a:pt x="1378600" y="54135"/>
                    <a:pt x="1383255" y="58069"/>
                    <a:pt x="1388552" y="57625"/>
                  </a:cubicBezTo>
                  <a:cubicBezTo>
                    <a:pt x="1412718" y="55596"/>
                    <a:pt x="1436222" y="53688"/>
                    <a:pt x="1458415" y="51951"/>
                  </a:cubicBezTo>
                  <a:cubicBezTo>
                    <a:pt x="1459030" y="51903"/>
                    <a:pt x="1459640" y="51796"/>
                    <a:pt x="1460235" y="51632"/>
                  </a:cubicBezTo>
                  <a:close/>
                  <a:moveTo>
                    <a:pt x="1320267" y="63345"/>
                  </a:moveTo>
                  <a:cubicBezTo>
                    <a:pt x="1325391" y="61924"/>
                    <a:pt x="1328392" y="56619"/>
                    <a:pt x="1326971" y="51496"/>
                  </a:cubicBezTo>
                  <a:cubicBezTo>
                    <a:pt x="1325730" y="47023"/>
                    <a:pt x="1321474" y="44073"/>
                    <a:pt x="1316850" y="44480"/>
                  </a:cubicBezTo>
                  <a:cubicBezTo>
                    <a:pt x="1293531" y="46536"/>
                    <a:pt x="1270239" y="48624"/>
                    <a:pt x="1246975" y="50746"/>
                  </a:cubicBezTo>
                  <a:cubicBezTo>
                    <a:pt x="1241682" y="51238"/>
                    <a:pt x="1237789" y="55928"/>
                    <a:pt x="1238281" y="61221"/>
                  </a:cubicBezTo>
                  <a:cubicBezTo>
                    <a:pt x="1238772" y="66499"/>
                    <a:pt x="1243439" y="70387"/>
                    <a:pt x="1248720" y="69917"/>
                  </a:cubicBezTo>
                  <a:cubicBezTo>
                    <a:pt x="1271958" y="67803"/>
                    <a:pt x="1295232" y="65716"/>
                    <a:pt x="1318541" y="63656"/>
                  </a:cubicBezTo>
                  <a:cubicBezTo>
                    <a:pt x="1319125" y="63605"/>
                    <a:pt x="1319702" y="63500"/>
                    <a:pt x="1320267" y="63345"/>
                  </a:cubicBezTo>
                  <a:close/>
                  <a:moveTo>
                    <a:pt x="1180582" y="76022"/>
                  </a:moveTo>
                  <a:cubicBezTo>
                    <a:pt x="1185705" y="74601"/>
                    <a:pt x="1188707" y="69297"/>
                    <a:pt x="1187286" y="64174"/>
                  </a:cubicBezTo>
                  <a:cubicBezTo>
                    <a:pt x="1186041" y="59686"/>
                    <a:pt x="1181762" y="56733"/>
                    <a:pt x="1177124" y="57161"/>
                  </a:cubicBezTo>
                  <a:lnTo>
                    <a:pt x="1107292" y="63631"/>
                  </a:lnTo>
                  <a:cubicBezTo>
                    <a:pt x="1101998" y="64120"/>
                    <a:pt x="1098104" y="68808"/>
                    <a:pt x="1098594" y="74101"/>
                  </a:cubicBezTo>
                  <a:cubicBezTo>
                    <a:pt x="1099083" y="79394"/>
                    <a:pt x="1103771" y="83288"/>
                    <a:pt x="1109065" y="82799"/>
                  </a:cubicBezTo>
                  <a:lnTo>
                    <a:pt x="1178897" y="76329"/>
                  </a:lnTo>
                  <a:cubicBezTo>
                    <a:pt x="1179467" y="76277"/>
                    <a:pt x="1180031" y="76174"/>
                    <a:pt x="1180582" y="76022"/>
                  </a:cubicBezTo>
                  <a:close/>
                  <a:moveTo>
                    <a:pt x="1040914" y="88917"/>
                  </a:moveTo>
                  <a:cubicBezTo>
                    <a:pt x="1046037" y="87496"/>
                    <a:pt x="1049038" y="82192"/>
                    <a:pt x="1047618" y="77069"/>
                  </a:cubicBezTo>
                  <a:cubicBezTo>
                    <a:pt x="1046374" y="72586"/>
                    <a:pt x="1042102" y="69633"/>
                    <a:pt x="1037467" y="70055"/>
                  </a:cubicBezTo>
                  <a:cubicBezTo>
                    <a:pt x="1014055" y="72191"/>
                    <a:pt x="990780" y="74284"/>
                    <a:pt x="967643" y="76333"/>
                  </a:cubicBezTo>
                  <a:cubicBezTo>
                    <a:pt x="962348" y="76808"/>
                    <a:pt x="958441" y="81485"/>
                    <a:pt x="958916" y="86780"/>
                  </a:cubicBezTo>
                  <a:cubicBezTo>
                    <a:pt x="959390" y="92064"/>
                    <a:pt x="964051" y="95968"/>
                    <a:pt x="969337" y="95509"/>
                  </a:cubicBezTo>
                  <a:cubicBezTo>
                    <a:pt x="992486" y="93464"/>
                    <a:pt x="1015778" y="91369"/>
                    <a:pt x="1039215" y="89225"/>
                  </a:cubicBezTo>
                  <a:cubicBezTo>
                    <a:pt x="1039790" y="89173"/>
                    <a:pt x="1040358" y="89070"/>
                    <a:pt x="1040914" y="88917"/>
                  </a:cubicBezTo>
                  <a:close/>
                  <a:moveTo>
                    <a:pt x="901186" y="101218"/>
                  </a:moveTo>
                  <a:cubicBezTo>
                    <a:pt x="906309" y="99797"/>
                    <a:pt x="909310" y="94492"/>
                    <a:pt x="907889" y="89370"/>
                  </a:cubicBezTo>
                  <a:cubicBezTo>
                    <a:pt x="906652" y="84913"/>
                    <a:pt x="902421" y="81966"/>
                    <a:pt x="897812" y="82350"/>
                  </a:cubicBezTo>
                  <a:cubicBezTo>
                    <a:pt x="873111" y="84419"/>
                    <a:pt x="850263" y="86261"/>
                    <a:pt x="827963" y="87983"/>
                  </a:cubicBezTo>
                  <a:cubicBezTo>
                    <a:pt x="822663" y="88392"/>
                    <a:pt x="818697" y="93020"/>
                    <a:pt x="819107" y="98320"/>
                  </a:cubicBezTo>
                  <a:cubicBezTo>
                    <a:pt x="819516" y="103620"/>
                    <a:pt x="824144" y="107585"/>
                    <a:pt x="829445" y="107176"/>
                  </a:cubicBezTo>
                  <a:cubicBezTo>
                    <a:pt x="851787" y="105450"/>
                    <a:pt x="874676" y="103605"/>
                    <a:pt x="899417" y="101533"/>
                  </a:cubicBezTo>
                  <a:cubicBezTo>
                    <a:pt x="900015" y="101483"/>
                    <a:pt x="900607" y="101378"/>
                    <a:pt x="901186" y="101218"/>
                  </a:cubicBezTo>
                  <a:close/>
                  <a:moveTo>
                    <a:pt x="761324" y="111970"/>
                  </a:moveTo>
                  <a:cubicBezTo>
                    <a:pt x="766447" y="110550"/>
                    <a:pt x="769449" y="105246"/>
                    <a:pt x="768029" y="100123"/>
                  </a:cubicBezTo>
                  <a:cubicBezTo>
                    <a:pt x="766807" y="95717"/>
                    <a:pt x="762655" y="92779"/>
                    <a:pt x="758094" y="93091"/>
                  </a:cubicBezTo>
                  <a:cubicBezTo>
                    <a:pt x="733956" y="94746"/>
                    <a:pt x="710441" y="96233"/>
                    <a:pt x="688203" y="97507"/>
                  </a:cubicBezTo>
                  <a:cubicBezTo>
                    <a:pt x="682896" y="97818"/>
                    <a:pt x="678846" y="102373"/>
                    <a:pt x="679158" y="107680"/>
                  </a:cubicBezTo>
                  <a:cubicBezTo>
                    <a:pt x="679469" y="112975"/>
                    <a:pt x="684007" y="117021"/>
                    <a:pt x="689304" y="116725"/>
                  </a:cubicBezTo>
                  <a:cubicBezTo>
                    <a:pt x="711614" y="115446"/>
                    <a:pt x="735202" y="113956"/>
                    <a:pt x="759413" y="112295"/>
                  </a:cubicBezTo>
                  <a:cubicBezTo>
                    <a:pt x="760059" y="112251"/>
                    <a:pt x="760699" y="112142"/>
                    <a:pt x="761324" y="111970"/>
                  </a:cubicBezTo>
                  <a:close/>
                  <a:moveTo>
                    <a:pt x="621274" y="119924"/>
                  </a:moveTo>
                  <a:cubicBezTo>
                    <a:pt x="626398" y="118504"/>
                    <a:pt x="629401" y="113200"/>
                    <a:pt x="627981" y="108077"/>
                  </a:cubicBezTo>
                  <a:cubicBezTo>
                    <a:pt x="626785" y="103760"/>
                    <a:pt x="622769" y="100839"/>
                    <a:pt x="618293" y="101030"/>
                  </a:cubicBezTo>
                  <a:cubicBezTo>
                    <a:pt x="594139" y="102066"/>
                    <a:pt x="570614" y="102869"/>
                    <a:pt x="548369" y="103417"/>
                  </a:cubicBezTo>
                  <a:cubicBezTo>
                    <a:pt x="543054" y="103540"/>
                    <a:pt x="538846" y="107948"/>
                    <a:pt x="538969" y="113262"/>
                  </a:cubicBezTo>
                  <a:cubicBezTo>
                    <a:pt x="539092" y="118576"/>
                    <a:pt x="543500" y="122784"/>
                    <a:pt x="548815" y="122661"/>
                  </a:cubicBezTo>
                  <a:cubicBezTo>
                    <a:pt x="548824" y="122661"/>
                    <a:pt x="548834" y="122661"/>
                    <a:pt x="548844" y="122660"/>
                  </a:cubicBezTo>
                  <a:cubicBezTo>
                    <a:pt x="571204" y="122110"/>
                    <a:pt x="594848" y="121303"/>
                    <a:pt x="619118" y="120262"/>
                  </a:cubicBezTo>
                  <a:cubicBezTo>
                    <a:pt x="619847" y="120231"/>
                    <a:pt x="620570" y="120117"/>
                    <a:pt x="621274" y="119924"/>
                  </a:cubicBezTo>
                  <a:close/>
                  <a:moveTo>
                    <a:pt x="481039" y="123260"/>
                  </a:moveTo>
                  <a:cubicBezTo>
                    <a:pt x="486164" y="121843"/>
                    <a:pt x="489169" y="116540"/>
                    <a:pt x="487751" y="111417"/>
                  </a:cubicBezTo>
                  <a:cubicBezTo>
                    <a:pt x="486596" y="107241"/>
                    <a:pt x="482794" y="104351"/>
                    <a:pt x="478461" y="104357"/>
                  </a:cubicBezTo>
                  <a:cubicBezTo>
                    <a:pt x="454271" y="104387"/>
                    <a:pt x="430775" y="104077"/>
                    <a:pt x="408625" y="103437"/>
                  </a:cubicBezTo>
                  <a:cubicBezTo>
                    <a:pt x="403311" y="103283"/>
                    <a:pt x="398878" y="107466"/>
                    <a:pt x="398725" y="112779"/>
                  </a:cubicBezTo>
                  <a:cubicBezTo>
                    <a:pt x="398571" y="118093"/>
                    <a:pt x="402754" y="122525"/>
                    <a:pt x="408068" y="122678"/>
                  </a:cubicBezTo>
                  <a:cubicBezTo>
                    <a:pt x="430411" y="123325"/>
                    <a:pt x="454102" y="123637"/>
                    <a:pt x="478486" y="123606"/>
                  </a:cubicBezTo>
                  <a:cubicBezTo>
                    <a:pt x="479349" y="123606"/>
                    <a:pt x="480207" y="123489"/>
                    <a:pt x="481039" y="123260"/>
                  </a:cubicBezTo>
                  <a:close/>
                  <a:moveTo>
                    <a:pt x="340873" y="118985"/>
                  </a:moveTo>
                  <a:cubicBezTo>
                    <a:pt x="345998" y="117570"/>
                    <a:pt x="349006" y="112269"/>
                    <a:pt x="347590" y="107144"/>
                  </a:cubicBezTo>
                  <a:cubicBezTo>
                    <a:pt x="346503" y="103206"/>
                    <a:pt x="343048" y="100383"/>
                    <a:pt x="338972" y="100103"/>
                  </a:cubicBezTo>
                  <a:cubicBezTo>
                    <a:pt x="314708" y="98435"/>
                    <a:pt x="291405" y="96238"/>
                    <a:pt x="269709" y="93572"/>
                  </a:cubicBezTo>
                  <a:cubicBezTo>
                    <a:pt x="264433" y="92923"/>
                    <a:pt x="259629" y="96675"/>
                    <a:pt x="258981" y="101951"/>
                  </a:cubicBezTo>
                  <a:cubicBezTo>
                    <a:pt x="258332" y="107226"/>
                    <a:pt x="262084" y="112029"/>
                    <a:pt x="267360" y="112678"/>
                  </a:cubicBezTo>
                  <a:cubicBezTo>
                    <a:pt x="289396" y="115386"/>
                    <a:pt x="313046" y="117616"/>
                    <a:pt x="337651" y="119307"/>
                  </a:cubicBezTo>
                  <a:cubicBezTo>
                    <a:pt x="338736" y="119382"/>
                    <a:pt x="339825" y="119274"/>
                    <a:pt x="340873" y="118985"/>
                  </a:cubicBezTo>
                  <a:close/>
                  <a:moveTo>
                    <a:pt x="201932" y="101421"/>
                  </a:moveTo>
                  <a:cubicBezTo>
                    <a:pt x="207058" y="100009"/>
                    <a:pt x="210070" y="94710"/>
                    <a:pt x="208658" y="89584"/>
                  </a:cubicBezTo>
                  <a:cubicBezTo>
                    <a:pt x="207692" y="86078"/>
                    <a:pt x="204833" y="83415"/>
                    <a:pt x="201266" y="82701"/>
                  </a:cubicBezTo>
                  <a:cubicBezTo>
                    <a:pt x="178740" y="78277"/>
                    <a:pt x="156473" y="72622"/>
                    <a:pt x="134566" y="65763"/>
                  </a:cubicBezTo>
                  <a:cubicBezTo>
                    <a:pt x="129499" y="64152"/>
                    <a:pt x="124087" y="66954"/>
                    <a:pt x="122477" y="72020"/>
                  </a:cubicBezTo>
                  <a:cubicBezTo>
                    <a:pt x="122477" y="72020"/>
                    <a:pt x="122476" y="72020"/>
                    <a:pt x="122476" y="72021"/>
                  </a:cubicBezTo>
                  <a:cubicBezTo>
                    <a:pt x="120867" y="77086"/>
                    <a:pt x="123668" y="82498"/>
                    <a:pt x="128733" y="84109"/>
                  </a:cubicBezTo>
                  <a:cubicBezTo>
                    <a:pt x="151317" y="91182"/>
                    <a:pt x="174270" y="97014"/>
                    <a:pt x="197491" y="101577"/>
                  </a:cubicBezTo>
                  <a:cubicBezTo>
                    <a:pt x="198963" y="101874"/>
                    <a:pt x="200485" y="101820"/>
                    <a:pt x="201932" y="101421"/>
                  </a:cubicBezTo>
                  <a:close/>
                  <a:moveTo>
                    <a:pt x="69777" y="58007"/>
                  </a:moveTo>
                  <a:cubicBezTo>
                    <a:pt x="72364" y="57297"/>
                    <a:pt x="74535" y="55538"/>
                    <a:pt x="75765" y="53155"/>
                  </a:cubicBezTo>
                  <a:cubicBezTo>
                    <a:pt x="78210" y="48435"/>
                    <a:pt x="76366" y="42627"/>
                    <a:pt x="71646" y="40182"/>
                  </a:cubicBezTo>
                  <a:cubicBezTo>
                    <a:pt x="51823" y="30146"/>
                    <a:pt x="33416" y="17533"/>
                    <a:pt x="16901" y="2670"/>
                  </a:cubicBezTo>
                  <a:cubicBezTo>
                    <a:pt x="12989" y="-927"/>
                    <a:pt x="6900" y="-671"/>
                    <a:pt x="3303" y="3242"/>
                  </a:cubicBezTo>
                  <a:cubicBezTo>
                    <a:pt x="3302" y="3242"/>
                    <a:pt x="3301" y="3243"/>
                    <a:pt x="3301" y="3244"/>
                  </a:cubicBezTo>
                  <a:cubicBezTo>
                    <a:pt x="-296" y="7157"/>
                    <a:pt x="-40" y="13245"/>
                    <a:pt x="3873" y="16841"/>
                  </a:cubicBezTo>
                  <a:cubicBezTo>
                    <a:pt x="3874" y="16842"/>
                    <a:pt x="3874" y="16842"/>
                    <a:pt x="3875" y="16843"/>
                  </a:cubicBezTo>
                  <a:cubicBezTo>
                    <a:pt x="21643" y="32860"/>
                    <a:pt x="41454" y="46455"/>
                    <a:pt x="62790" y="57275"/>
                  </a:cubicBezTo>
                  <a:cubicBezTo>
                    <a:pt x="64943" y="58393"/>
                    <a:pt x="67439" y="58655"/>
                    <a:pt x="69777" y="5800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 name="Google Shape;315;p25"/>
            <p:cNvSpPr/>
            <p:nvPr/>
          </p:nvSpPr>
          <p:spPr>
            <a:xfrm>
              <a:off x="3572381" y="1090803"/>
              <a:ext cx="31620" cy="51389"/>
            </a:xfrm>
            <a:custGeom>
              <a:avLst/>
              <a:gdLst/>
              <a:ahLst/>
              <a:cxnLst/>
              <a:rect l="l" t="t" r="r" b="b"/>
              <a:pathLst>
                <a:path w="31620" h="51389" extrusionOk="0">
                  <a:moveTo>
                    <a:pt x="25305" y="51176"/>
                  </a:moveTo>
                  <a:cubicBezTo>
                    <a:pt x="25902" y="51011"/>
                    <a:pt x="26481" y="50790"/>
                    <a:pt x="27035" y="50514"/>
                  </a:cubicBezTo>
                  <a:cubicBezTo>
                    <a:pt x="31797" y="48150"/>
                    <a:pt x="33740" y="42374"/>
                    <a:pt x="31376" y="37613"/>
                  </a:cubicBezTo>
                  <a:cubicBezTo>
                    <a:pt x="26538" y="27835"/>
                    <a:pt x="22614" y="17631"/>
                    <a:pt x="19652" y="7131"/>
                  </a:cubicBezTo>
                  <a:cubicBezTo>
                    <a:pt x="18192" y="2025"/>
                    <a:pt x="12881" y="-942"/>
                    <a:pt x="7767" y="492"/>
                  </a:cubicBezTo>
                  <a:cubicBezTo>
                    <a:pt x="2653" y="1941"/>
                    <a:pt x="-319" y="7261"/>
                    <a:pt x="1128" y="12376"/>
                  </a:cubicBezTo>
                  <a:cubicBezTo>
                    <a:pt x="4414" y="24018"/>
                    <a:pt x="8767" y="35332"/>
                    <a:pt x="14132" y="46174"/>
                  </a:cubicBezTo>
                  <a:cubicBezTo>
                    <a:pt x="16181" y="50299"/>
                    <a:pt x="20864" y="52395"/>
                    <a:pt x="25305" y="5117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 name="Google Shape;316;p25"/>
            <p:cNvSpPr/>
            <p:nvPr/>
          </p:nvSpPr>
          <p:spPr>
            <a:xfrm rot="-1220284" flipH="1">
              <a:off x="2534840" y="2154374"/>
              <a:ext cx="108769" cy="118317"/>
            </a:xfrm>
            <a:custGeom>
              <a:avLst/>
              <a:gdLst/>
              <a:ahLst/>
              <a:cxnLst/>
              <a:rect l="l" t="t" r="r" b="b"/>
              <a:pathLst>
                <a:path w="108787" h="118337" extrusionOk="0">
                  <a:moveTo>
                    <a:pt x="0" y="48281"/>
                  </a:moveTo>
                  <a:lnTo>
                    <a:pt x="96199" y="118337"/>
                  </a:lnTo>
                  <a:lnTo>
                    <a:pt x="108787" y="0"/>
                  </a:lnTo>
                  <a:lnTo>
                    <a:pt x="0" y="48281"/>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359"/>
        <p:cNvGrpSpPr/>
        <p:nvPr/>
      </p:nvGrpSpPr>
      <p:grpSpPr>
        <a:xfrm>
          <a:off x="0" y="0"/>
          <a:ext cx="0" cy="0"/>
          <a:chOff x="0" y="0"/>
          <a:chExt cx="0" cy="0"/>
        </a:xfrm>
      </p:grpSpPr>
      <p:grpSp>
        <p:nvGrpSpPr>
          <p:cNvPr id="360" name="Google Shape;360;p29"/>
          <p:cNvGrpSpPr/>
          <p:nvPr userDrawn="1"/>
        </p:nvGrpSpPr>
        <p:grpSpPr>
          <a:xfrm>
            <a:off x="-721019" y="315690"/>
            <a:ext cx="9638300" cy="5595811"/>
            <a:chOff x="-721021" y="315690"/>
            <a:chExt cx="9638300" cy="5595811"/>
          </a:xfrm>
        </p:grpSpPr>
        <p:grpSp>
          <p:nvGrpSpPr>
            <p:cNvPr id="361" name="Google Shape;361;p29"/>
            <p:cNvGrpSpPr/>
            <p:nvPr/>
          </p:nvGrpSpPr>
          <p:grpSpPr>
            <a:xfrm rot="-1751223" flipH="1">
              <a:off x="5100420" y="3675861"/>
              <a:ext cx="3816859" cy="2235640"/>
              <a:chOff x="-1395701" y="2868093"/>
              <a:chExt cx="3816565" cy="2235468"/>
            </a:xfrm>
          </p:grpSpPr>
          <p:sp>
            <p:nvSpPr>
              <p:cNvPr id="362" name="Google Shape;362;p29"/>
              <p:cNvSpPr/>
              <p:nvPr/>
            </p:nvSpPr>
            <p:spPr>
              <a:xfrm rot="2872046">
                <a:off x="-1246718" y="3742606"/>
                <a:ext cx="1211972" cy="1509937"/>
              </a:xfrm>
              <a:custGeom>
                <a:avLst/>
                <a:gdLst/>
                <a:ahLst/>
                <a:cxnLst/>
                <a:rect l="l" t="t" r="r" b="b"/>
                <a:pathLst>
                  <a:path w="1211973" h="1509936" extrusionOk="0">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3" name="Google Shape;363;p29"/>
              <p:cNvSpPr/>
              <p:nvPr/>
            </p:nvSpPr>
            <p:spPr>
              <a:xfrm>
                <a:off x="2276430" y="2868093"/>
                <a:ext cx="144434" cy="153119"/>
              </a:xfrm>
              <a:custGeom>
                <a:avLst/>
                <a:gdLst/>
                <a:ahLst/>
                <a:cxnLst/>
                <a:rect l="l" t="t" r="r" b="b"/>
                <a:pathLst>
                  <a:path w="144434" h="153119" extrusionOk="0">
                    <a:moveTo>
                      <a:pt x="0" y="0"/>
                    </a:moveTo>
                    <a:lnTo>
                      <a:pt x="144435" y="56140"/>
                    </a:lnTo>
                    <a:lnTo>
                      <a:pt x="23579" y="153119"/>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64" name="Google Shape;364;p29"/>
            <p:cNvGrpSpPr/>
            <p:nvPr/>
          </p:nvGrpSpPr>
          <p:grpSpPr>
            <a:xfrm rot="-3560511" flipH="1">
              <a:off x="-1188230" y="782899"/>
              <a:ext cx="2967451" cy="2033033"/>
              <a:chOff x="3366555" y="242072"/>
              <a:chExt cx="2967537" cy="2033092"/>
            </a:xfrm>
          </p:grpSpPr>
          <p:sp>
            <p:nvSpPr>
              <p:cNvPr id="366" name="Google Shape;366;p29"/>
              <p:cNvSpPr/>
              <p:nvPr/>
            </p:nvSpPr>
            <p:spPr>
              <a:xfrm>
                <a:off x="3366555" y="242072"/>
                <a:ext cx="2890745" cy="1885233"/>
              </a:xfrm>
              <a:custGeom>
                <a:avLst/>
                <a:gdLst/>
                <a:ahLst/>
                <a:cxnLst/>
                <a:rect l="l" t="t" r="r" b="b"/>
                <a:pathLst>
                  <a:path w="2890745" h="1885233" extrusionOk="0">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8" name="Google Shape;368;p29"/>
              <p:cNvSpPr/>
              <p:nvPr/>
            </p:nvSpPr>
            <p:spPr>
              <a:xfrm rot="20759323">
                <a:off x="6182292" y="2137736"/>
                <a:ext cx="151800" cy="137428"/>
              </a:xfrm>
              <a:custGeom>
                <a:avLst/>
                <a:gdLst/>
                <a:ahLst/>
                <a:cxnLst/>
                <a:rect l="l" t="t" r="r" b="b"/>
                <a:pathLst>
                  <a:path w="151800" h="137428" extrusionOk="0">
                    <a:moveTo>
                      <a:pt x="0" y="0"/>
                    </a:moveTo>
                    <a:lnTo>
                      <a:pt x="65429" y="137429"/>
                    </a:lnTo>
                    <a:lnTo>
                      <a:pt x="151800" y="12080"/>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69" name="Google Shape;369;p29"/>
          <p:cNvGrpSpPr/>
          <p:nvPr/>
        </p:nvGrpSpPr>
        <p:grpSpPr>
          <a:xfrm>
            <a:off x="7010" y="0"/>
            <a:ext cx="9136990" cy="5146599"/>
            <a:chOff x="-432728" y="-964070"/>
            <a:chExt cx="9136990" cy="5146599"/>
          </a:xfrm>
        </p:grpSpPr>
        <p:sp>
          <p:nvSpPr>
            <p:cNvPr id="370" name="Google Shape;370;p29"/>
            <p:cNvSpPr/>
            <p:nvPr/>
          </p:nvSpPr>
          <p:spPr>
            <a:xfrm>
              <a:off x="3211984" y="-964070"/>
              <a:ext cx="5492278" cy="1600364"/>
            </a:xfrm>
            <a:custGeom>
              <a:avLst/>
              <a:gdLst/>
              <a:ahLst/>
              <a:cxnLst/>
              <a:rect l="l" t="t" r="r" b="b"/>
              <a:pathLst>
                <a:path w="3761834" h="1096140" extrusionOk="0">
                  <a:moveTo>
                    <a:pt x="3752939" y="3822"/>
                  </a:moveTo>
                  <a:cubicBezTo>
                    <a:pt x="3772112" y="175599"/>
                    <a:pt x="3758698" y="307043"/>
                    <a:pt x="3730900" y="477637"/>
                  </a:cubicBezTo>
                  <a:cubicBezTo>
                    <a:pt x="3703103" y="648232"/>
                    <a:pt x="3583124" y="909907"/>
                    <a:pt x="3449805" y="1019964"/>
                  </a:cubicBezTo>
                  <a:cubicBezTo>
                    <a:pt x="3371346" y="1084733"/>
                    <a:pt x="3205180" y="1112730"/>
                    <a:pt x="3133639" y="979048"/>
                  </a:cubicBezTo>
                  <a:cubicBezTo>
                    <a:pt x="3071761" y="863420"/>
                    <a:pt x="2961015" y="570631"/>
                    <a:pt x="2685760" y="570631"/>
                  </a:cubicBezTo>
                  <a:cubicBezTo>
                    <a:pt x="2601048" y="570631"/>
                    <a:pt x="2512053" y="591298"/>
                    <a:pt x="2446894" y="645413"/>
                  </a:cubicBezTo>
                  <a:cubicBezTo>
                    <a:pt x="2340717" y="733595"/>
                    <a:pt x="2338291" y="900377"/>
                    <a:pt x="2245882" y="1002888"/>
                  </a:cubicBezTo>
                  <a:cubicBezTo>
                    <a:pt x="2148339" y="1111096"/>
                    <a:pt x="1975464" y="1116443"/>
                    <a:pt x="1839645" y="1063691"/>
                  </a:cubicBezTo>
                  <a:cubicBezTo>
                    <a:pt x="1703826" y="1010939"/>
                    <a:pt x="1591909" y="912326"/>
                    <a:pt x="1470543" y="831720"/>
                  </a:cubicBezTo>
                  <a:cubicBezTo>
                    <a:pt x="1283153" y="707264"/>
                    <a:pt x="1066498" y="621423"/>
                    <a:pt x="909521" y="460316"/>
                  </a:cubicBezTo>
                  <a:cubicBezTo>
                    <a:pt x="789078" y="336705"/>
                    <a:pt x="707192" y="171952"/>
                    <a:pt x="560116" y="81621"/>
                  </a:cubicBezTo>
                  <a:cubicBezTo>
                    <a:pt x="396889" y="-18630"/>
                    <a:pt x="190917" y="-4983"/>
                    <a:pt x="97" y="1198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1" name="Google Shape;371;p29"/>
            <p:cNvSpPr/>
            <p:nvPr/>
          </p:nvSpPr>
          <p:spPr>
            <a:xfrm>
              <a:off x="-432728" y="2654232"/>
              <a:ext cx="5451030" cy="1528297"/>
            </a:xfrm>
            <a:custGeom>
              <a:avLst/>
              <a:gdLst>
                <a:gd name="connsiteX0" fmla="*/ 0 w 3733582"/>
                <a:gd name="connsiteY0" fmla="*/ 1042407 h 1046779"/>
                <a:gd name="connsiteX1" fmla="*/ 327096 w 3733582"/>
                <a:gd name="connsiteY1" fmla="*/ 260491 h 1046779"/>
                <a:gd name="connsiteX2" fmla="*/ 1526687 w 3733582"/>
                <a:gd name="connsiteY2" fmla="*/ 69593 h 1046779"/>
                <a:gd name="connsiteX3" fmla="*/ 1805037 w 3733582"/>
                <a:gd name="connsiteY3" fmla="*/ 262293 h 1046779"/>
                <a:gd name="connsiteX4" fmla="*/ 1990244 w 3733582"/>
                <a:gd name="connsiteY4" fmla="*/ 541984 h 1046779"/>
                <a:gd name="connsiteX5" fmla="*/ 2368463 w 3733582"/>
                <a:gd name="connsiteY5" fmla="*/ 788127 h 1046779"/>
                <a:gd name="connsiteX6" fmla="*/ 2559301 w 3733582"/>
                <a:gd name="connsiteY6" fmla="*/ 719578 h 1046779"/>
                <a:gd name="connsiteX7" fmla="*/ 2874452 w 3733582"/>
                <a:gd name="connsiteY7" fmla="*/ 559072 h 1046779"/>
                <a:gd name="connsiteX8" fmla="*/ 3342327 w 3733582"/>
                <a:gd name="connsiteY8" fmla="*/ 459291 h 1046779"/>
                <a:gd name="connsiteX9" fmla="*/ 3733583 w 3733582"/>
                <a:gd name="connsiteY9" fmla="*/ 1034983 h 1046779"/>
                <a:gd name="connsiteX10" fmla="*/ 0 w 3733582"/>
                <a:gd name="connsiteY10" fmla="*/ 1042407 h 104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33582" h="1046779" extrusionOk="0">
                  <a:moveTo>
                    <a:pt x="0" y="1042407"/>
                  </a:moveTo>
                  <a:cubicBezTo>
                    <a:pt x="61666" y="818806"/>
                    <a:pt x="-75032" y="522081"/>
                    <a:pt x="327096" y="260491"/>
                  </a:cubicBezTo>
                  <a:cubicBezTo>
                    <a:pt x="639477" y="57281"/>
                    <a:pt x="1192134" y="-94605"/>
                    <a:pt x="1526687" y="69593"/>
                  </a:cubicBezTo>
                  <a:cubicBezTo>
                    <a:pt x="1628608" y="119615"/>
                    <a:pt x="1728554" y="178403"/>
                    <a:pt x="1805037" y="262293"/>
                  </a:cubicBezTo>
                  <a:cubicBezTo>
                    <a:pt x="1911947" y="379555"/>
                    <a:pt x="1907665" y="406494"/>
                    <a:pt x="1990244" y="541984"/>
                  </a:cubicBezTo>
                  <a:cubicBezTo>
                    <a:pt x="2072824" y="677474"/>
                    <a:pt x="2210424" y="802703"/>
                    <a:pt x="2368463" y="788127"/>
                  </a:cubicBezTo>
                  <a:cubicBezTo>
                    <a:pt x="2436204" y="781879"/>
                    <a:pt x="2498686" y="750449"/>
                    <a:pt x="2559301" y="719578"/>
                  </a:cubicBezTo>
                  <a:lnTo>
                    <a:pt x="2874452" y="559072"/>
                  </a:lnTo>
                  <a:cubicBezTo>
                    <a:pt x="3020526" y="484677"/>
                    <a:pt x="3186506" y="408358"/>
                    <a:pt x="3342327" y="459291"/>
                  </a:cubicBezTo>
                  <a:cubicBezTo>
                    <a:pt x="3528096" y="520013"/>
                    <a:pt x="3712969" y="840689"/>
                    <a:pt x="3733583" y="1034983"/>
                  </a:cubicBezTo>
                  <a:cubicBezTo>
                    <a:pt x="2522019" y="1072618"/>
                    <a:pt x="1211564" y="1004772"/>
                    <a:pt x="0" y="104240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72" name="Google Shape;372;p29"/>
          <p:cNvSpPr txBox="1">
            <a:spLocks noGrp="1"/>
          </p:cNvSpPr>
          <p:nvPr>
            <p:ph type="title"/>
          </p:nvPr>
        </p:nvSpPr>
        <p:spPr>
          <a:xfrm>
            <a:off x="1077564" y="587190"/>
            <a:ext cx="3340500" cy="8679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sz="6000"/>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373" name="Google Shape;373;p29"/>
          <p:cNvSpPr txBox="1">
            <a:spLocks noGrp="1"/>
          </p:cNvSpPr>
          <p:nvPr>
            <p:ph type="subTitle" idx="1"/>
          </p:nvPr>
        </p:nvSpPr>
        <p:spPr>
          <a:xfrm>
            <a:off x="1077528" y="1581540"/>
            <a:ext cx="3340500" cy="9858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75"/>
        <p:cNvGrpSpPr/>
        <p:nvPr/>
      </p:nvGrpSpPr>
      <p:grpSpPr>
        <a:xfrm>
          <a:off x="0" y="0"/>
          <a:ext cx="0" cy="0"/>
          <a:chOff x="0" y="0"/>
          <a:chExt cx="0" cy="0"/>
        </a:xfrm>
      </p:grpSpPr>
      <p:grpSp>
        <p:nvGrpSpPr>
          <p:cNvPr id="376" name="Google Shape;376;p30"/>
          <p:cNvGrpSpPr/>
          <p:nvPr/>
        </p:nvGrpSpPr>
        <p:grpSpPr>
          <a:xfrm>
            <a:off x="-1768479" y="-1180883"/>
            <a:ext cx="11138246" cy="8934862"/>
            <a:chOff x="-1768480" y="-1180884"/>
            <a:chExt cx="11138246" cy="8934862"/>
          </a:xfrm>
        </p:grpSpPr>
        <p:sp>
          <p:nvSpPr>
            <p:cNvPr id="377" name="Google Shape;377;p30"/>
            <p:cNvSpPr/>
            <p:nvPr/>
          </p:nvSpPr>
          <p:spPr>
            <a:xfrm rot="2286057" flipH="1">
              <a:off x="-1202671" y="3608369"/>
              <a:ext cx="4063000" cy="3236928"/>
            </a:xfrm>
            <a:custGeom>
              <a:avLst/>
              <a:gdLst/>
              <a:ahLst/>
              <a:cxnLst/>
              <a:rect l="l" t="t" r="r" b="b"/>
              <a:pathLst>
                <a:path w="4060032" h="3234564" extrusionOk="0">
                  <a:moveTo>
                    <a:pt x="249" y="45192"/>
                  </a:moveTo>
                  <a:cubicBezTo>
                    <a:pt x="269487" y="-12410"/>
                    <a:pt x="547625" y="-14747"/>
                    <a:pt x="817794" y="38324"/>
                  </a:cubicBezTo>
                  <a:cubicBezTo>
                    <a:pt x="992831" y="72834"/>
                    <a:pt x="1173188" y="137272"/>
                    <a:pt x="1284308" y="276791"/>
                  </a:cubicBezTo>
                  <a:cubicBezTo>
                    <a:pt x="1430236" y="460012"/>
                    <a:pt x="1427533" y="735318"/>
                    <a:pt x="1591010" y="903082"/>
                  </a:cubicBezTo>
                  <a:cubicBezTo>
                    <a:pt x="1691415" y="1006119"/>
                    <a:pt x="1836723" y="1049287"/>
                    <a:pt x="1975738" y="1086446"/>
                  </a:cubicBezTo>
                  <a:cubicBezTo>
                    <a:pt x="2155871" y="1134596"/>
                    <a:pt x="2339429" y="1179582"/>
                    <a:pt x="2525874" y="1176947"/>
                  </a:cubicBezTo>
                  <a:cubicBezTo>
                    <a:pt x="2702848" y="1174444"/>
                    <a:pt x="2876528" y="1129077"/>
                    <a:pt x="3053104" y="1116965"/>
                  </a:cubicBezTo>
                  <a:cubicBezTo>
                    <a:pt x="3279101" y="1101462"/>
                    <a:pt x="3513389" y="1143435"/>
                    <a:pt x="3704967" y="1264267"/>
                  </a:cubicBezTo>
                  <a:cubicBezTo>
                    <a:pt x="3896545" y="1385099"/>
                    <a:pt x="4040017" y="1590458"/>
                    <a:pt x="4058161" y="1816160"/>
                  </a:cubicBezTo>
                  <a:cubicBezTo>
                    <a:pt x="4095786" y="2284203"/>
                    <a:pt x="3619387" y="2685752"/>
                    <a:pt x="3678317" y="3151595"/>
                  </a:cubicBezTo>
                  <a:cubicBezTo>
                    <a:pt x="3680501" y="3168863"/>
                    <a:pt x="3682116" y="3189621"/>
                    <a:pt x="3668418" y="3200365"/>
                  </a:cubicBezTo>
                  <a:cubicBezTo>
                    <a:pt x="3660715" y="3206407"/>
                    <a:pt x="3650277" y="3207248"/>
                    <a:pt x="3640505" y="3207847"/>
                  </a:cubicBezTo>
                  <a:cubicBezTo>
                    <a:pt x="3143593" y="3238329"/>
                    <a:pt x="2637212" y="3267995"/>
                    <a:pt x="2154600" y="3145832"/>
                  </a:cubicBezTo>
                  <a:cubicBezTo>
                    <a:pt x="1968662" y="3098766"/>
                    <a:pt x="1788894" y="3029702"/>
                    <a:pt x="1603199" y="2981685"/>
                  </a:cubicBezTo>
                  <a:cubicBezTo>
                    <a:pt x="1289120" y="2900471"/>
                    <a:pt x="961814" y="2880382"/>
                    <a:pt x="647308" y="2800835"/>
                  </a:cubicBezTo>
                  <a:cubicBezTo>
                    <a:pt x="489159" y="2760824"/>
                    <a:pt x="335135" y="2706000"/>
                    <a:pt x="187281" y="2637091"/>
                  </a:cubicBezTo>
                  <a:cubicBezTo>
                    <a:pt x="157960" y="2623423"/>
                    <a:pt x="127877" y="2608411"/>
                    <a:pt x="107739" y="2583100"/>
                  </a:cubicBezTo>
                  <a:cubicBezTo>
                    <a:pt x="77923" y="2545625"/>
                    <a:pt x="75902" y="2493861"/>
                    <a:pt x="75424" y="2445983"/>
                  </a:cubicBezTo>
                  <a:cubicBezTo>
                    <a:pt x="69005" y="1801817"/>
                    <a:pt x="103238" y="1157888"/>
                    <a:pt x="177918" y="51803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8" name="Google Shape;378;p30"/>
            <p:cNvSpPr/>
            <p:nvPr/>
          </p:nvSpPr>
          <p:spPr>
            <a:xfrm rot="5400000">
              <a:off x="6173877" y="-809000"/>
              <a:ext cx="3567774" cy="2824005"/>
            </a:xfrm>
            <a:custGeom>
              <a:avLst/>
              <a:gdLst/>
              <a:ahLst/>
              <a:cxnLst/>
              <a:rect l="l" t="t" r="r" b="b"/>
              <a:pathLst>
                <a:path w="3567774" h="2824005" extrusionOk="0">
                  <a:moveTo>
                    <a:pt x="3568024" y="10828"/>
                  </a:moveTo>
                  <a:cubicBezTo>
                    <a:pt x="3208635" y="577616"/>
                    <a:pt x="2386031" y="829154"/>
                    <a:pt x="1970736" y="799180"/>
                  </a:cubicBezTo>
                  <a:cubicBezTo>
                    <a:pt x="1555442" y="769206"/>
                    <a:pt x="1156119" y="944831"/>
                    <a:pt x="1235984" y="1232216"/>
                  </a:cubicBezTo>
                  <a:cubicBezTo>
                    <a:pt x="1315849" y="1519602"/>
                    <a:pt x="1620553" y="1687243"/>
                    <a:pt x="1591990" y="1974629"/>
                  </a:cubicBezTo>
                  <a:cubicBezTo>
                    <a:pt x="1563427" y="2262015"/>
                    <a:pt x="1395713" y="2789867"/>
                    <a:pt x="1124174" y="2817318"/>
                  </a:cubicBezTo>
                  <a:cubicBezTo>
                    <a:pt x="852635" y="2844768"/>
                    <a:pt x="46004" y="2822559"/>
                    <a:pt x="77950" y="2115200"/>
                  </a:cubicBezTo>
                  <a:cubicBezTo>
                    <a:pt x="109896" y="1407840"/>
                    <a:pt x="-497074" y="34777"/>
                    <a:pt x="1235984" y="10828"/>
                  </a:cubicBezTo>
                  <a:cubicBezTo>
                    <a:pt x="2969041" y="-13121"/>
                    <a:pt x="3568024" y="10828"/>
                    <a:pt x="3568024" y="10828"/>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79" name="Google Shape;379;p30"/>
          <p:cNvGrpSpPr/>
          <p:nvPr/>
        </p:nvGrpSpPr>
        <p:grpSpPr>
          <a:xfrm>
            <a:off x="-612251" y="1170308"/>
            <a:ext cx="10984005" cy="3511387"/>
            <a:chOff x="-612251" y="1170306"/>
            <a:chExt cx="10984005" cy="3511387"/>
          </a:xfrm>
        </p:grpSpPr>
        <p:grpSp>
          <p:nvGrpSpPr>
            <p:cNvPr id="380" name="Google Shape;380;p30"/>
            <p:cNvGrpSpPr/>
            <p:nvPr/>
          </p:nvGrpSpPr>
          <p:grpSpPr>
            <a:xfrm rot="4385336">
              <a:off x="7369472" y="1803433"/>
              <a:ext cx="2987494" cy="2245132"/>
              <a:chOff x="2928576" y="0"/>
              <a:chExt cx="2987361" cy="2245032"/>
            </a:xfrm>
          </p:grpSpPr>
          <p:sp>
            <p:nvSpPr>
              <p:cNvPr id="381" name="Google Shape;381;p30"/>
              <p:cNvSpPr/>
              <p:nvPr/>
            </p:nvSpPr>
            <p:spPr>
              <a:xfrm>
                <a:off x="5825274" y="2079638"/>
                <a:ext cx="27165" cy="68669"/>
              </a:xfrm>
              <a:custGeom>
                <a:avLst/>
                <a:gdLst/>
                <a:ahLst/>
                <a:cxnLst/>
                <a:rect l="l" t="t" r="r" b="b"/>
                <a:pathLst>
                  <a:path w="27165" h="68669" extrusionOk="0">
                    <a:moveTo>
                      <a:pt x="12307" y="68533"/>
                    </a:moveTo>
                    <a:cubicBezTo>
                      <a:pt x="18940" y="70068"/>
                      <a:pt x="25561" y="65938"/>
                      <a:pt x="27097" y="59308"/>
                    </a:cubicBezTo>
                    <a:cubicBezTo>
                      <a:pt x="27318" y="58351"/>
                      <a:pt x="27425" y="57370"/>
                      <a:pt x="27414" y="56388"/>
                    </a:cubicBezTo>
                    <a:cubicBezTo>
                      <a:pt x="27228" y="41368"/>
                      <a:pt x="26355" y="26184"/>
                      <a:pt x="24818" y="11258"/>
                    </a:cubicBezTo>
                    <a:cubicBezTo>
                      <a:pt x="24134" y="4494"/>
                      <a:pt x="18094" y="-436"/>
                      <a:pt x="11327" y="247"/>
                    </a:cubicBezTo>
                    <a:cubicBezTo>
                      <a:pt x="4560" y="931"/>
                      <a:pt x="-371" y="6968"/>
                      <a:pt x="312" y="13732"/>
                    </a:cubicBezTo>
                    <a:cubicBezTo>
                      <a:pt x="314" y="13747"/>
                      <a:pt x="316" y="13762"/>
                      <a:pt x="317" y="13776"/>
                    </a:cubicBezTo>
                    <a:cubicBezTo>
                      <a:pt x="1777" y="27970"/>
                      <a:pt x="2608" y="42409"/>
                      <a:pt x="2785" y="56693"/>
                    </a:cubicBezTo>
                    <a:cubicBezTo>
                      <a:pt x="2855" y="62359"/>
                      <a:pt x="6785" y="67246"/>
                      <a:pt x="12307" y="6853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2" name="Google Shape;382;p30"/>
              <p:cNvSpPr/>
              <p:nvPr/>
            </p:nvSpPr>
            <p:spPr>
              <a:xfrm>
                <a:off x="2942024" y="131258"/>
                <a:ext cx="2890745" cy="1885233"/>
              </a:xfrm>
              <a:custGeom>
                <a:avLst/>
                <a:gdLst/>
                <a:ahLst/>
                <a:cxnLst/>
                <a:rect l="l" t="t" r="r" b="b"/>
                <a:pathLst>
                  <a:path w="2890745" h="1885233" extrusionOk="0">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3" name="Google Shape;383;p30"/>
              <p:cNvSpPr/>
              <p:nvPr/>
            </p:nvSpPr>
            <p:spPr>
              <a:xfrm>
                <a:off x="2928576" y="0"/>
                <a:ext cx="30338" cy="68295"/>
              </a:xfrm>
              <a:custGeom>
                <a:avLst/>
                <a:gdLst/>
                <a:ahLst/>
                <a:cxnLst/>
                <a:rect l="l" t="t" r="r" b="b"/>
                <a:pathLst>
                  <a:path w="30338" h="68295" extrusionOk="0">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4" name="Google Shape;384;p30"/>
              <p:cNvSpPr/>
              <p:nvPr/>
            </p:nvSpPr>
            <p:spPr>
              <a:xfrm>
                <a:off x="5764137" y="2107604"/>
                <a:ext cx="151800" cy="137428"/>
              </a:xfrm>
              <a:custGeom>
                <a:avLst/>
                <a:gdLst/>
                <a:ahLst/>
                <a:cxnLst/>
                <a:rect l="l" t="t" r="r" b="b"/>
                <a:pathLst>
                  <a:path w="151800" h="137428" extrusionOk="0">
                    <a:moveTo>
                      <a:pt x="0" y="0"/>
                    </a:moveTo>
                    <a:lnTo>
                      <a:pt x="65429" y="137429"/>
                    </a:lnTo>
                    <a:lnTo>
                      <a:pt x="151800" y="12080"/>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85" name="Google Shape;385;p30"/>
            <p:cNvGrpSpPr/>
            <p:nvPr/>
          </p:nvGrpSpPr>
          <p:grpSpPr>
            <a:xfrm rot="-571922">
              <a:off x="-491394" y="2581627"/>
              <a:ext cx="1308743" cy="1568755"/>
              <a:chOff x="1112130" y="2868093"/>
              <a:chExt cx="1308734" cy="1568744"/>
            </a:xfrm>
          </p:grpSpPr>
          <p:sp>
            <p:nvSpPr>
              <p:cNvPr id="386" name="Google Shape;386;p30"/>
              <p:cNvSpPr/>
              <p:nvPr/>
            </p:nvSpPr>
            <p:spPr>
              <a:xfrm>
                <a:off x="1112130" y="2926901"/>
                <a:ext cx="1211973" cy="1509936"/>
              </a:xfrm>
              <a:custGeom>
                <a:avLst/>
                <a:gdLst/>
                <a:ahLst/>
                <a:cxnLst/>
                <a:rect l="l" t="t" r="r" b="b"/>
                <a:pathLst>
                  <a:path w="1211973" h="1509936" extrusionOk="0">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7" name="Google Shape;387;p30"/>
              <p:cNvSpPr/>
              <p:nvPr/>
            </p:nvSpPr>
            <p:spPr>
              <a:xfrm>
                <a:off x="2276430" y="2868093"/>
                <a:ext cx="144434" cy="153119"/>
              </a:xfrm>
              <a:custGeom>
                <a:avLst/>
                <a:gdLst/>
                <a:ahLst/>
                <a:cxnLst/>
                <a:rect l="l" t="t" r="r" b="b"/>
                <a:pathLst>
                  <a:path w="144434" h="153119" extrusionOk="0">
                    <a:moveTo>
                      <a:pt x="0" y="0"/>
                    </a:moveTo>
                    <a:lnTo>
                      <a:pt x="144435" y="56140"/>
                    </a:lnTo>
                    <a:lnTo>
                      <a:pt x="23579" y="153119"/>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88"/>
        <p:cNvGrpSpPr/>
        <p:nvPr/>
      </p:nvGrpSpPr>
      <p:grpSpPr>
        <a:xfrm>
          <a:off x="0" y="0"/>
          <a:ext cx="0" cy="0"/>
          <a:chOff x="0" y="0"/>
          <a:chExt cx="0" cy="0"/>
        </a:xfrm>
      </p:grpSpPr>
      <p:grpSp>
        <p:nvGrpSpPr>
          <p:cNvPr id="389" name="Google Shape;389;p31"/>
          <p:cNvGrpSpPr/>
          <p:nvPr/>
        </p:nvGrpSpPr>
        <p:grpSpPr>
          <a:xfrm>
            <a:off x="-118898" y="890446"/>
            <a:ext cx="11011607" cy="4798868"/>
            <a:chOff x="-118900" y="890445"/>
            <a:chExt cx="11011607" cy="4798868"/>
          </a:xfrm>
        </p:grpSpPr>
        <p:grpSp>
          <p:nvGrpSpPr>
            <p:cNvPr id="390" name="Google Shape;390;p31"/>
            <p:cNvGrpSpPr/>
            <p:nvPr/>
          </p:nvGrpSpPr>
          <p:grpSpPr>
            <a:xfrm rot="7536696" flipH="1">
              <a:off x="245452" y="3916184"/>
              <a:ext cx="1308762" cy="1568777"/>
              <a:chOff x="1112130" y="2868093"/>
              <a:chExt cx="1308734" cy="1568744"/>
            </a:xfrm>
          </p:grpSpPr>
          <p:sp>
            <p:nvSpPr>
              <p:cNvPr id="391" name="Google Shape;391;p31"/>
              <p:cNvSpPr/>
              <p:nvPr/>
            </p:nvSpPr>
            <p:spPr>
              <a:xfrm>
                <a:off x="1112130" y="2926901"/>
                <a:ext cx="1211973" cy="1509936"/>
              </a:xfrm>
              <a:custGeom>
                <a:avLst/>
                <a:gdLst/>
                <a:ahLst/>
                <a:cxnLst/>
                <a:rect l="l" t="t" r="r" b="b"/>
                <a:pathLst>
                  <a:path w="1211973" h="1509936" extrusionOk="0">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2" name="Google Shape;392;p31"/>
              <p:cNvSpPr/>
              <p:nvPr/>
            </p:nvSpPr>
            <p:spPr>
              <a:xfrm>
                <a:off x="2276430" y="2868093"/>
                <a:ext cx="144434" cy="153119"/>
              </a:xfrm>
              <a:custGeom>
                <a:avLst/>
                <a:gdLst/>
                <a:ahLst/>
                <a:cxnLst/>
                <a:rect l="l" t="t" r="r" b="b"/>
                <a:pathLst>
                  <a:path w="144434" h="153119" extrusionOk="0">
                    <a:moveTo>
                      <a:pt x="0" y="0"/>
                    </a:moveTo>
                    <a:lnTo>
                      <a:pt x="144435" y="56140"/>
                    </a:lnTo>
                    <a:lnTo>
                      <a:pt x="23579" y="153119"/>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93" name="Google Shape;393;p31"/>
            <p:cNvGrpSpPr/>
            <p:nvPr/>
          </p:nvGrpSpPr>
          <p:grpSpPr>
            <a:xfrm rot="-8298219">
              <a:off x="7536959" y="1599679"/>
              <a:ext cx="2987439" cy="2245090"/>
              <a:chOff x="2928576" y="0"/>
              <a:chExt cx="2987361" cy="2245032"/>
            </a:xfrm>
          </p:grpSpPr>
          <p:sp>
            <p:nvSpPr>
              <p:cNvPr id="394" name="Google Shape;394;p31"/>
              <p:cNvSpPr/>
              <p:nvPr/>
            </p:nvSpPr>
            <p:spPr>
              <a:xfrm>
                <a:off x="5825274" y="2079638"/>
                <a:ext cx="27165" cy="68669"/>
              </a:xfrm>
              <a:custGeom>
                <a:avLst/>
                <a:gdLst/>
                <a:ahLst/>
                <a:cxnLst/>
                <a:rect l="l" t="t" r="r" b="b"/>
                <a:pathLst>
                  <a:path w="27165" h="68669" extrusionOk="0">
                    <a:moveTo>
                      <a:pt x="12307" y="68533"/>
                    </a:moveTo>
                    <a:cubicBezTo>
                      <a:pt x="18940" y="70068"/>
                      <a:pt x="25561" y="65938"/>
                      <a:pt x="27097" y="59308"/>
                    </a:cubicBezTo>
                    <a:cubicBezTo>
                      <a:pt x="27318" y="58351"/>
                      <a:pt x="27425" y="57370"/>
                      <a:pt x="27414" y="56388"/>
                    </a:cubicBezTo>
                    <a:cubicBezTo>
                      <a:pt x="27228" y="41368"/>
                      <a:pt x="26355" y="26184"/>
                      <a:pt x="24818" y="11258"/>
                    </a:cubicBezTo>
                    <a:cubicBezTo>
                      <a:pt x="24134" y="4494"/>
                      <a:pt x="18094" y="-436"/>
                      <a:pt x="11327" y="247"/>
                    </a:cubicBezTo>
                    <a:cubicBezTo>
                      <a:pt x="4560" y="931"/>
                      <a:pt x="-371" y="6968"/>
                      <a:pt x="312" y="13732"/>
                    </a:cubicBezTo>
                    <a:cubicBezTo>
                      <a:pt x="314" y="13747"/>
                      <a:pt x="316" y="13762"/>
                      <a:pt x="317" y="13776"/>
                    </a:cubicBezTo>
                    <a:cubicBezTo>
                      <a:pt x="1777" y="27970"/>
                      <a:pt x="2608" y="42409"/>
                      <a:pt x="2785" y="56693"/>
                    </a:cubicBezTo>
                    <a:cubicBezTo>
                      <a:pt x="2855" y="62359"/>
                      <a:pt x="6785" y="67246"/>
                      <a:pt x="12307" y="6853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5" name="Google Shape;395;p31"/>
              <p:cNvSpPr/>
              <p:nvPr/>
            </p:nvSpPr>
            <p:spPr>
              <a:xfrm>
                <a:off x="2942024" y="131258"/>
                <a:ext cx="2890745" cy="1885233"/>
              </a:xfrm>
              <a:custGeom>
                <a:avLst/>
                <a:gdLst/>
                <a:ahLst/>
                <a:cxnLst/>
                <a:rect l="l" t="t" r="r" b="b"/>
                <a:pathLst>
                  <a:path w="2890745" h="1885233" extrusionOk="0">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6" name="Google Shape;396;p31"/>
              <p:cNvSpPr/>
              <p:nvPr/>
            </p:nvSpPr>
            <p:spPr>
              <a:xfrm>
                <a:off x="2928576" y="0"/>
                <a:ext cx="30338" cy="68295"/>
              </a:xfrm>
              <a:custGeom>
                <a:avLst/>
                <a:gdLst/>
                <a:ahLst/>
                <a:cxnLst/>
                <a:rect l="l" t="t" r="r" b="b"/>
                <a:pathLst>
                  <a:path w="30338" h="68295" extrusionOk="0">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7" name="Google Shape;397;p31"/>
              <p:cNvSpPr/>
              <p:nvPr/>
            </p:nvSpPr>
            <p:spPr>
              <a:xfrm>
                <a:off x="5764137" y="2107604"/>
                <a:ext cx="151800" cy="137428"/>
              </a:xfrm>
              <a:custGeom>
                <a:avLst/>
                <a:gdLst/>
                <a:ahLst/>
                <a:cxnLst/>
                <a:rect l="l" t="t" r="r" b="b"/>
                <a:pathLst>
                  <a:path w="151800" h="137428" extrusionOk="0">
                    <a:moveTo>
                      <a:pt x="0" y="0"/>
                    </a:moveTo>
                    <a:lnTo>
                      <a:pt x="65429" y="137429"/>
                    </a:lnTo>
                    <a:lnTo>
                      <a:pt x="151800" y="12080"/>
                    </a:lnTo>
                    <a:lnTo>
                      <a:pt x="0"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98" name="Google Shape;398;p31"/>
          <p:cNvGrpSpPr/>
          <p:nvPr/>
        </p:nvGrpSpPr>
        <p:grpSpPr>
          <a:xfrm>
            <a:off x="-1531328" y="-1695080"/>
            <a:ext cx="11745357" cy="9133226"/>
            <a:chOff x="-1531329" y="-1695080"/>
            <a:chExt cx="11745357" cy="9133226"/>
          </a:xfrm>
        </p:grpSpPr>
        <p:sp>
          <p:nvSpPr>
            <p:cNvPr id="399" name="Google Shape;399;p31"/>
            <p:cNvSpPr/>
            <p:nvPr/>
          </p:nvSpPr>
          <p:spPr>
            <a:xfrm rot="4573459">
              <a:off x="-2015474" y="-379834"/>
              <a:ext cx="5008025" cy="2931541"/>
            </a:xfrm>
            <a:custGeom>
              <a:avLst/>
              <a:gdLst/>
              <a:ahLst/>
              <a:cxnLst/>
              <a:rect l="l" t="t" r="r" b="b"/>
              <a:pathLst>
                <a:path w="3755962" h="2198623" extrusionOk="0">
                  <a:moveTo>
                    <a:pt x="887286" y="78253"/>
                  </a:moveTo>
                  <a:cubicBezTo>
                    <a:pt x="985997" y="339348"/>
                    <a:pt x="1144461" y="573715"/>
                    <a:pt x="1349995" y="762596"/>
                  </a:cubicBezTo>
                  <a:cubicBezTo>
                    <a:pt x="1933662" y="1297828"/>
                    <a:pt x="2798651" y="1389120"/>
                    <a:pt x="3468008" y="1812346"/>
                  </a:cubicBezTo>
                  <a:cubicBezTo>
                    <a:pt x="3579077" y="1882574"/>
                    <a:pt x="3686928" y="1964476"/>
                    <a:pt x="3756725" y="2075810"/>
                  </a:cubicBezTo>
                  <a:cubicBezTo>
                    <a:pt x="3658147" y="2081869"/>
                    <a:pt x="3561651" y="2050577"/>
                    <a:pt x="3464266" y="2034134"/>
                  </a:cubicBezTo>
                  <a:cubicBezTo>
                    <a:pt x="3290484" y="2004792"/>
                    <a:pt x="3112607" y="2022782"/>
                    <a:pt x="2937292" y="2040839"/>
                  </a:cubicBezTo>
                  <a:cubicBezTo>
                    <a:pt x="2577737" y="2077871"/>
                    <a:pt x="2218181" y="2114903"/>
                    <a:pt x="1858626" y="2151935"/>
                  </a:cubicBezTo>
                  <a:cubicBezTo>
                    <a:pt x="1327651" y="2206622"/>
                    <a:pt x="767138" y="2256841"/>
                    <a:pt x="281560" y="2035189"/>
                  </a:cubicBezTo>
                  <a:cubicBezTo>
                    <a:pt x="218991" y="2006629"/>
                    <a:pt x="157145" y="1972842"/>
                    <a:pt x="110557" y="1922248"/>
                  </a:cubicBezTo>
                  <a:cubicBezTo>
                    <a:pt x="25827" y="1830234"/>
                    <a:pt x="3927" y="1697078"/>
                    <a:pt x="1149" y="1572032"/>
                  </a:cubicBezTo>
                  <a:cubicBezTo>
                    <a:pt x="-8370" y="1143690"/>
                    <a:pt x="159462" y="733681"/>
                    <a:pt x="324394" y="338245"/>
                  </a:cubicBezTo>
                  <a:cubicBezTo>
                    <a:pt x="364350" y="242448"/>
                    <a:pt x="406573" y="143368"/>
                    <a:pt x="483491" y="73671"/>
                  </a:cubicBezTo>
                  <a:cubicBezTo>
                    <a:pt x="560410" y="3973"/>
                    <a:pt x="682622" y="-27328"/>
                    <a:pt x="769331" y="2973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0" name="Google Shape;400;p31"/>
            <p:cNvSpPr/>
            <p:nvPr/>
          </p:nvSpPr>
          <p:spPr>
            <a:xfrm rot="673548" flipH="1">
              <a:off x="5870772" y="3833340"/>
              <a:ext cx="4066789" cy="3239947"/>
            </a:xfrm>
            <a:custGeom>
              <a:avLst/>
              <a:gdLst/>
              <a:ahLst/>
              <a:cxnLst/>
              <a:rect l="l" t="t" r="r" b="b"/>
              <a:pathLst>
                <a:path w="4060032" h="3234564" extrusionOk="0">
                  <a:moveTo>
                    <a:pt x="249" y="45192"/>
                  </a:moveTo>
                  <a:cubicBezTo>
                    <a:pt x="269487" y="-12410"/>
                    <a:pt x="547625" y="-14747"/>
                    <a:pt x="817794" y="38324"/>
                  </a:cubicBezTo>
                  <a:cubicBezTo>
                    <a:pt x="992831" y="72834"/>
                    <a:pt x="1173188" y="137272"/>
                    <a:pt x="1284308" y="276791"/>
                  </a:cubicBezTo>
                  <a:cubicBezTo>
                    <a:pt x="1430236" y="460012"/>
                    <a:pt x="1427533" y="735318"/>
                    <a:pt x="1591010" y="903082"/>
                  </a:cubicBezTo>
                  <a:cubicBezTo>
                    <a:pt x="1691415" y="1006119"/>
                    <a:pt x="1836723" y="1049287"/>
                    <a:pt x="1975738" y="1086446"/>
                  </a:cubicBezTo>
                  <a:cubicBezTo>
                    <a:pt x="2155871" y="1134596"/>
                    <a:pt x="2339429" y="1179582"/>
                    <a:pt x="2525874" y="1176947"/>
                  </a:cubicBezTo>
                  <a:cubicBezTo>
                    <a:pt x="2702848" y="1174444"/>
                    <a:pt x="2876528" y="1129077"/>
                    <a:pt x="3053104" y="1116965"/>
                  </a:cubicBezTo>
                  <a:cubicBezTo>
                    <a:pt x="3279101" y="1101462"/>
                    <a:pt x="3513389" y="1143435"/>
                    <a:pt x="3704967" y="1264267"/>
                  </a:cubicBezTo>
                  <a:cubicBezTo>
                    <a:pt x="3896545" y="1385099"/>
                    <a:pt x="4040017" y="1590458"/>
                    <a:pt x="4058161" y="1816160"/>
                  </a:cubicBezTo>
                  <a:cubicBezTo>
                    <a:pt x="4095786" y="2284203"/>
                    <a:pt x="3619387" y="2685752"/>
                    <a:pt x="3678317" y="3151595"/>
                  </a:cubicBezTo>
                  <a:cubicBezTo>
                    <a:pt x="3680501" y="3168863"/>
                    <a:pt x="3682116" y="3189621"/>
                    <a:pt x="3668418" y="3200365"/>
                  </a:cubicBezTo>
                  <a:cubicBezTo>
                    <a:pt x="3660715" y="3206407"/>
                    <a:pt x="3650277" y="3207248"/>
                    <a:pt x="3640505" y="3207847"/>
                  </a:cubicBezTo>
                  <a:cubicBezTo>
                    <a:pt x="3143593" y="3238329"/>
                    <a:pt x="2637212" y="3267995"/>
                    <a:pt x="2154600" y="3145832"/>
                  </a:cubicBezTo>
                  <a:cubicBezTo>
                    <a:pt x="1968662" y="3098766"/>
                    <a:pt x="1788894" y="3029702"/>
                    <a:pt x="1603199" y="2981685"/>
                  </a:cubicBezTo>
                  <a:cubicBezTo>
                    <a:pt x="1289120" y="2900471"/>
                    <a:pt x="961814" y="2880382"/>
                    <a:pt x="647308" y="2800835"/>
                  </a:cubicBezTo>
                  <a:cubicBezTo>
                    <a:pt x="489159" y="2760824"/>
                    <a:pt x="335135" y="2706000"/>
                    <a:pt x="187281" y="2637091"/>
                  </a:cubicBezTo>
                  <a:cubicBezTo>
                    <a:pt x="157960" y="2623423"/>
                    <a:pt x="127877" y="2608411"/>
                    <a:pt x="107739" y="2583100"/>
                  </a:cubicBezTo>
                  <a:cubicBezTo>
                    <a:pt x="77923" y="2545625"/>
                    <a:pt x="75902" y="2493861"/>
                    <a:pt x="75424" y="2445983"/>
                  </a:cubicBezTo>
                  <a:cubicBezTo>
                    <a:pt x="69005" y="1801817"/>
                    <a:pt x="103238" y="1157888"/>
                    <a:pt x="177918" y="51803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6" y="397909"/>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300"/>
              <a:buFont typeface="Rambla"/>
              <a:buNone/>
              <a:defRPr sz="3300" b="1">
                <a:solidFill>
                  <a:schemeClr val="dk1"/>
                </a:solidFill>
                <a:latin typeface="Rambla"/>
                <a:ea typeface="Rambla"/>
                <a:cs typeface="Rambla"/>
                <a:sym typeface="Rambla"/>
              </a:defRPr>
            </a:lvl1pPr>
            <a:lvl2pPr lvl="1" rtl="0">
              <a:spcBef>
                <a:spcPts val="0"/>
              </a:spcBef>
              <a:spcAft>
                <a:spcPts val="0"/>
              </a:spcAft>
              <a:buClr>
                <a:schemeClr val="dk1"/>
              </a:buClr>
              <a:buSzPts val="3300"/>
              <a:buFont typeface="Rambla"/>
              <a:buNone/>
              <a:defRPr sz="3300" b="1">
                <a:solidFill>
                  <a:schemeClr val="dk1"/>
                </a:solidFill>
                <a:latin typeface="Rambla"/>
                <a:ea typeface="Rambla"/>
                <a:cs typeface="Rambla"/>
                <a:sym typeface="Rambla"/>
              </a:defRPr>
            </a:lvl2pPr>
            <a:lvl3pPr lvl="2" rtl="0">
              <a:spcBef>
                <a:spcPts val="0"/>
              </a:spcBef>
              <a:spcAft>
                <a:spcPts val="0"/>
              </a:spcAft>
              <a:buClr>
                <a:schemeClr val="dk1"/>
              </a:buClr>
              <a:buSzPts val="3300"/>
              <a:buFont typeface="Rambla"/>
              <a:buNone/>
              <a:defRPr sz="3300" b="1">
                <a:solidFill>
                  <a:schemeClr val="dk1"/>
                </a:solidFill>
                <a:latin typeface="Rambla"/>
                <a:ea typeface="Rambla"/>
                <a:cs typeface="Rambla"/>
                <a:sym typeface="Rambla"/>
              </a:defRPr>
            </a:lvl3pPr>
            <a:lvl4pPr lvl="3" rtl="0">
              <a:spcBef>
                <a:spcPts val="0"/>
              </a:spcBef>
              <a:spcAft>
                <a:spcPts val="0"/>
              </a:spcAft>
              <a:buClr>
                <a:schemeClr val="dk1"/>
              </a:buClr>
              <a:buSzPts val="3300"/>
              <a:buFont typeface="Rambla"/>
              <a:buNone/>
              <a:defRPr sz="3300" b="1">
                <a:solidFill>
                  <a:schemeClr val="dk1"/>
                </a:solidFill>
                <a:latin typeface="Rambla"/>
                <a:ea typeface="Rambla"/>
                <a:cs typeface="Rambla"/>
                <a:sym typeface="Rambla"/>
              </a:defRPr>
            </a:lvl4pPr>
            <a:lvl5pPr lvl="4" rtl="0">
              <a:spcBef>
                <a:spcPts val="0"/>
              </a:spcBef>
              <a:spcAft>
                <a:spcPts val="0"/>
              </a:spcAft>
              <a:buClr>
                <a:schemeClr val="dk1"/>
              </a:buClr>
              <a:buSzPts val="3300"/>
              <a:buFont typeface="Rambla"/>
              <a:buNone/>
              <a:defRPr sz="3300" b="1">
                <a:solidFill>
                  <a:schemeClr val="dk1"/>
                </a:solidFill>
                <a:latin typeface="Rambla"/>
                <a:ea typeface="Rambla"/>
                <a:cs typeface="Rambla"/>
                <a:sym typeface="Rambla"/>
              </a:defRPr>
            </a:lvl5pPr>
            <a:lvl6pPr lvl="5" rtl="0">
              <a:spcBef>
                <a:spcPts val="0"/>
              </a:spcBef>
              <a:spcAft>
                <a:spcPts val="0"/>
              </a:spcAft>
              <a:buClr>
                <a:schemeClr val="dk1"/>
              </a:buClr>
              <a:buSzPts val="3300"/>
              <a:buFont typeface="Rambla"/>
              <a:buNone/>
              <a:defRPr sz="3300" b="1">
                <a:solidFill>
                  <a:schemeClr val="dk1"/>
                </a:solidFill>
                <a:latin typeface="Rambla"/>
                <a:ea typeface="Rambla"/>
                <a:cs typeface="Rambla"/>
                <a:sym typeface="Rambla"/>
              </a:defRPr>
            </a:lvl6pPr>
            <a:lvl7pPr lvl="6" rtl="0">
              <a:spcBef>
                <a:spcPts val="0"/>
              </a:spcBef>
              <a:spcAft>
                <a:spcPts val="0"/>
              </a:spcAft>
              <a:buClr>
                <a:schemeClr val="dk1"/>
              </a:buClr>
              <a:buSzPts val="3300"/>
              <a:buFont typeface="Rambla"/>
              <a:buNone/>
              <a:defRPr sz="3300" b="1">
                <a:solidFill>
                  <a:schemeClr val="dk1"/>
                </a:solidFill>
                <a:latin typeface="Rambla"/>
                <a:ea typeface="Rambla"/>
                <a:cs typeface="Rambla"/>
                <a:sym typeface="Rambla"/>
              </a:defRPr>
            </a:lvl7pPr>
            <a:lvl8pPr lvl="7" rtl="0">
              <a:spcBef>
                <a:spcPts val="0"/>
              </a:spcBef>
              <a:spcAft>
                <a:spcPts val="0"/>
              </a:spcAft>
              <a:buClr>
                <a:schemeClr val="dk1"/>
              </a:buClr>
              <a:buSzPts val="3300"/>
              <a:buFont typeface="Rambla"/>
              <a:buNone/>
              <a:defRPr sz="3300" b="1">
                <a:solidFill>
                  <a:schemeClr val="dk1"/>
                </a:solidFill>
                <a:latin typeface="Rambla"/>
                <a:ea typeface="Rambla"/>
                <a:cs typeface="Rambla"/>
                <a:sym typeface="Rambla"/>
              </a:defRPr>
            </a:lvl8pPr>
            <a:lvl9pPr lvl="8" rtl="0">
              <a:spcBef>
                <a:spcPts val="0"/>
              </a:spcBef>
              <a:spcAft>
                <a:spcPts val="0"/>
              </a:spcAft>
              <a:buClr>
                <a:schemeClr val="dk1"/>
              </a:buClr>
              <a:buSzPts val="3300"/>
              <a:buFont typeface="Rambla"/>
              <a:buNone/>
              <a:defRPr sz="3300" b="1">
                <a:solidFill>
                  <a:schemeClr val="dk1"/>
                </a:solidFill>
                <a:latin typeface="Rambla"/>
                <a:ea typeface="Rambla"/>
                <a:cs typeface="Rambla"/>
                <a:sym typeface="Rambla"/>
              </a:defRPr>
            </a:lvl9pPr>
          </a:lstStyle>
          <a:p>
            <a:endParaRPr/>
          </a:p>
        </p:txBody>
      </p:sp>
      <p:sp>
        <p:nvSpPr>
          <p:cNvPr id="7" name="Google Shape;7;p1"/>
          <p:cNvSpPr txBox="1">
            <a:spLocks noGrp="1"/>
          </p:cNvSpPr>
          <p:nvPr>
            <p:ph type="body" idx="1"/>
          </p:nvPr>
        </p:nvSpPr>
        <p:spPr>
          <a:xfrm>
            <a:off x="713226"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1pPr>
            <a:lvl2pPr marL="914400" lvl="1"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2pPr>
            <a:lvl3pPr marL="1371600" lvl="2"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3pPr>
            <a:lvl4pPr marL="1828800" lvl="3"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4pPr>
            <a:lvl5pPr marL="2286000" lvl="4"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5pPr>
            <a:lvl6pPr marL="2743200" lvl="5"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6pPr>
            <a:lvl7pPr marL="3200400" lvl="6"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7pPr>
            <a:lvl8pPr marL="3657600" lvl="7"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8pPr>
            <a:lvl9pPr marL="4114800" lvl="8"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4" r:id="rId5"/>
    <p:sldLayoutId id="2147483655" r:id="rId6"/>
    <p:sldLayoutId id="2147483657" r:id="rId7"/>
    <p:sldLayoutId id="2147483658" r:id="rId8"/>
    <p:sldLayoutId id="2147483661" r:id="rId9"/>
    <p:sldLayoutId id="2147483665" r:id="rId10"/>
    <p:sldLayoutId id="2147483671" r:id="rId11"/>
    <p:sldLayoutId id="2147483675" r:id="rId12"/>
    <p:sldLayoutId id="2147483676" r:id="rId13"/>
    <p:sldLayoutId id="2147483677"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5" name="Google Shape;415;p35"/>
          <p:cNvSpPr/>
          <p:nvPr/>
        </p:nvSpPr>
        <p:spPr>
          <a:xfrm>
            <a:off x="2289518" y="0"/>
            <a:ext cx="6883442" cy="3077224"/>
          </a:xfrm>
          <a:custGeom>
            <a:avLst/>
            <a:gdLst/>
            <a:ahLst/>
            <a:cxnLst/>
            <a:rect l="l" t="t" r="r" b="b"/>
            <a:pathLst>
              <a:path w="5203287" h="2382730" extrusionOk="0">
                <a:moveTo>
                  <a:pt x="762" y="266035"/>
                </a:moveTo>
                <a:cubicBezTo>
                  <a:pt x="393491" y="611648"/>
                  <a:pt x="868213" y="924551"/>
                  <a:pt x="1391131" y="908337"/>
                </a:cubicBezTo>
                <a:cubicBezTo>
                  <a:pt x="1496841" y="905059"/>
                  <a:pt x="1601593" y="888220"/>
                  <a:pt x="1706191" y="872586"/>
                </a:cubicBezTo>
                <a:cubicBezTo>
                  <a:pt x="2123117" y="810266"/>
                  <a:pt x="2546407" y="766558"/>
                  <a:pt x="2965914" y="808086"/>
                </a:cubicBezTo>
                <a:cubicBezTo>
                  <a:pt x="3385421" y="849614"/>
                  <a:pt x="3804003" y="981237"/>
                  <a:pt x="4136746" y="1240044"/>
                </a:cubicBezTo>
                <a:cubicBezTo>
                  <a:pt x="4540213" y="1553861"/>
                  <a:pt x="4787728" y="2026609"/>
                  <a:pt x="5154261" y="2382862"/>
                </a:cubicBezTo>
                <a:cubicBezTo>
                  <a:pt x="5198016" y="1770956"/>
                  <a:pt x="5212931" y="1157896"/>
                  <a:pt x="5199008" y="543682"/>
                </a:cubicBezTo>
                <a:cubicBezTo>
                  <a:pt x="5196941" y="452774"/>
                  <a:pt x="5193251" y="358028"/>
                  <a:pt x="5149894" y="278097"/>
                </a:cubicBezTo>
                <a:cubicBezTo>
                  <a:pt x="5066964" y="125212"/>
                  <a:pt x="4872604" y="78319"/>
                  <a:pt x="4700103" y="55978"/>
                </a:cubicBezTo>
                <a:cubicBezTo>
                  <a:pt x="4263235" y="-600"/>
                  <a:pt x="3821235" y="-241"/>
                  <a:pt x="3380718" y="209"/>
                </a:cubicBezTo>
                <a:cubicBezTo>
                  <a:pt x="2325287" y="1287"/>
                  <a:pt x="1269791" y="2365"/>
                  <a:pt x="214541" y="21978"/>
                </a:cubicBezTo>
                <a:close/>
              </a:path>
            </a:pathLst>
          </a:custGeom>
          <a:solidFill>
            <a:schemeClr val="dk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 name="Google Shape;415;p35">
            <a:extLst>
              <a:ext uri="{FF2B5EF4-FFF2-40B4-BE49-F238E27FC236}">
                <a16:creationId xmlns:a16="http://schemas.microsoft.com/office/drawing/2014/main" id="{F9660244-AA93-1D24-5CD9-A7A2F04BC13D}"/>
              </a:ext>
            </a:extLst>
          </p:cNvPr>
          <p:cNvSpPr/>
          <p:nvPr/>
        </p:nvSpPr>
        <p:spPr>
          <a:xfrm rot="10800000">
            <a:off x="0" y="2163954"/>
            <a:ext cx="6883442" cy="3077224"/>
          </a:xfrm>
          <a:custGeom>
            <a:avLst/>
            <a:gdLst/>
            <a:ahLst/>
            <a:cxnLst/>
            <a:rect l="l" t="t" r="r" b="b"/>
            <a:pathLst>
              <a:path w="5203287" h="2382730" extrusionOk="0">
                <a:moveTo>
                  <a:pt x="762" y="266035"/>
                </a:moveTo>
                <a:cubicBezTo>
                  <a:pt x="393491" y="611648"/>
                  <a:pt x="868213" y="924551"/>
                  <a:pt x="1391131" y="908337"/>
                </a:cubicBezTo>
                <a:cubicBezTo>
                  <a:pt x="1496841" y="905059"/>
                  <a:pt x="1601593" y="888220"/>
                  <a:pt x="1706191" y="872586"/>
                </a:cubicBezTo>
                <a:cubicBezTo>
                  <a:pt x="2123117" y="810266"/>
                  <a:pt x="2546407" y="766558"/>
                  <a:pt x="2965914" y="808086"/>
                </a:cubicBezTo>
                <a:cubicBezTo>
                  <a:pt x="3385421" y="849614"/>
                  <a:pt x="3804003" y="981237"/>
                  <a:pt x="4136746" y="1240044"/>
                </a:cubicBezTo>
                <a:cubicBezTo>
                  <a:pt x="4540213" y="1553861"/>
                  <a:pt x="4787728" y="2026609"/>
                  <a:pt x="5154261" y="2382862"/>
                </a:cubicBezTo>
                <a:cubicBezTo>
                  <a:pt x="5198016" y="1770956"/>
                  <a:pt x="5212931" y="1157896"/>
                  <a:pt x="5199008" y="543682"/>
                </a:cubicBezTo>
                <a:cubicBezTo>
                  <a:pt x="5196941" y="452774"/>
                  <a:pt x="5193251" y="358028"/>
                  <a:pt x="5149894" y="278097"/>
                </a:cubicBezTo>
                <a:cubicBezTo>
                  <a:pt x="5066964" y="125212"/>
                  <a:pt x="4872604" y="78319"/>
                  <a:pt x="4700103" y="55978"/>
                </a:cubicBezTo>
                <a:cubicBezTo>
                  <a:pt x="4263235" y="-600"/>
                  <a:pt x="3821235" y="-241"/>
                  <a:pt x="3380718" y="209"/>
                </a:cubicBezTo>
                <a:cubicBezTo>
                  <a:pt x="2325287" y="1287"/>
                  <a:pt x="1269791" y="2365"/>
                  <a:pt x="214541" y="21978"/>
                </a:cubicBezTo>
                <a:close/>
              </a:path>
            </a:pathLst>
          </a:custGeom>
          <a:solidFill>
            <a:schemeClr val="dk2"/>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sp>
        <p:nvSpPr>
          <p:cNvPr id="412" name="Google Shape;412;p35"/>
          <p:cNvSpPr txBox="1">
            <a:spLocks noGrp="1"/>
          </p:cNvSpPr>
          <p:nvPr>
            <p:ph type="subTitle" idx="1"/>
          </p:nvPr>
        </p:nvSpPr>
        <p:spPr>
          <a:xfrm>
            <a:off x="291194" y="4110270"/>
            <a:ext cx="3280462" cy="1033230"/>
          </a:xfrm>
          <a:prstGeom prst="rect">
            <a:avLst/>
          </a:prstGeom>
        </p:spPr>
        <p:txBody>
          <a:bodyPr spcFirstLastPara="1" wrap="square" lIns="91425" tIns="91425" rIns="91425" bIns="91425" anchor="t" anchorCtr="0">
            <a:noAutofit/>
          </a:bodyPr>
          <a:lstStyle/>
          <a:p>
            <a:pPr marL="0" indent="0">
              <a:spcAft>
                <a:spcPts val="110"/>
              </a:spcAft>
            </a:pPr>
            <a:r>
              <a:rPr lang="en-IN" sz="1800" dirty="0"/>
              <a:t>PRESENTED BY    </a:t>
            </a:r>
          </a:p>
          <a:p>
            <a:pPr marL="0" indent="0">
              <a:spcAft>
                <a:spcPts val="110"/>
              </a:spcAft>
            </a:pPr>
            <a:r>
              <a:rPr lang="en-IN" sz="1800" b="1" dirty="0"/>
              <a:t>JAMUNA G    (2428M0128)</a:t>
            </a:r>
            <a:endParaRPr sz="1800" b="1" dirty="0"/>
          </a:p>
        </p:txBody>
      </p:sp>
      <p:sp>
        <p:nvSpPr>
          <p:cNvPr id="411" name="Google Shape;411;p35"/>
          <p:cNvSpPr txBox="1">
            <a:spLocks noGrp="1"/>
          </p:cNvSpPr>
          <p:nvPr>
            <p:ph type="ctrTitle"/>
          </p:nvPr>
        </p:nvSpPr>
        <p:spPr>
          <a:xfrm>
            <a:off x="382114" y="584199"/>
            <a:ext cx="6431163" cy="1527000"/>
          </a:xfrm>
          <a:prstGeom prst="rect">
            <a:avLst/>
          </a:prstGeom>
        </p:spPr>
        <p:txBody>
          <a:bodyPr spcFirstLastPara="1" wrap="square" lIns="91425" tIns="91425" rIns="91425" bIns="91425" anchor="t" anchorCtr="0">
            <a:noAutofit/>
          </a:bodyPr>
          <a:lstStyle/>
          <a:p>
            <a:r>
              <a:rPr lang="en-US" sz="3200" dirty="0"/>
              <a:t>EXPLORING UPI TRANSACTION PATTERN AND FRAUD DETECTION</a:t>
            </a:r>
            <a:br>
              <a:rPr lang="en-IN" sz="3200" dirty="0"/>
            </a:br>
            <a:endParaRPr sz="3200" dirty="0"/>
          </a:p>
        </p:txBody>
      </p:sp>
      <p:grpSp>
        <p:nvGrpSpPr>
          <p:cNvPr id="416" name="Google Shape;416;p35"/>
          <p:cNvGrpSpPr/>
          <p:nvPr/>
        </p:nvGrpSpPr>
        <p:grpSpPr>
          <a:xfrm>
            <a:off x="3704722" y="86939"/>
            <a:ext cx="5128559" cy="5191691"/>
            <a:chOff x="3742757" y="-823675"/>
            <a:chExt cx="5774305" cy="6214417"/>
          </a:xfrm>
        </p:grpSpPr>
        <p:sp>
          <p:nvSpPr>
            <p:cNvPr id="418" name="Google Shape;418;p35"/>
            <p:cNvSpPr/>
            <p:nvPr/>
          </p:nvSpPr>
          <p:spPr>
            <a:xfrm rot="380639">
              <a:off x="3742757" y="3880771"/>
              <a:ext cx="1212002" cy="1509971"/>
            </a:xfrm>
            <a:custGeom>
              <a:avLst/>
              <a:gdLst/>
              <a:ahLst/>
              <a:cxnLst/>
              <a:rect l="l" t="t" r="r" b="b"/>
              <a:pathLst>
                <a:path w="1211973" h="1509936" extrusionOk="0">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grpSp>
          <p:nvGrpSpPr>
            <p:cNvPr id="420" name="Google Shape;420;p35"/>
            <p:cNvGrpSpPr/>
            <p:nvPr/>
          </p:nvGrpSpPr>
          <p:grpSpPr>
            <a:xfrm flipH="1">
              <a:off x="6529701" y="-823675"/>
              <a:ext cx="2987361" cy="2245032"/>
              <a:chOff x="2928576" y="0"/>
              <a:chExt cx="2987361" cy="2245032"/>
            </a:xfrm>
          </p:grpSpPr>
          <p:sp>
            <p:nvSpPr>
              <p:cNvPr id="421" name="Google Shape;421;p35"/>
              <p:cNvSpPr/>
              <p:nvPr/>
            </p:nvSpPr>
            <p:spPr>
              <a:xfrm>
                <a:off x="5825274" y="2079638"/>
                <a:ext cx="27165" cy="68669"/>
              </a:xfrm>
              <a:custGeom>
                <a:avLst/>
                <a:gdLst/>
                <a:ahLst/>
                <a:cxnLst/>
                <a:rect l="l" t="t" r="r" b="b"/>
                <a:pathLst>
                  <a:path w="27165" h="68669" extrusionOk="0">
                    <a:moveTo>
                      <a:pt x="12307" y="68533"/>
                    </a:moveTo>
                    <a:cubicBezTo>
                      <a:pt x="18940" y="70068"/>
                      <a:pt x="25561" y="65938"/>
                      <a:pt x="27097" y="59308"/>
                    </a:cubicBezTo>
                    <a:cubicBezTo>
                      <a:pt x="27318" y="58351"/>
                      <a:pt x="27425" y="57370"/>
                      <a:pt x="27414" y="56388"/>
                    </a:cubicBezTo>
                    <a:cubicBezTo>
                      <a:pt x="27228" y="41368"/>
                      <a:pt x="26355" y="26184"/>
                      <a:pt x="24818" y="11258"/>
                    </a:cubicBezTo>
                    <a:cubicBezTo>
                      <a:pt x="24134" y="4494"/>
                      <a:pt x="18094" y="-436"/>
                      <a:pt x="11327" y="247"/>
                    </a:cubicBezTo>
                    <a:cubicBezTo>
                      <a:pt x="4560" y="931"/>
                      <a:pt x="-371" y="6968"/>
                      <a:pt x="312" y="13732"/>
                    </a:cubicBezTo>
                    <a:cubicBezTo>
                      <a:pt x="314" y="13747"/>
                      <a:pt x="316" y="13762"/>
                      <a:pt x="317" y="13776"/>
                    </a:cubicBezTo>
                    <a:cubicBezTo>
                      <a:pt x="1777" y="27970"/>
                      <a:pt x="2608" y="42409"/>
                      <a:pt x="2785" y="56693"/>
                    </a:cubicBezTo>
                    <a:cubicBezTo>
                      <a:pt x="2855" y="62359"/>
                      <a:pt x="6785" y="67246"/>
                      <a:pt x="12307" y="68533"/>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22" name="Google Shape;422;p35"/>
              <p:cNvSpPr/>
              <p:nvPr/>
            </p:nvSpPr>
            <p:spPr>
              <a:xfrm>
                <a:off x="2942024" y="131258"/>
                <a:ext cx="2890745" cy="1885233"/>
              </a:xfrm>
              <a:custGeom>
                <a:avLst/>
                <a:gdLst/>
                <a:ahLst/>
                <a:cxnLst/>
                <a:rect l="l" t="t" r="r" b="b"/>
                <a:pathLst>
                  <a:path w="2890745" h="1885233" extrusionOk="0">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23" name="Google Shape;423;p35"/>
              <p:cNvSpPr/>
              <p:nvPr/>
            </p:nvSpPr>
            <p:spPr>
              <a:xfrm>
                <a:off x="2928576" y="0"/>
                <a:ext cx="30338" cy="68295"/>
              </a:xfrm>
              <a:custGeom>
                <a:avLst/>
                <a:gdLst/>
                <a:ahLst/>
                <a:cxnLst/>
                <a:rect l="l" t="t" r="r" b="b"/>
                <a:pathLst>
                  <a:path w="30338" h="68295" extrusionOk="0">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24" name="Google Shape;424;p35"/>
              <p:cNvSpPr/>
              <p:nvPr/>
            </p:nvSpPr>
            <p:spPr>
              <a:xfrm>
                <a:off x="5764137" y="2107604"/>
                <a:ext cx="151800" cy="137428"/>
              </a:xfrm>
              <a:custGeom>
                <a:avLst/>
                <a:gdLst/>
                <a:ahLst/>
                <a:cxnLst/>
                <a:rect l="l" t="t" r="r" b="b"/>
                <a:pathLst>
                  <a:path w="151800" h="137428" extrusionOk="0">
                    <a:moveTo>
                      <a:pt x="0" y="0"/>
                    </a:moveTo>
                    <a:lnTo>
                      <a:pt x="65429" y="137429"/>
                    </a:lnTo>
                    <a:lnTo>
                      <a:pt x="151800" y="12080"/>
                    </a:lnTo>
                    <a:lnTo>
                      <a:pt x="0" y="0"/>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425" name="Google Shape;425;p35"/>
          <p:cNvGrpSpPr/>
          <p:nvPr/>
        </p:nvGrpSpPr>
        <p:grpSpPr>
          <a:xfrm>
            <a:off x="4618992" y="1771565"/>
            <a:ext cx="4335744" cy="3513610"/>
            <a:chOff x="4172069" y="1871574"/>
            <a:chExt cx="4574653" cy="2961826"/>
          </a:xfrm>
        </p:grpSpPr>
        <p:grpSp>
          <p:nvGrpSpPr>
            <p:cNvPr id="426" name="Google Shape;426;p35"/>
            <p:cNvGrpSpPr/>
            <p:nvPr/>
          </p:nvGrpSpPr>
          <p:grpSpPr>
            <a:xfrm rot="-1089589">
              <a:off x="4193481" y="3799708"/>
              <a:ext cx="1428487" cy="1018582"/>
              <a:chOff x="5088787" y="5315912"/>
              <a:chExt cx="1355709" cy="966687"/>
            </a:xfrm>
          </p:grpSpPr>
          <p:sp>
            <p:nvSpPr>
              <p:cNvPr id="427" name="Google Shape;427;p35"/>
              <p:cNvSpPr/>
              <p:nvPr/>
            </p:nvSpPr>
            <p:spPr>
              <a:xfrm>
                <a:off x="5109162" y="5494839"/>
                <a:ext cx="1335334" cy="787760"/>
              </a:xfrm>
              <a:custGeom>
                <a:avLst/>
                <a:gdLst/>
                <a:ahLst/>
                <a:cxnLst/>
                <a:rect l="l" t="t" r="r" b="b"/>
                <a:pathLst>
                  <a:path w="1745534" h="1029752" extrusionOk="0">
                    <a:moveTo>
                      <a:pt x="5103" y="167486"/>
                    </a:moveTo>
                    <a:cubicBezTo>
                      <a:pt x="-86406" y="691790"/>
                      <a:pt x="1052911" y="1396174"/>
                      <a:pt x="1745445" y="803631"/>
                    </a:cubicBezTo>
                    <a:cubicBezTo>
                      <a:pt x="1467424" y="94438"/>
                      <a:pt x="387793" y="-221495"/>
                      <a:pt x="5103" y="167486"/>
                    </a:cubicBezTo>
                    <a:close/>
                  </a:path>
                </a:pathLst>
              </a:custGeom>
              <a:solidFill>
                <a:schemeClr val="accent1"/>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sp>
            <p:nvSpPr>
              <p:cNvPr id="430" name="Google Shape;430;p35"/>
              <p:cNvSpPr/>
              <p:nvPr/>
            </p:nvSpPr>
            <p:spPr>
              <a:xfrm rot="2223505">
                <a:off x="5287632" y="5779796"/>
                <a:ext cx="365072" cy="278678"/>
              </a:xfrm>
              <a:custGeom>
                <a:avLst/>
                <a:gdLst/>
                <a:ahLst/>
                <a:cxnLst/>
                <a:rect l="l" t="t" r="r" b="b"/>
                <a:pathLst>
                  <a:path w="477218" h="364285" extrusionOk="0">
                    <a:moveTo>
                      <a:pt x="463799" y="-728"/>
                    </a:moveTo>
                    <a:lnTo>
                      <a:pt x="-89" y="352899"/>
                    </a:lnTo>
                    <a:cubicBezTo>
                      <a:pt x="7290" y="356507"/>
                      <a:pt x="14709" y="360060"/>
                      <a:pt x="22169" y="363558"/>
                    </a:cubicBezTo>
                    <a:lnTo>
                      <a:pt x="477129" y="16737"/>
                    </a:lnTo>
                    <a:close/>
                  </a:path>
                </a:pathLst>
              </a:custGeom>
              <a:solidFill>
                <a:schemeClr val="dk1"/>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sp>
            <p:nvSpPr>
              <p:cNvPr id="431" name="Google Shape;431;p35"/>
              <p:cNvSpPr/>
              <p:nvPr/>
            </p:nvSpPr>
            <p:spPr>
              <a:xfrm>
                <a:off x="5728282" y="5315912"/>
                <a:ext cx="66602" cy="325390"/>
              </a:xfrm>
              <a:custGeom>
                <a:avLst/>
                <a:gdLst/>
                <a:ahLst/>
                <a:cxnLst/>
                <a:rect l="l" t="t" r="r" b="b"/>
                <a:pathLst>
                  <a:path w="87062" h="425347" extrusionOk="0">
                    <a:moveTo>
                      <a:pt x="86974" y="421286"/>
                    </a:moveTo>
                    <a:lnTo>
                      <a:pt x="24541" y="14862"/>
                    </a:lnTo>
                    <a:cubicBezTo>
                      <a:pt x="16387" y="9574"/>
                      <a:pt x="8162" y="4400"/>
                      <a:pt x="-89" y="-728"/>
                    </a:cubicBezTo>
                    <a:lnTo>
                      <a:pt x="65250" y="424620"/>
                    </a:ln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32" name="Google Shape;432;p35"/>
              <p:cNvSpPr/>
              <p:nvPr/>
            </p:nvSpPr>
            <p:spPr>
              <a:xfrm>
                <a:off x="5642170" y="5695733"/>
                <a:ext cx="322891" cy="233935"/>
              </a:xfrm>
              <a:custGeom>
                <a:avLst/>
                <a:gdLst/>
                <a:ahLst/>
                <a:cxnLst/>
                <a:rect l="l" t="t" r="r" b="b"/>
                <a:pathLst>
                  <a:path w="422080" h="305797" extrusionOk="0">
                    <a:moveTo>
                      <a:pt x="421991" y="16860"/>
                    </a:moveTo>
                    <a:lnTo>
                      <a:pt x="408822" y="-728"/>
                    </a:lnTo>
                    <a:lnTo>
                      <a:pt x="-89" y="305069"/>
                    </a:lnTo>
                    <a:cubicBezTo>
                      <a:pt x="12556" y="304979"/>
                      <a:pt x="25200" y="304669"/>
                      <a:pt x="37842" y="304137"/>
                    </a:cubicBez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33" name="Google Shape;433;p35"/>
              <p:cNvSpPr/>
              <p:nvPr/>
            </p:nvSpPr>
            <p:spPr>
              <a:xfrm>
                <a:off x="5088787" y="5664091"/>
                <a:ext cx="1334029" cy="490484"/>
              </a:xfrm>
              <a:custGeom>
                <a:avLst/>
                <a:gdLst/>
                <a:ahLst/>
                <a:cxnLst/>
                <a:rect l="l" t="t" r="r" b="b"/>
                <a:pathLst>
                  <a:path w="1743829" h="641156" extrusionOk="0">
                    <a:moveTo>
                      <a:pt x="1738354" y="618832"/>
                    </a:moveTo>
                    <a:lnTo>
                      <a:pt x="2846" y="-728"/>
                    </a:lnTo>
                    <a:cubicBezTo>
                      <a:pt x="1635" y="6666"/>
                      <a:pt x="639" y="14090"/>
                      <a:pt x="-89" y="21550"/>
                    </a:cubicBezTo>
                    <a:lnTo>
                      <a:pt x="1733514" y="640429"/>
                    </a:lnTo>
                    <a:cubicBezTo>
                      <a:pt x="1736927" y="637589"/>
                      <a:pt x="1740349" y="634773"/>
                      <a:pt x="1743740" y="631872"/>
                    </a:cubicBezTo>
                    <a:cubicBezTo>
                      <a:pt x="1742022" y="627487"/>
                      <a:pt x="1740133" y="623186"/>
                      <a:pt x="1738354" y="618832"/>
                    </a:cubicBez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434" name="Google Shape;434;p35"/>
            <p:cNvGrpSpPr/>
            <p:nvPr/>
          </p:nvGrpSpPr>
          <p:grpSpPr>
            <a:xfrm rot="-359516">
              <a:off x="4172069" y="3301439"/>
              <a:ext cx="1105211" cy="1193263"/>
              <a:chOff x="4921769" y="3642162"/>
              <a:chExt cx="1048829" cy="1132389"/>
            </a:xfrm>
          </p:grpSpPr>
          <p:sp>
            <p:nvSpPr>
              <p:cNvPr id="435" name="Google Shape;435;p35"/>
              <p:cNvSpPr/>
              <p:nvPr/>
            </p:nvSpPr>
            <p:spPr>
              <a:xfrm>
                <a:off x="4921769" y="3642162"/>
                <a:ext cx="1048829" cy="1132378"/>
              </a:xfrm>
              <a:custGeom>
                <a:avLst/>
                <a:gdLst/>
                <a:ahLst/>
                <a:cxnLst/>
                <a:rect l="l" t="t" r="r" b="b"/>
                <a:pathLst>
                  <a:path w="1371018" h="1480233" extrusionOk="0">
                    <a:moveTo>
                      <a:pt x="24217" y="13961"/>
                    </a:moveTo>
                    <a:cubicBezTo>
                      <a:pt x="-94878" y="497744"/>
                      <a:pt x="207410" y="1383284"/>
                      <a:pt x="1293296" y="1479506"/>
                    </a:cubicBezTo>
                    <a:cubicBezTo>
                      <a:pt x="1574677" y="888315"/>
                      <a:pt x="1077452" y="-135295"/>
                      <a:pt x="24217" y="13961"/>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36" name="Google Shape;436;p35"/>
              <p:cNvSpPr/>
              <p:nvPr/>
            </p:nvSpPr>
            <p:spPr>
              <a:xfrm>
                <a:off x="4938097" y="3651132"/>
                <a:ext cx="976193" cy="1123419"/>
              </a:xfrm>
              <a:custGeom>
                <a:avLst/>
                <a:gdLst/>
                <a:ahLst/>
                <a:cxnLst/>
                <a:rect l="l" t="t" r="r" b="b"/>
                <a:pathLst>
                  <a:path w="1276069" h="1468522" extrusionOk="0">
                    <a:moveTo>
                      <a:pt x="1275980" y="1459154"/>
                    </a:moveTo>
                    <a:lnTo>
                      <a:pt x="25185" y="-728"/>
                    </a:lnTo>
                    <a:cubicBezTo>
                      <a:pt x="17782" y="212"/>
                      <a:pt x="10353" y="1204"/>
                      <a:pt x="2899" y="2249"/>
                    </a:cubicBezTo>
                    <a:cubicBezTo>
                      <a:pt x="1845" y="6533"/>
                      <a:pt x="899" y="10919"/>
                      <a:pt x="-89" y="15265"/>
                    </a:cubicBezTo>
                    <a:lnTo>
                      <a:pt x="1241796" y="1464746"/>
                    </a:lnTo>
                    <a:cubicBezTo>
                      <a:pt x="1251834" y="1465785"/>
                      <a:pt x="1261804" y="1466893"/>
                      <a:pt x="1271979" y="1467795"/>
                    </a:cubicBezTo>
                    <a:cubicBezTo>
                      <a:pt x="1273342" y="1464931"/>
                      <a:pt x="1274653" y="1462037"/>
                      <a:pt x="1275980" y="1459154"/>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37" name="Google Shape;437;p35"/>
              <p:cNvSpPr/>
              <p:nvPr/>
            </p:nvSpPr>
            <p:spPr>
              <a:xfrm>
                <a:off x="4965616" y="4023850"/>
                <a:ext cx="307717" cy="85969"/>
              </a:xfrm>
              <a:custGeom>
                <a:avLst/>
                <a:gdLst/>
                <a:ahLst/>
                <a:cxnLst/>
                <a:rect l="l" t="t" r="r" b="b"/>
                <a:pathLst>
                  <a:path w="402245" h="112378" extrusionOk="0">
                    <a:moveTo>
                      <a:pt x="396002" y="-728"/>
                    </a:moveTo>
                    <a:lnTo>
                      <a:pt x="-89" y="83401"/>
                    </a:lnTo>
                    <a:cubicBezTo>
                      <a:pt x="2932" y="92818"/>
                      <a:pt x="6076" y="102234"/>
                      <a:pt x="9343" y="111651"/>
                    </a:cubicBezTo>
                    <a:lnTo>
                      <a:pt x="402156" y="28218"/>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38" name="Google Shape;438;p35"/>
              <p:cNvSpPr/>
              <p:nvPr/>
            </p:nvSpPr>
            <p:spPr>
              <a:xfrm>
                <a:off x="5461021" y="3802587"/>
                <a:ext cx="170353" cy="469223"/>
              </a:xfrm>
              <a:custGeom>
                <a:avLst/>
                <a:gdLst/>
                <a:ahLst/>
                <a:cxnLst/>
                <a:rect l="l" t="t" r="r" b="b"/>
                <a:pathLst>
                  <a:path w="222684" h="613364" extrusionOk="0">
                    <a:moveTo>
                      <a:pt x="28049" y="612637"/>
                    </a:moveTo>
                    <a:lnTo>
                      <a:pt x="222595" y="17894"/>
                    </a:lnTo>
                    <a:cubicBezTo>
                      <a:pt x="214348" y="11586"/>
                      <a:pt x="205997" y="5379"/>
                      <a:pt x="197541" y="-728"/>
                    </a:cubicBezTo>
                    <a:lnTo>
                      <a:pt x="-89" y="603444"/>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439" name="Google Shape;439;p35"/>
              <p:cNvGrpSpPr/>
              <p:nvPr/>
            </p:nvGrpSpPr>
            <p:grpSpPr>
              <a:xfrm>
                <a:off x="5242608" y="4480691"/>
                <a:ext cx="420919" cy="42073"/>
                <a:chOff x="2422386" y="2810148"/>
                <a:chExt cx="549503" cy="54926"/>
              </a:xfrm>
            </p:grpSpPr>
            <p:sp>
              <p:nvSpPr>
                <p:cNvPr id="440" name="Google Shape;440;p35"/>
                <p:cNvSpPr/>
                <p:nvPr/>
              </p:nvSpPr>
              <p:spPr>
                <a:xfrm>
                  <a:off x="2423063" y="2850164"/>
                  <a:ext cx="16318" cy="14910"/>
                </a:xfrm>
                <a:custGeom>
                  <a:avLst/>
                  <a:gdLst/>
                  <a:ahLst/>
                  <a:cxnLst/>
                  <a:rect l="l" t="t" r="r" b="b"/>
                  <a:pathLst>
                    <a:path w="16318" h="14910" extrusionOk="0">
                      <a:moveTo>
                        <a:pt x="600" y="14183"/>
                      </a:moveTo>
                      <a:lnTo>
                        <a:pt x="16230" y="13459"/>
                      </a:lnTo>
                      <a:cubicBezTo>
                        <a:pt x="10700" y="8781"/>
                        <a:pt x="5325" y="4016"/>
                        <a:pt x="-89" y="-728"/>
                      </a:cubicBezTo>
                      <a:close/>
                    </a:path>
                  </a:pathLst>
                </a:custGeom>
                <a:solidFill>
                  <a:schemeClr val="accen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41" name="Google Shape;441;p35"/>
                <p:cNvSpPr/>
                <p:nvPr/>
              </p:nvSpPr>
              <p:spPr>
                <a:xfrm>
                  <a:off x="2422386" y="2810148"/>
                  <a:ext cx="549503" cy="54203"/>
                </a:xfrm>
                <a:custGeom>
                  <a:avLst/>
                  <a:gdLst/>
                  <a:ahLst/>
                  <a:cxnLst/>
                  <a:rect l="l" t="t" r="r" b="b"/>
                  <a:pathLst>
                    <a:path w="549503" h="54203" extrusionOk="0">
                      <a:moveTo>
                        <a:pt x="548046" y="-728"/>
                      </a:moveTo>
                      <a:lnTo>
                        <a:pt x="-89" y="24642"/>
                      </a:lnTo>
                      <a:lnTo>
                        <a:pt x="589" y="39288"/>
                      </a:lnTo>
                      <a:cubicBezTo>
                        <a:pt x="6002" y="44032"/>
                        <a:pt x="11378" y="48797"/>
                        <a:pt x="16907" y="53475"/>
                      </a:cubicBezTo>
                      <a:lnTo>
                        <a:pt x="549414" y="28827"/>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442" name="Google Shape;442;p35"/>
            <p:cNvGrpSpPr/>
            <p:nvPr/>
          </p:nvGrpSpPr>
          <p:grpSpPr>
            <a:xfrm rot="-736122" flipH="1">
              <a:off x="7494951" y="2644925"/>
              <a:ext cx="1105113" cy="1193158"/>
              <a:chOff x="4921769" y="3642162"/>
              <a:chExt cx="1048829" cy="1132389"/>
            </a:xfrm>
          </p:grpSpPr>
          <p:sp>
            <p:nvSpPr>
              <p:cNvPr id="443" name="Google Shape;443;p35"/>
              <p:cNvSpPr/>
              <p:nvPr/>
            </p:nvSpPr>
            <p:spPr>
              <a:xfrm>
                <a:off x="4921769" y="3642162"/>
                <a:ext cx="1048829" cy="1132378"/>
              </a:xfrm>
              <a:custGeom>
                <a:avLst/>
                <a:gdLst/>
                <a:ahLst/>
                <a:cxnLst/>
                <a:rect l="l" t="t" r="r" b="b"/>
                <a:pathLst>
                  <a:path w="1371018" h="1480233" extrusionOk="0">
                    <a:moveTo>
                      <a:pt x="24217" y="13961"/>
                    </a:moveTo>
                    <a:cubicBezTo>
                      <a:pt x="-94878" y="497744"/>
                      <a:pt x="207410" y="1383284"/>
                      <a:pt x="1293296" y="1479506"/>
                    </a:cubicBezTo>
                    <a:cubicBezTo>
                      <a:pt x="1574677" y="888315"/>
                      <a:pt x="1077452" y="-135295"/>
                      <a:pt x="24217" y="13961"/>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44" name="Google Shape;444;p35"/>
              <p:cNvSpPr/>
              <p:nvPr/>
            </p:nvSpPr>
            <p:spPr>
              <a:xfrm>
                <a:off x="4938097" y="3651132"/>
                <a:ext cx="976193" cy="1123419"/>
              </a:xfrm>
              <a:custGeom>
                <a:avLst/>
                <a:gdLst/>
                <a:ahLst/>
                <a:cxnLst/>
                <a:rect l="l" t="t" r="r" b="b"/>
                <a:pathLst>
                  <a:path w="1276069" h="1468522" extrusionOk="0">
                    <a:moveTo>
                      <a:pt x="1275980" y="1459154"/>
                    </a:moveTo>
                    <a:lnTo>
                      <a:pt x="25185" y="-728"/>
                    </a:lnTo>
                    <a:cubicBezTo>
                      <a:pt x="17782" y="212"/>
                      <a:pt x="10353" y="1204"/>
                      <a:pt x="2899" y="2249"/>
                    </a:cubicBezTo>
                    <a:cubicBezTo>
                      <a:pt x="1845" y="6533"/>
                      <a:pt x="899" y="10919"/>
                      <a:pt x="-89" y="15265"/>
                    </a:cubicBezTo>
                    <a:lnTo>
                      <a:pt x="1241796" y="1464746"/>
                    </a:lnTo>
                    <a:cubicBezTo>
                      <a:pt x="1251834" y="1465785"/>
                      <a:pt x="1261804" y="1466893"/>
                      <a:pt x="1271979" y="1467795"/>
                    </a:cubicBezTo>
                    <a:cubicBezTo>
                      <a:pt x="1273342" y="1464931"/>
                      <a:pt x="1274653" y="1462037"/>
                      <a:pt x="1275980" y="1459154"/>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45" name="Google Shape;445;p35"/>
              <p:cNvSpPr/>
              <p:nvPr/>
            </p:nvSpPr>
            <p:spPr>
              <a:xfrm>
                <a:off x="4965616" y="4023850"/>
                <a:ext cx="307717" cy="85969"/>
              </a:xfrm>
              <a:custGeom>
                <a:avLst/>
                <a:gdLst/>
                <a:ahLst/>
                <a:cxnLst/>
                <a:rect l="l" t="t" r="r" b="b"/>
                <a:pathLst>
                  <a:path w="402245" h="112378" extrusionOk="0">
                    <a:moveTo>
                      <a:pt x="396002" y="-728"/>
                    </a:moveTo>
                    <a:lnTo>
                      <a:pt x="-89" y="83401"/>
                    </a:lnTo>
                    <a:cubicBezTo>
                      <a:pt x="2932" y="92818"/>
                      <a:pt x="6076" y="102234"/>
                      <a:pt x="9343" y="111651"/>
                    </a:cubicBezTo>
                    <a:lnTo>
                      <a:pt x="402156" y="28218"/>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46" name="Google Shape;446;p35"/>
              <p:cNvSpPr/>
              <p:nvPr/>
            </p:nvSpPr>
            <p:spPr>
              <a:xfrm>
                <a:off x="5461021" y="3802587"/>
                <a:ext cx="170353" cy="469223"/>
              </a:xfrm>
              <a:custGeom>
                <a:avLst/>
                <a:gdLst/>
                <a:ahLst/>
                <a:cxnLst/>
                <a:rect l="l" t="t" r="r" b="b"/>
                <a:pathLst>
                  <a:path w="222684" h="613364" extrusionOk="0">
                    <a:moveTo>
                      <a:pt x="28049" y="612637"/>
                    </a:moveTo>
                    <a:lnTo>
                      <a:pt x="222595" y="17894"/>
                    </a:lnTo>
                    <a:cubicBezTo>
                      <a:pt x="214348" y="11586"/>
                      <a:pt x="205997" y="5379"/>
                      <a:pt x="197541" y="-728"/>
                    </a:cubicBezTo>
                    <a:lnTo>
                      <a:pt x="-89" y="603444"/>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447" name="Google Shape;447;p35"/>
              <p:cNvGrpSpPr/>
              <p:nvPr/>
            </p:nvGrpSpPr>
            <p:grpSpPr>
              <a:xfrm>
                <a:off x="5242608" y="4480691"/>
                <a:ext cx="420919" cy="42073"/>
                <a:chOff x="2422386" y="2810148"/>
                <a:chExt cx="549503" cy="54926"/>
              </a:xfrm>
            </p:grpSpPr>
            <p:sp>
              <p:nvSpPr>
                <p:cNvPr id="448" name="Google Shape;448;p35"/>
                <p:cNvSpPr/>
                <p:nvPr/>
              </p:nvSpPr>
              <p:spPr>
                <a:xfrm>
                  <a:off x="2423063" y="2850164"/>
                  <a:ext cx="16318" cy="14910"/>
                </a:xfrm>
                <a:custGeom>
                  <a:avLst/>
                  <a:gdLst/>
                  <a:ahLst/>
                  <a:cxnLst/>
                  <a:rect l="l" t="t" r="r" b="b"/>
                  <a:pathLst>
                    <a:path w="16318" h="14910" extrusionOk="0">
                      <a:moveTo>
                        <a:pt x="600" y="14183"/>
                      </a:moveTo>
                      <a:lnTo>
                        <a:pt x="16230" y="13459"/>
                      </a:lnTo>
                      <a:cubicBezTo>
                        <a:pt x="10700" y="8781"/>
                        <a:pt x="5325" y="4016"/>
                        <a:pt x="-89" y="-728"/>
                      </a:cubicBezTo>
                      <a:close/>
                    </a:path>
                  </a:pathLst>
                </a:custGeom>
                <a:solidFill>
                  <a:schemeClr val="accen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49" name="Google Shape;449;p35"/>
                <p:cNvSpPr/>
                <p:nvPr/>
              </p:nvSpPr>
              <p:spPr>
                <a:xfrm>
                  <a:off x="2422386" y="2810148"/>
                  <a:ext cx="549503" cy="54203"/>
                </a:xfrm>
                <a:custGeom>
                  <a:avLst/>
                  <a:gdLst/>
                  <a:ahLst/>
                  <a:cxnLst/>
                  <a:rect l="l" t="t" r="r" b="b"/>
                  <a:pathLst>
                    <a:path w="549503" h="54203" extrusionOk="0">
                      <a:moveTo>
                        <a:pt x="548046" y="-728"/>
                      </a:moveTo>
                      <a:lnTo>
                        <a:pt x="-89" y="24642"/>
                      </a:lnTo>
                      <a:lnTo>
                        <a:pt x="589" y="39288"/>
                      </a:lnTo>
                      <a:cubicBezTo>
                        <a:pt x="6002" y="44032"/>
                        <a:pt x="11378" y="48797"/>
                        <a:pt x="16907" y="53475"/>
                      </a:cubicBezTo>
                      <a:lnTo>
                        <a:pt x="549414" y="28827"/>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450" name="Google Shape;450;p35"/>
            <p:cNvGrpSpPr/>
            <p:nvPr/>
          </p:nvGrpSpPr>
          <p:grpSpPr>
            <a:xfrm rot="2699781" flipH="1">
              <a:off x="7440472" y="3361172"/>
              <a:ext cx="852254" cy="1384495"/>
              <a:chOff x="6434831" y="3097962"/>
              <a:chExt cx="804739" cy="1313905"/>
            </a:xfrm>
          </p:grpSpPr>
          <p:sp>
            <p:nvSpPr>
              <p:cNvPr id="451" name="Google Shape;451;p35"/>
              <p:cNvSpPr/>
              <p:nvPr/>
            </p:nvSpPr>
            <p:spPr>
              <a:xfrm>
                <a:off x="6434831" y="3097962"/>
                <a:ext cx="804739" cy="1313905"/>
              </a:xfrm>
              <a:custGeom>
                <a:avLst/>
                <a:gdLst/>
                <a:ahLst/>
                <a:cxnLst/>
                <a:rect l="l" t="t" r="r" b="b"/>
                <a:pathLst>
                  <a:path w="1051946" h="1717523" extrusionOk="0">
                    <a:moveTo>
                      <a:pt x="252087" y="-728"/>
                    </a:moveTo>
                    <a:cubicBezTo>
                      <a:pt x="-192638" y="430159"/>
                      <a:pt x="-90454" y="1501261"/>
                      <a:pt x="892054" y="1716796"/>
                    </a:cubicBezTo>
                    <a:cubicBezTo>
                      <a:pt x="1157488" y="1327487"/>
                      <a:pt x="1182379" y="443081"/>
                      <a:pt x="252087" y="-728"/>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52" name="Google Shape;452;p35"/>
              <p:cNvSpPr/>
              <p:nvPr/>
            </p:nvSpPr>
            <p:spPr>
              <a:xfrm>
                <a:off x="6623112" y="3097962"/>
                <a:ext cx="499761" cy="1313905"/>
              </a:xfrm>
              <a:custGeom>
                <a:avLst/>
                <a:gdLst/>
                <a:ahLst/>
                <a:cxnLst/>
                <a:rect l="l" t="t" r="r" b="b"/>
                <a:pathLst>
                  <a:path w="653283" h="1717523" extrusionOk="0">
                    <a:moveTo>
                      <a:pt x="653195" y="1706248"/>
                    </a:moveTo>
                    <a:lnTo>
                      <a:pt x="32013" y="11941"/>
                    </a:lnTo>
                    <a:cubicBezTo>
                      <a:pt x="23462" y="7705"/>
                      <a:pt x="14995" y="3431"/>
                      <a:pt x="6276" y="-728"/>
                    </a:cubicBezTo>
                    <a:cubicBezTo>
                      <a:pt x="4113" y="1368"/>
                      <a:pt x="2049" y="3579"/>
                      <a:pt x="-89" y="5705"/>
                    </a:cubicBezTo>
                    <a:lnTo>
                      <a:pt x="625444" y="1711884"/>
                    </a:lnTo>
                    <a:cubicBezTo>
                      <a:pt x="632385" y="1713514"/>
                      <a:pt x="639212" y="1715253"/>
                      <a:pt x="646243" y="1716796"/>
                    </a:cubicBezTo>
                    <a:cubicBezTo>
                      <a:pt x="648594" y="1713348"/>
                      <a:pt x="650882" y="1709773"/>
                      <a:pt x="653195" y="1706248"/>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453" name="Google Shape;453;p35"/>
            <p:cNvGrpSpPr/>
            <p:nvPr/>
          </p:nvGrpSpPr>
          <p:grpSpPr>
            <a:xfrm rot="-648163">
              <a:off x="5232656" y="1871574"/>
              <a:ext cx="541764" cy="1197392"/>
              <a:chOff x="2770354" y="3061567"/>
              <a:chExt cx="434552" cy="960521"/>
            </a:xfrm>
          </p:grpSpPr>
          <p:sp>
            <p:nvSpPr>
              <p:cNvPr id="454" name="Google Shape;454;p35"/>
              <p:cNvSpPr/>
              <p:nvPr/>
            </p:nvSpPr>
            <p:spPr>
              <a:xfrm>
                <a:off x="2770354" y="3061567"/>
                <a:ext cx="434552" cy="960521"/>
              </a:xfrm>
              <a:custGeom>
                <a:avLst/>
                <a:gdLst/>
                <a:ahLst/>
                <a:cxnLst/>
                <a:rect l="l" t="t" r="r" b="b"/>
                <a:pathLst>
                  <a:path w="434552" h="960521" extrusionOk="0">
                    <a:moveTo>
                      <a:pt x="424799" y="448"/>
                    </a:moveTo>
                    <a:cubicBezTo>
                      <a:pt x="444431" y="169702"/>
                      <a:pt x="414129" y="926774"/>
                      <a:pt x="434802" y="957436"/>
                    </a:cubicBezTo>
                    <a:cubicBezTo>
                      <a:pt x="347497" y="957436"/>
                      <a:pt x="40741" y="964794"/>
                      <a:pt x="249" y="957435"/>
                    </a:cubicBezTo>
                    <a:cubicBezTo>
                      <a:pt x="13746" y="910829"/>
                      <a:pt x="23563" y="31440"/>
                      <a:pt x="7612" y="14270"/>
                    </a:cubicBezTo>
                    <a:cubicBezTo>
                      <a:pt x="-8339" y="-2901"/>
                      <a:pt x="424799" y="448"/>
                      <a:pt x="424799" y="448"/>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55" name="Google Shape;455;p35"/>
              <p:cNvSpPr/>
              <p:nvPr/>
            </p:nvSpPr>
            <p:spPr>
              <a:xfrm>
                <a:off x="2792942" y="3108470"/>
                <a:ext cx="389378" cy="866714"/>
              </a:xfrm>
              <a:custGeom>
                <a:avLst/>
                <a:gdLst/>
                <a:ahLst/>
                <a:cxnLst/>
                <a:rect l="l" t="t" r="r" b="b"/>
                <a:pathLst>
                  <a:path w="389378" h="866714" extrusionOk="0">
                    <a:moveTo>
                      <a:pt x="249" y="863951"/>
                    </a:moveTo>
                    <a:cubicBezTo>
                      <a:pt x="9709" y="831274"/>
                      <a:pt x="17174" y="344954"/>
                      <a:pt x="13277" y="122396"/>
                    </a:cubicBezTo>
                    <a:cubicBezTo>
                      <a:pt x="18167" y="122788"/>
                      <a:pt x="23119" y="122984"/>
                      <a:pt x="28133" y="122985"/>
                    </a:cubicBezTo>
                    <a:cubicBezTo>
                      <a:pt x="107090" y="122985"/>
                      <a:pt x="171088" y="73835"/>
                      <a:pt x="171088" y="13214"/>
                    </a:cubicBezTo>
                    <a:cubicBezTo>
                      <a:pt x="171089" y="9165"/>
                      <a:pt x="170803" y="5121"/>
                      <a:pt x="170230" y="1113"/>
                    </a:cubicBezTo>
                    <a:cubicBezTo>
                      <a:pt x="271902" y="-437"/>
                      <a:pt x="383343" y="421"/>
                      <a:pt x="383343" y="421"/>
                    </a:cubicBezTo>
                    <a:cubicBezTo>
                      <a:pt x="396505" y="113953"/>
                      <a:pt x="384780" y="520544"/>
                      <a:pt x="385566" y="733150"/>
                    </a:cubicBezTo>
                    <a:cubicBezTo>
                      <a:pt x="313691" y="738917"/>
                      <a:pt x="257664" y="785586"/>
                      <a:pt x="257664" y="842311"/>
                    </a:cubicBezTo>
                    <a:cubicBezTo>
                      <a:pt x="257664" y="850136"/>
                      <a:pt x="258735" y="857925"/>
                      <a:pt x="260849" y="865459"/>
                    </a:cubicBezTo>
                    <a:cubicBezTo>
                      <a:pt x="153367" y="866927"/>
                      <a:pt x="24380" y="868332"/>
                      <a:pt x="249" y="863951"/>
                    </a:cubicBezTo>
                    <a:close/>
                  </a:path>
                </a:pathLst>
              </a:custGeom>
              <a:solidFill>
                <a:srgbClr val="FFFFFF">
                  <a:alpha val="2975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56" name="Google Shape;456;p35"/>
              <p:cNvSpPr/>
              <p:nvPr/>
            </p:nvSpPr>
            <p:spPr>
              <a:xfrm rot="-4052055">
                <a:off x="2851446" y="3405397"/>
                <a:ext cx="272625" cy="272505"/>
              </a:xfrm>
              <a:custGeom>
                <a:avLst/>
                <a:gdLst/>
                <a:ahLst/>
                <a:cxnLst/>
                <a:rect l="l" t="t" r="r" b="b"/>
                <a:pathLst>
                  <a:path w="272362" h="272242" extrusionOk="0">
                    <a:moveTo>
                      <a:pt x="272611" y="136305"/>
                    </a:moveTo>
                    <a:cubicBezTo>
                      <a:pt x="272611" y="211483"/>
                      <a:pt x="211641" y="272427"/>
                      <a:pt x="136430" y="272427"/>
                    </a:cubicBezTo>
                    <a:cubicBezTo>
                      <a:pt x="61219" y="272427"/>
                      <a:pt x="249" y="211483"/>
                      <a:pt x="249" y="136305"/>
                    </a:cubicBezTo>
                    <a:cubicBezTo>
                      <a:pt x="249" y="61128"/>
                      <a:pt x="61219" y="184"/>
                      <a:pt x="136430" y="184"/>
                    </a:cubicBezTo>
                    <a:cubicBezTo>
                      <a:pt x="211641" y="184"/>
                      <a:pt x="272611" y="61127"/>
                      <a:pt x="272611" y="136305"/>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57" name="Google Shape;457;p35"/>
              <p:cNvSpPr/>
              <p:nvPr/>
            </p:nvSpPr>
            <p:spPr>
              <a:xfrm>
                <a:off x="2876078" y="3478102"/>
                <a:ext cx="223106" cy="127449"/>
              </a:xfrm>
              <a:custGeom>
                <a:avLst/>
                <a:gdLst/>
                <a:ahLst/>
                <a:cxnLst/>
                <a:rect l="l" t="t" r="r" b="b"/>
                <a:pathLst>
                  <a:path w="223106" h="127449" extrusionOk="0">
                    <a:moveTo>
                      <a:pt x="77131" y="127634"/>
                    </a:moveTo>
                    <a:cubicBezTo>
                      <a:pt x="108017" y="127634"/>
                      <a:pt x="116488" y="101368"/>
                      <a:pt x="122561" y="76514"/>
                    </a:cubicBezTo>
                    <a:lnTo>
                      <a:pt x="168743" y="76514"/>
                    </a:lnTo>
                    <a:cubicBezTo>
                      <a:pt x="167196" y="88933"/>
                      <a:pt x="163109" y="100901"/>
                      <a:pt x="156737" y="111675"/>
                    </a:cubicBezTo>
                    <a:lnTo>
                      <a:pt x="179775" y="121023"/>
                    </a:lnTo>
                    <a:cubicBezTo>
                      <a:pt x="187926" y="107528"/>
                      <a:pt x="192666" y="92251"/>
                      <a:pt x="193582" y="76514"/>
                    </a:cubicBezTo>
                    <a:lnTo>
                      <a:pt x="223355" y="76514"/>
                    </a:lnTo>
                    <a:lnTo>
                      <a:pt x="223355" y="51304"/>
                    </a:lnTo>
                    <a:lnTo>
                      <a:pt x="192741" y="51304"/>
                    </a:lnTo>
                    <a:cubicBezTo>
                      <a:pt x="187878" y="18919"/>
                      <a:pt x="168509" y="3604"/>
                      <a:pt x="146245" y="3604"/>
                    </a:cubicBezTo>
                    <a:cubicBezTo>
                      <a:pt x="116476" y="3604"/>
                      <a:pt x="107340" y="27500"/>
                      <a:pt x="101268" y="51304"/>
                    </a:cubicBezTo>
                    <a:lnTo>
                      <a:pt x="55171" y="51304"/>
                    </a:lnTo>
                    <a:cubicBezTo>
                      <a:pt x="57118" y="36470"/>
                      <a:pt x="62876" y="22392"/>
                      <a:pt x="71885" y="10444"/>
                    </a:cubicBezTo>
                    <a:lnTo>
                      <a:pt x="48847" y="184"/>
                    </a:lnTo>
                    <a:cubicBezTo>
                      <a:pt x="39256" y="11305"/>
                      <a:pt x="32247" y="30651"/>
                      <a:pt x="30261" y="51304"/>
                    </a:cubicBezTo>
                    <a:lnTo>
                      <a:pt x="249" y="51304"/>
                    </a:lnTo>
                    <a:lnTo>
                      <a:pt x="249" y="76514"/>
                    </a:lnTo>
                    <a:lnTo>
                      <a:pt x="30434" y="76514"/>
                    </a:lnTo>
                    <a:cubicBezTo>
                      <a:pt x="34469" y="111132"/>
                      <a:pt x="54349" y="127634"/>
                      <a:pt x="77131" y="127634"/>
                    </a:cubicBezTo>
                    <a:close/>
                    <a:moveTo>
                      <a:pt x="147613" y="33016"/>
                    </a:moveTo>
                    <a:cubicBezTo>
                      <a:pt x="156548" y="33016"/>
                      <a:pt x="164107" y="38504"/>
                      <a:pt x="167446" y="51304"/>
                    </a:cubicBezTo>
                    <a:lnTo>
                      <a:pt x="129193" y="51304"/>
                    </a:lnTo>
                    <a:cubicBezTo>
                      <a:pt x="132920" y="40521"/>
                      <a:pt x="138041" y="33016"/>
                      <a:pt x="147613" y="33016"/>
                    </a:cubicBezTo>
                    <a:close/>
                    <a:moveTo>
                      <a:pt x="55381" y="76514"/>
                    </a:moveTo>
                    <a:lnTo>
                      <a:pt x="94882" y="76514"/>
                    </a:lnTo>
                    <a:cubicBezTo>
                      <a:pt x="91020" y="89218"/>
                      <a:pt x="85824" y="98451"/>
                      <a:pt x="75078" y="98451"/>
                    </a:cubicBezTo>
                    <a:cubicBezTo>
                      <a:pt x="65630" y="98451"/>
                      <a:pt x="58068" y="91785"/>
                      <a:pt x="55381" y="76514"/>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458" name="Google Shape;458;p35"/>
              <p:cNvGrpSpPr/>
              <p:nvPr/>
            </p:nvGrpSpPr>
            <p:grpSpPr>
              <a:xfrm>
                <a:off x="2961439" y="3320235"/>
                <a:ext cx="52383" cy="443184"/>
                <a:chOff x="2961439" y="3320235"/>
                <a:chExt cx="52383" cy="443184"/>
              </a:xfrm>
            </p:grpSpPr>
            <p:sp>
              <p:nvSpPr>
                <p:cNvPr id="459" name="Google Shape;459;p35"/>
                <p:cNvSpPr/>
                <p:nvPr/>
              </p:nvSpPr>
              <p:spPr>
                <a:xfrm>
                  <a:off x="2961439" y="3711059"/>
                  <a:ext cx="52383" cy="52360"/>
                </a:xfrm>
                <a:custGeom>
                  <a:avLst/>
                  <a:gdLst/>
                  <a:ahLst/>
                  <a:cxnLst/>
                  <a:rect l="l" t="t" r="r" b="b"/>
                  <a:pathLst>
                    <a:path w="52383" h="52360" extrusionOk="0">
                      <a:moveTo>
                        <a:pt x="26440" y="52544"/>
                      </a:moveTo>
                      <a:cubicBezTo>
                        <a:pt x="11975" y="52544"/>
                        <a:pt x="249" y="40823"/>
                        <a:pt x="249" y="26364"/>
                      </a:cubicBezTo>
                      <a:cubicBezTo>
                        <a:pt x="249" y="11905"/>
                        <a:pt x="11976" y="184"/>
                        <a:pt x="26441" y="184"/>
                      </a:cubicBezTo>
                      <a:cubicBezTo>
                        <a:pt x="40906" y="184"/>
                        <a:pt x="52632" y="11905"/>
                        <a:pt x="52632" y="26364"/>
                      </a:cubicBezTo>
                      <a:cubicBezTo>
                        <a:pt x="52632" y="40823"/>
                        <a:pt x="40906" y="52544"/>
                        <a:pt x="26440" y="52544"/>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60" name="Google Shape;460;p35"/>
                <p:cNvSpPr/>
                <p:nvPr/>
              </p:nvSpPr>
              <p:spPr>
                <a:xfrm>
                  <a:off x="2961439" y="3320235"/>
                  <a:ext cx="52383" cy="52360"/>
                </a:xfrm>
                <a:custGeom>
                  <a:avLst/>
                  <a:gdLst/>
                  <a:ahLst/>
                  <a:cxnLst/>
                  <a:rect l="l" t="t" r="r" b="b"/>
                  <a:pathLst>
                    <a:path w="52383" h="52360" extrusionOk="0">
                      <a:moveTo>
                        <a:pt x="26441" y="52545"/>
                      </a:moveTo>
                      <a:cubicBezTo>
                        <a:pt x="11976" y="52545"/>
                        <a:pt x="249" y="40823"/>
                        <a:pt x="249" y="26364"/>
                      </a:cubicBezTo>
                      <a:cubicBezTo>
                        <a:pt x="249" y="11905"/>
                        <a:pt x="11976" y="184"/>
                        <a:pt x="26441" y="184"/>
                      </a:cubicBezTo>
                      <a:cubicBezTo>
                        <a:pt x="40906" y="184"/>
                        <a:pt x="52633" y="11905"/>
                        <a:pt x="52633" y="26364"/>
                      </a:cubicBezTo>
                      <a:cubicBezTo>
                        <a:pt x="52632" y="40823"/>
                        <a:pt x="40906" y="52544"/>
                        <a:pt x="26441" y="52545"/>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461" name="Google Shape;461;p35"/>
            <p:cNvGrpSpPr/>
            <p:nvPr/>
          </p:nvGrpSpPr>
          <p:grpSpPr>
            <a:xfrm rot="-648163">
              <a:off x="5256009" y="1925632"/>
              <a:ext cx="1020287" cy="1290920"/>
              <a:chOff x="2781107" y="3085810"/>
              <a:chExt cx="818378" cy="1035547"/>
            </a:xfrm>
          </p:grpSpPr>
          <p:sp>
            <p:nvSpPr>
              <p:cNvPr id="462" name="Google Shape;462;p35"/>
              <p:cNvSpPr/>
              <p:nvPr/>
            </p:nvSpPr>
            <p:spPr>
              <a:xfrm>
                <a:off x="2781107" y="3085810"/>
                <a:ext cx="818378" cy="1035547"/>
              </a:xfrm>
              <a:custGeom>
                <a:avLst/>
                <a:gdLst/>
                <a:ahLst/>
                <a:cxnLst/>
                <a:rect l="l" t="t" r="r" b="b"/>
                <a:pathLst>
                  <a:path w="818378" h="1035547" extrusionOk="0">
                    <a:moveTo>
                      <a:pt x="818627" y="182067"/>
                    </a:moveTo>
                    <a:cubicBezTo>
                      <a:pt x="757923" y="341286"/>
                      <a:pt x="381601" y="998994"/>
                      <a:pt x="385789" y="1035732"/>
                    </a:cubicBezTo>
                    <a:cubicBezTo>
                      <a:pt x="308331" y="995470"/>
                      <a:pt x="32777" y="860535"/>
                      <a:pt x="249" y="835333"/>
                    </a:cubicBezTo>
                    <a:cubicBezTo>
                      <a:pt x="33736" y="800208"/>
                      <a:pt x="448340" y="24531"/>
                      <a:pt x="442114" y="1941"/>
                    </a:cubicBezTo>
                    <a:cubicBezTo>
                      <a:pt x="435887" y="-20649"/>
                      <a:pt x="818627" y="182067"/>
                      <a:pt x="818627" y="182067"/>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63" name="Google Shape;463;p35"/>
              <p:cNvSpPr/>
              <p:nvPr/>
            </p:nvSpPr>
            <p:spPr>
              <a:xfrm>
                <a:off x="2822647" y="3202917"/>
                <a:ext cx="738461" cy="808648"/>
              </a:xfrm>
              <a:custGeom>
                <a:avLst/>
                <a:gdLst/>
                <a:ahLst/>
                <a:cxnLst/>
                <a:rect l="l" t="t" r="r" b="b"/>
                <a:pathLst>
                  <a:path w="738461" h="808648" extrusionOk="0">
                    <a:moveTo>
                      <a:pt x="249" y="687316"/>
                    </a:moveTo>
                    <a:cubicBezTo>
                      <a:pt x="23725" y="662687"/>
                      <a:pt x="254816" y="234661"/>
                      <a:pt x="354083" y="35407"/>
                    </a:cubicBezTo>
                    <a:cubicBezTo>
                      <a:pt x="358240" y="38010"/>
                      <a:pt x="362543" y="40468"/>
                      <a:pt x="366992" y="42781"/>
                    </a:cubicBezTo>
                    <a:cubicBezTo>
                      <a:pt x="437044" y="79192"/>
                      <a:pt x="516509" y="65100"/>
                      <a:pt x="544489" y="11316"/>
                    </a:cubicBezTo>
                    <a:cubicBezTo>
                      <a:pt x="546359" y="7725"/>
                      <a:pt x="547972" y="4004"/>
                      <a:pt x="549314" y="184"/>
                    </a:cubicBezTo>
                    <a:cubicBezTo>
                      <a:pt x="640233" y="45695"/>
                      <a:pt x="738710" y="97849"/>
                      <a:pt x="738710" y="97849"/>
                    </a:cubicBezTo>
                    <a:cubicBezTo>
                      <a:pt x="697984" y="204645"/>
                      <a:pt x="499915" y="559971"/>
                      <a:pt x="402480" y="748960"/>
                    </a:cubicBezTo>
                    <a:cubicBezTo>
                      <a:pt x="336049" y="720931"/>
                      <a:pt x="264801" y="736499"/>
                      <a:pt x="238619" y="786826"/>
                    </a:cubicBezTo>
                    <a:cubicBezTo>
                      <a:pt x="235007" y="793769"/>
                      <a:pt x="232362" y="801173"/>
                      <a:pt x="230760" y="808833"/>
                    </a:cubicBezTo>
                    <a:cubicBezTo>
                      <a:pt x="134723" y="760568"/>
                      <a:pt x="19636" y="702331"/>
                      <a:pt x="249" y="687316"/>
                    </a:cubicBezTo>
                    <a:close/>
                  </a:path>
                </a:pathLst>
              </a:custGeom>
              <a:solidFill>
                <a:srgbClr val="FFFFFF">
                  <a:alpha val="2975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64" name="Google Shape;464;p35"/>
              <p:cNvSpPr/>
              <p:nvPr/>
            </p:nvSpPr>
            <p:spPr>
              <a:xfrm rot="-1048943">
                <a:off x="3057745" y="3462038"/>
                <a:ext cx="271987" cy="271868"/>
              </a:xfrm>
              <a:custGeom>
                <a:avLst/>
                <a:gdLst/>
                <a:ahLst/>
                <a:cxnLst/>
                <a:rect l="l" t="t" r="r" b="b"/>
                <a:pathLst>
                  <a:path w="272361" h="272242" extrusionOk="0">
                    <a:moveTo>
                      <a:pt x="272611" y="136305"/>
                    </a:moveTo>
                    <a:cubicBezTo>
                      <a:pt x="272611" y="211483"/>
                      <a:pt x="211641" y="272426"/>
                      <a:pt x="136430" y="272426"/>
                    </a:cubicBezTo>
                    <a:cubicBezTo>
                      <a:pt x="61219" y="272426"/>
                      <a:pt x="249" y="211483"/>
                      <a:pt x="249" y="136305"/>
                    </a:cubicBezTo>
                    <a:cubicBezTo>
                      <a:pt x="249" y="61128"/>
                      <a:pt x="61219" y="184"/>
                      <a:pt x="136430" y="184"/>
                    </a:cubicBezTo>
                    <a:cubicBezTo>
                      <a:pt x="211641" y="184"/>
                      <a:pt x="272611" y="61128"/>
                      <a:pt x="272611" y="136305"/>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65" name="Google Shape;465;p35"/>
              <p:cNvSpPr/>
              <p:nvPr/>
            </p:nvSpPr>
            <p:spPr>
              <a:xfrm>
                <a:off x="3089251" y="3512397"/>
                <a:ext cx="209578" cy="167588"/>
              </a:xfrm>
              <a:custGeom>
                <a:avLst/>
                <a:gdLst/>
                <a:ahLst/>
                <a:cxnLst/>
                <a:rect l="l" t="t" r="r" b="b"/>
                <a:pathLst>
                  <a:path w="209578" h="167588" extrusionOk="0">
                    <a:moveTo>
                      <a:pt x="44864" y="126303"/>
                    </a:moveTo>
                    <a:cubicBezTo>
                      <a:pt x="72267" y="140547"/>
                      <a:pt x="91906" y="121149"/>
                      <a:pt x="108765" y="101899"/>
                    </a:cubicBezTo>
                    <a:lnTo>
                      <a:pt x="149738" y="123196"/>
                    </a:lnTo>
                    <a:cubicBezTo>
                      <a:pt x="142634" y="133501"/>
                      <a:pt x="133484" y="142235"/>
                      <a:pt x="122858" y="148854"/>
                    </a:cubicBezTo>
                    <a:lnTo>
                      <a:pt x="138983" y="167772"/>
                    </a:lnTo>
                    <a:cubicBezTo>
                      <a:pt x="152444" y="159559"/>
                      <a:pt x="163699" y="148190"/>
                      <a:pt x="171776" y="134651"/>
                    </a:cubicBezTo>
                    <a:lnTo>
                      <a:pt x="198191" y="148381"/>
                    </a:lnTo>
                    <a:lnTo>
                      <a:pt x="209827" y="126015"/>
                    </a:lnTo>
                    <a:lnTo>
                      <a:pt x="182666" y="111897"/>
                    </a:lnTo>
                    <a:cubicBezTo>
                      <a:pt x="193299" y="80921"/>
                      <a:pt x="183184" y="58402"/>
                      <a:pt x="163431" y="48134"/>
                    </a:cubicBezTo>
                    <a:cubicBezTo>
                      <a:pt x="137020" y="34406"/>
                      <a:pt x="117885" y="51395"/>
                      <a:pt x="101510" y="69713"/>
                    </a:cubicBezTo>
                    <a:lnTo>
                      <a:pt x="60612" y="48455"/>
                    </a:lnTo>
                    <a:cubicBezTo>
                      <a:pt x="69186" y="36191"/>
                      <a:pt x="80793" y="26357"/>
                      <a:pt x="94301" y="19911"/>
                    </a:cubicBezTo>
                    <a:lnTo>
                      <a:pt x="78597" y="184"/>
                    </a:lnTo>
                    <a:cubicBezTo>
                      <a:pt x="64954" y="5628"/>
                      <a:pt x="49807" y="19560"/>
                      <a:pt x="38511" y="36967"/>
                    </a:cubicBezTo>
                    <a:lnTo>
                      <a:pt x="11885" y="23127"/>
                    </a:lnTo>
                    <a:lnTo>
                      <a:pt x="249" y="45493"/>
                    </a:lnTo>
                    <a:lnTo>
                      <a:pt x="27029" y="59414"/>
                    </a:lnTo>
                    <a:cubicBezTo>
                      <a:pt x="14631" y="91988"/>
                      <a:pt x="24651" y="115797"/>
                      <a:pt x="44864" y="126303"/>
                    </a:cubicBezTo>
                    <a:close/>
                    <a:moveTo>
                      <a:pt x="151070" y="74859"/>
                    </a:moveTo>
                    <a:cubicBezTo>
                      <a:pt x="158997" y="78980"/>
                      <a:pt x="163170" y="87336"/>
                      <a:pt x="160224" y="100232"/>
                    </a:cubicBezTo>
                    <a:lnTo>
                      <a:pt x="126285" y="82591"/>
                    </a:lnTo>
                    <a:cubicBezTo>
                      <a:pt x="134569" y="74743"/>
                      <a:pt x="142577" y="70445"/>
                      <a:pt x="151070" y="74859"/>
                    </a:cubicBezTo>
                    <a:close/>
                    <a:moveTo>
                      <a:pt x="49163" y="70918"/>
                    </a:moveTo>
                    <a:lnTo>
                      <a:pt x="84209" y="89135"/>
                    </a:lnTo>
                    <a:cubicBezTo>
                      <a:pt x="74917" y="98624"/>
                      <a:pt x="66047" y="104420"/>
                      <a:pt x="56513" y="99464"/>
                    </a:cubicBezTo>
                    <a:cubicBezTo>
                      <a:pt x="48130" y="95107"/>
                      <a:pt x="44498" y="85706"/>
                      <a:pt x="49163" y="70918"/>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466" name="Google Shape;466;p35"/>
              <p:cNvGrpSpPr/>
              <p:nvPr/>
            </p:nvGrpSpPr>
            <p:grpSpPr>
              <a:xfrm>
                <a:off x="3077647" y="3398410"/>
                <a:ext cx="232785" cy="399114"/>
                <a:chOff x="3077647" y="3398410"/>
                <a:chExt cx="232785" cy="399114"/>
              </a:xfrm>
            </p:grpSpPr>
            <p:sp>
              <p:nvSpPr>
                <p:cNvPr id="467" name="Google Shape;467;p35"/>
                <p:cNvSpPr/>
                <p:nvPr/>
              </p:nvSpPr>
              <p:spPr>
                <a:xfrm>
                  <a:off x="3077647" y="3745154"/>
                  <a:ext cx="52394" cy="52370"/>
                </a:xfrm>
                <a:custGeom>
                  <a:avLst/>
                  <a:gdLst/>
                  <a:ahLst/>
                  <a:cxnLst/>
                  <a:rect l="l" t="t" r="r" b="b"/>
                  <a:pathLst>
                    <a:path w="52394" h="52370" extrusionOk="0">
                      <a:moveTo>
                        <a:pt x="14362" y="49597"/>
                      </a:moveTo>
                      <a:cubicBezTo>
                        <a:pt x="1529" y="42926"/>
                        <a:pt x="-3465" y="27119"/>
                        <a:pt x="3209" y="14291"/>
                      </a:cubicBezTo>
                      <a:cubicBezTo>
                        <a:pt x="9882" y="1463"/>
                        <a:pt x="25696" y="-3529"/>
                        <a:pt x="38530" y="3142"/>
                      </a:cubicBezTo>
                      <a:cubicBezTo>
                        <a:pt x="51364" y="9813"/>
                        <a:pt x="56358" y="25620"/>
                        <a:pt x="49684" y="38448"/>
                      </a:cubicBezTo>
                      <a:cubicBezTo>
                        <a:pt x="49684" y="38448"/>
                        <a:pt x="49684" y="38448"/>
                        <a:pt x="49684" y="38448"/>
                      </a:cubicBezTo>
                      <a:cubicBezTo>
                        <a:pt x="43010" y="51276"/>
                        <a:pt x="27196" y="56267"/>
                        <a:pt x="14362" y="49597"/>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68" name="Google Shape;468;p35"/>
                <p:cNvSpPr/>
                <p:nvPr/>
              </p:nvSpPr>
              <p:spPr>
                <a:xfrm>
                  <a:off x="3258038" y="3398410"/>
                  <a:ext cx="52394" cy="52371"/>
                </a:xfrm>
                <a:custGeom>
                  <a:avLst/>
                  <a:gdLst/>
                  <a:ahLst/>
                  <a:cxnLst/>
                  <a:rect l="l" t="t" r="r" b="b"/>
                  <a:pathLst>
                    <a:path w="52394" h="52371" extrusionOk="0">
                      <a:moveTo>
                        <a:pt x="14362" y="49597"/>
                      </a:moveTo>
                      <a:cubicBezTo>
                        <a:pt x="1528" y="42926"/>
                        <a:pt x="-3465" y="27119"/>
                        <a:pt x="3209" y="14291"/>
                      </a:cubicBezTo>
                      <a:cubicBezTo>
                        <a:pt x="9882" y="1463"/>
                        <a:pt x="25696" y="-3529"/>
                        <a:pt x="38530" y="3142"/>
                      </a:cubicBezTo>
                      <a:cubicBezTo>
                        <a:pt x="51364" y="9813"/>
                        <a:pt x="56357" y="25620"/>
                        <a:pt x="49684" y="38448"/>
                      </a:cubicBezTo>
                      <a:cubicBezTo>
                        <a:pt x="43010" y="51276"/>
                        <a:pt x="27196" y="56268"/>
                        <a:pt x="14362" y="49597"/>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469" name="Google Shape;469;p35"/>
            <p:cNvGrpSpPr/>
            <p:nvPr/>
          </p:nvGrpSpPr>
          <p:grpSpPr>
            <a:xfrm rot="-648163">
              <a:off x="5551324" y="2180131"/>
              <a:ext cx="1199069" cy="1226226"/>
              <a:chOff x="2990034" y="3287473"/>
              <a:chExt cx="961780" cy="983651"/>
            </a:xfrm>
          </p:grpSpPr>
          <p:sp>
            <p:nvSpPr>
              <p:cNvPr id="470" name="Google Shape;470;p35"/>
              <p:cNvSpPr/>
              <p:nvPr/>
            </p:nvSpPr>
            <p:spPr>
              <a:xfrm>
                <a:off x="2990034" y="3287473"/>
                <a:ext cx="961780" cy="983651"/>
              </a:xfrm>
              <a:custGeom>
                <a:avLst/>
                <a:gdLst/>
                <a:ahLst/>
                <a:cxnLst/>
                <a:rect l="l" t="t" r="r" b="b"/>
                <a:pathLst>
                  <a:path w="961780" h="983651" extrusionOk="0">
                    <a:moveTo>
                      <a:pt x="962029" y="274518"/>
                    </a:moveTo>
                    <a:cubicBezTo>
                      <a:pt x="861460" y="412094"/>
                      <a:pt x="324909" y="947295"/>
                      <a:pt x="319255" y="983835"/>
                    </a:cubicBezTo>
                    <a:cubicBezTo>
                      <a:pt x="255164" y="924578"/>
                      <a:pt x="24975" y="721773"/>
                      <a:pt x="249" y="688887"/>
                    </a:cubicBezTo>
                    <a:cubicBezTo>
                      <a:pt x="41819" y="663834"/>
                      <a:pt x="646425" y="24935"/>
                      <a:pt x="646380" y="1503"/>
                    </a:cubicBezTo>
                    <a:cubicBezTo>
                      <a:pt x="646335" y="-21929"/>
                      <a:pt x="962029" y="274518"/>
                      <a:pt x="962029" y="274518"/>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71" name="Google Shape;471;p35"/>
              <p:cNvSpPr/>
              <p:nvPr/>
            </p:nvSpPr>
            <p:spPr>
              <a:xfrm>
                <a:off x="3038259" y="3421776"/>
                <a:ext cx="867857" cy="713523"/>
              </a:xfrm>
              <a:custGeom>
                <a:avLst/>
                <a:gdLst/>
                <a:ahLst/>
                <a:cxnLst/>
                <a:rect l="l" t="t" r="r" b="b"/>
                <a:pathLst>
                  <a:path w="867857" h="713523" extrusionOk="0">
                    <a:moveTo>
                      <a:pt x="249" y="535720"/>
                    </a:moveTo>
                    <a:cubicBezTo>
                      <a:pt x="29392" y="518153"/>
                      <a:pt x="365247" y="166210"/>
                      <a:pt x="513578" y="184"/>
                    </a:cubicBezTo>
                    <a:cubicBezTo>
                      <a:pt x="516901" y="3792"/>
                      <a:pt x="520403" y="7297"/>
                      <a:pt x="524084" y="10700"/>
                    </a:cubicBezTo>
                    <a:cubicBezTo>
                      <a:pt x="582047" y="64292"/>
                      <a:pt x="662417" y="71648"/>
                      <a:pt x="703598" y="27146"/>
                    </a:cubicBezTo>
                    <a:cubicBezTo>
                      <a:pt x="706350" y="24175"/>
                      <a:pt x="708887" y="21012"/>
                      <a:pt x="711189" y="17681"/>
                    </a:cubicBezTo>
                    <a:cubicBezTo>
                      <a:pt x="786880" y="85551"/>
                      <a:pt x="868107" y="161821"/>
                      <a:pt x="868107" y="161821"/>
                    </a:cubicBezTo>
                    <a:cubicBezTo>
                      <a:pt x="800643" y="254098"/>
                      <a:pt x="515823" y="544620"/>
                      <a:pt x="371969" y="701229"/>
                    </a:cubicBezTo>
                    <a:cubicBezTo>
                      <a:pt x="315288" y="656677"/>
                      <a:pt x="242454" y="652910"/>
                      <a:pt x="203919" y="694552"/>
                    </a:cubicBezTo>
                    <a:cubicBezTo>
                      <a:pt x="198603" y="700296"/>
                      <a:pt x="194098" y="706741"/>
                      <a:pt x="190531" y="713707"/>
                    </a:cubicBezTo>
                    <a:cubicBezTo>
                      <a:pt x="110631" y="641832"/>
                      <a:pt x="14987" y="555315"/>
                      <a:pt x="249" y="535720"/>
                    </a:cubicBezTo>
                    <a:close/>
                  </a:path>
                </a:pathLst>
              </a:custGeom>
              <a:solidFill>
                <a:srgbClr val="FFFFFF">
                  <a:alpha val="2975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72" name="Google Shape;472;p35"/>
              <p:cNvSpPr/>
              <p:nvPr/>
            </p:nvSpPr>
            <p:spPr>
              <a:xfrm rot="-4416143">
                <a:off x="3337405" y="3637189"/>
                <a:ext cx="272552" cy="272432"/>
              </a:xfrm>
              <a:custGeom>
                <a:avLst/>
                <a:gdLst/>
                <a:ahLst/>
                <a:cxnLst/>
                <a:rect l="l" t="t" r="r" b="b"/>
                <a:pathLst>
                  <a:path w="272361" h="272241" extrusionOk="0">
                    <a:moveTo>
                      <a:pt x="272611" y="136305"/>
                    </a:moveTo>
                    <a:cubicBezTo>
                      <a:pt x="272611" y="211482"/>
                      <a:pt x="211640" y="272426"/>
                      <a:pt x="136430" y="272426"/>
                    </a:cubicBezTo>
                    <a:cubicBezTo>
                      <a:pt x="61219" y="272426"/>
                      <a:pt x="249" y="211482"/>
                      <a:pt x="249" y="136305"/>
                    </a:cubicBezTo>
                    <a:cubicBezTo>
                      <a:pt x="249" y="61127"/>
                      <a:pt x="61219" y="184"/>
                      <a:pt x="136430" y="184"/>
                    </a:cubicBezTo>
                    <a:cubicBezTo>
                      <a:pt x="211640" y="184"/>
                      <a:pt x="272611" y="61128"/>
                      <a:pt x="272611" y="136305"/>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73" name="Google Shape;473;p35"/>
              <p:cNvSpPr/>
              <p:nvPr/>
            </p:nvSpPr>
            <p:spPr>
              <a:xfrm>
                <a:off x="3383119" y="3683979"/>
                <a:ext cx="180908" cy="177573"/>
              </a:xfrm>
              <a:custGeom>
                <a:avLst/>
                <a:gdLst/>
                <a:ahLst/>
                <a:cxnLst/>
                <a:rect l="l" t="t" r="r" b="b"/>
                <a:pathLst>
                  <a:path w="180908" h="177573" extrusionOk="0">
                    <a:moveTo>
                      <a:pt x="21961" y="112943"/>
                    </a:moveTo>
                    <a:cubicBezTo>
                      <a:pt x="44634" y="133907"/>
                      <a:pt x="68696" y="120374"/>
                      <a:pt x="90038" y="106250"/>
                    </a:cubicBezTo>
                    <a:lnTo>
                      <a:pt x="123940" y="137596"/>
                    </a:lnTo>
                    <a:cubicBezTo>
                      <a:pt x="114368" y="145663"/>
                      <a:pt x="103238" y="151675"/>
                      <a:pt x="91242" y="155259"/>
                    </a:cubicBezTo>
                    <a:lnTo>
                      <a:pt x="101803" y="177757"/>
                    </a:lnTo>
                    <a:cubicBezTo>
                      <a:pt x="116955" y="173384"/>
                      <a:pt x="130812" y="165386"/>
                      <a:pt x="142175" y="154455"/>
                    </a:cubicBezTo>
                    <a:lnTo>
                      <a:pt x="164032" y="174664"/>
                    </a:lnTo>
                    <a:lnTo>
                      <a:pt x="181158" y="156157"/>
                    </a:lnTo>
                    <a:lnTo>
                      <a:pt x="158684" y="135378"/>
                    </a:lnTo>
                    <a:cubicBezTo>
                      <a:pt x="177115" y="108302"/>
                      <a:pt x="173300" y="83914"/>
                      <a:pt x="156955" y="68802"/>
                    </a:cubicBezTo>
                    <a:cubicBezTo>
                      <a:pt x="135102" y="48597"/>
                      <a:pt x="112162" y="59939"/>
                      <a:pt x="91533" y="73291"/>
                    </a:cubicBezTo>
                    <a:lnTo>
                      <a:pt x="57694" y="42004"/>
                    </a:lnTo>
                    <a:cubicBezTo>
                      <a:pt x="69200" y="32435"/>
                      <a:pt x="82991" y="26009"/>
                      <a:pt x="97721" y="23352"/>
                    </a:cubicBezTo>
                    <a:lnTo>
                      <a:pt x="87779" y="184"/>
                    </a:lnTo>
                    <a:cubicBezTo>
                      <a:pt x="73183" y="1838"/>
                      <a:pt x="54896" y="11283"/>
                      <a:pt x="39406" y="25096"/>
                    </a:cubicBezTo>
                    <a:lnTo>
                      <a:pt x="17375" y="4726"/>
                    </a:lnTo>
                    <a:lnTo>
                      <a:pt x="249" y="23232"/>
                    </a:lnTo>
                    <a:lnTo>
                      <a:pt x="22408" y="43720"/>
                    </a:lnTo>
                    <a:cubicBezTo>
                      <a:pt x="1853" y="71873"/>
                      <a:pt x="5236" y="97480"/>
                      <a:pt x="21961" y="112943"/>
                    </a:cubicBezTo>
                    <a:close/>
                    <a:moveTo>
                      <a:pt x="137979" y="91322"/>
                    </a:moveTo>
                    <a:cubicBezTo>
                      <a:pt x="144539" y="97386"/>
                      <a:pt x="146359" y="106546"/>
                      <a:pt x="140115" y="118209"/>
                    </a:cubicBezTo>
                    <a:lnTo>
                      <a:pt x="112033" y="92245"/>
                    </a:lnTo>
                    <a:cubicBezTo>
                      <a:pt x="122095" y="86859"/>
                      <a:pt x="130953" y="84825"/>
                      <a:pt x="137979" y="91322"/>
                    </a:cubicBezTo>
                    <a:close/>
                    <a:moveTo>
                      <a:pt x="40722" y="60653"/>
                    </a:moveTo>
                    <a:lnTo>
                      <a:pt x="69720" y="87464"/>
                    </a:lnTo>
                    <a:cubicBezTo>
                      <a:pt x="58253" y="94168"/>
                      <a:pt x="48168" y="97420"/>
                      <a:pt x="40279" y="90126"/>
                    </a:cubicBezTo>
                    <a:cubicBezTo>
                      <a:pt x="33343" y="83712"/>
                      <a:pt x="32320" y="73687"/>
                      <a:pt x="40722" y="60653"/>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474" name="Google Shape;474;p35"/>
              <p:cNvGrpSpPr/>
              <p:nvPr/>
            </p:nvGrpSpPr>
            <p:grpSpPr>
              <a:xfrm>
                <a:off x="3314631" y="3603857"/>
                <a:ext cx="317885" cy="339265"/>
                <a:chOff x="3314631" y="3603857"/>
                <a:chExt cx="317885" cy="339265"/>
              </a:xfrm>
            </p:grpSpPr>
            <p:sp>
              <p:nvSpPr>
                <p:cNvPr id="475" name="Google Shape;475;p35"/>
                <p:cNvSpPr/>
                <p:nvPr/>
              </p:nvSpPr>
              <p:spPr>
                <a:xfrm>
                  <a:off x="3314631" y="3890762"/>
                  <a:ext cx="52383" cy="52360"/>
                </a:xfrm>
                <a:custGeom>
                  <a:avLst/>
                  <a:gdLst/>
                  <a:ahLst/>
                  <a:cxnLst/>
                  <a:rect l="l" t="t" r="r" b="b"/>
                  <a:pathLst>
                    <a:path w="52383" h="52360" extrusionOk="0">
                      <a:moveTo>
                        <a:pt x="8656" y="45583"/>
                      </a:moveTo>
                      <a:cubicBezTo>
                        <a:pt x="-1963" y="35765"/>
                        <a:pt x="-2609" y="19201"/>
                        <a:pt x="7213" y="8587"/>
                      </a:cubicBezTo>
                      <a:cubicBezTo>
                        <a:pt x="17036" y="-2027"/>
                        <a:pt x="33607" y="-2673"/>
                        <a:pt x="44226" y="7145"/>
                      </a:cubicBezTo>
                      <a:cubicBezTo>
                        <a:pt x="54845" y="16963"/>
                        <a:pt x="55491" y="33527"/>
                        <a:pt x="45668" y="44141"/>
                      </a:cubicBezTo>
                      <a:cubicBezTo>
                        <a:pt x="35846" y="54756"/>
                        <a:pt x="19275" y="55401"/>
                        <a:pt x="8656" y="45583"/>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76" name="Google Shape;476;p35"/>
                <p:cNvSpPr/>
                <p:nvPr/>
              </p:nvSpPr>
              <p:spPr>
                <a:xfrm>
                  <a:off x="3580133" y="3603857"/>
                  <a:ext cx="52383" cy="52360"/>
                </a:xfrm>
                <a:custGeom>
                  <a:avLst/>
                  <a:gdLst/>
                  <a:ahLst/>
                  <a:cxnLst/>
                  <a:rect l="l" t="t" r="r" b="b"/>
                  <a:pathLst>
                    <a:path w="52383" h="52360" extrusionOk="0">
                      <a:moveTo>
                        <a:pt x="8656" y="45583"/>
                      </a:moveTo>
                      <a:cubicBezTo>
                        <a:pt x="-1963" y="35765"/>
                        <a:pt x="-2609" y="19201"/>
                        <a:pt x="7213" y="8587"/>
                      </a:cubicBezTo>
                      <a:cubicBezTo>
                        <a:pt x="17036" y="-2027"/>
                        <a:pt x="33607" y="-2673"/>
                        <a:pt x="44226" y="7145"/>
                      </a:cubicBezTo>
                      <a:cubicBezTo>
                        <a:pt x="54845" y="16963"/>
                        <a:pt x="55491" y="33527"/>
                        <a:pt x="45669" y="44141"/>
                      </a:cubicBezTo>
                      <a:cubicBezTo>
                        <a:pt x="35846" y="54756"/>
                        <a:pt x="19275" y="55401"/>
                        <a:pt x="8656" y="45583"/>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477" name="Google Shape;477;p35"/>
            <p:cNvGrpSpPr/>
            <p:nvPr/>
          </p:nvGrpSpPr>
          <p:grpSpPr>
            <a:xfrm rot="-653518">
              <a:off x="5578212" y="2052621"/>
              <a:ext cx="3168510" cy="1611673"/>
              <a:chOff x="2630883" y="3262708"/>
              <a:chExt cx="2541512" cy="1292864"/>
            </a:xfrm>
          </p:grpSpPr>
          <p:grpSp>
            <p:nvGrpSpPr>
              <p:cNvPr id="478" name="Google Shape;478;p35"/>
              <p:cNvGrpSpPr/>
              <p:nvPr/>
            </p:nvGrpSpPr>
            <p:grpSpPr>
              <a:xfrm>
                <a:off x="2630883" y="3262708"/>
                <a:ext cx="2511443" cy="1287876"/>
                <a:chOff x="2630883" y="3262708"/>
                <a:chExt cx="2511443" cy="1287876"/>
              </a:xfrm>
            </p:grpSpPr>
            <p:sp>
              <p:nvSpPr>
                <p:cNvPr id="479" name="Google Shape;479;p35"/>
                <p:cNvSpPr/>
                <p:nvPr/>
              </p:nvSpPr>
              <p:spPr>
                <a:xfrm>
                  <a:off x="2630883" y="3410147"/>
                  <a:ext cx="2340824" cy="1140437"/>
                </a:xfrm>
                <a:custGeom>
                  <a:avLst/>
                  <a:gdLst/>
                  <a:ahLst/>
                  <a:cxnLst/>
                  <a:rect l="l" t="t" r="r" b="b"/>
                  <a:pathLst>
                    <a:path w="2340824" h="1140437" extrusionOk="0">
                      <a:moveTo>
                        <a:pt x="93228" y="1140438"/>
                      </a:moveTo>
                      <a:lnTo>
                        <a:pt x="0" y="1014625"/>
                      </a:lnTo>
                      <a:lnTo>
                        <a:pt x="1305654" y="48010"/>
                      </a:lnTo>
                      <a:lnTo>
                        <a:pt x="1681376" y="507871"/>
                      </a:lnTo>
                      <a:lnTo>
                        <a:pt x="2234906" y="0"/>
                      </a:lnTo>
                      <a:lnTo>
                        <a:pt x="2340825" y="115339"/>
                      </a:lnTo>
                      <a:lnTo>
                        <a:pt x="1665039" y="735389"/>
                      </a:lnTo>
                      <a:lnTo>
                        <a:pt x="1278835" y="262694"/>
                      </a:lnTo>
                      <a:lnTo>
                        <a:pt x="93228" y="1140438"/>
                      </a:lnTo>
                      <a:close/>
                    </a:path>
                  </a:pathLst>
                </a:custGeom>
                <a:solidFill>
                  <a:srgbClr val="000000">
                    <a:alpha val="1013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80" name="Google Shape;480;p35"/>
                <p:cNvSpPr/>
                <p:nvPr/>
              </p:nvSpPr>
              <p:spPr>
                <a:xfrm>
                  <a:off x="4730706" y="3262708"/>
                  <a:ext cx="411620" cy="402082"/>
                </a:xfrm>
                <a:custGeom>
                  <a:avLst/>
                  <a:gdLst/>
                  <a:ahLst/>
                  <a:cxnLst/>
                  <a:rect l="l" t="t" r="r" b="b"/>
                  <a:pathLst>
                    <a:path w="411620" h="402082" extrusionOk="0">
                      <a:moveTo>
                        <a:pt x="285174" y="402083"/>
                      </a:moveTo>
                      <a:lnTo>
                        <a:pt x="411620" y="0"/>
                      </a:lnTo>
                      <a:lnTo>
                        <a:pt x="0" y="91546"/>
                      </a:lnTo>
                      <a:lnTo>
                        <a:pt x="285174" y="402083"/>
                      </a:lnTo>
                      <a:close/>
                    </a:path>
                  </a:pathLst>
                </a:custGeom>
                <a:solidFill>
                  <a:srgbClr val="000000">
                    <a:alpha val="1013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481" name="Google Shape;481;p35"/>
              <p:cNvGrpSpPr/>
              <p:nvPr/>
            </p:nvGrpSpPr>
            <p:grpSpPr>
              <a:xfrm>
                <a:off x="2660953" y="3267695"/>
                <a:ext cx="2511442" cy="1287877"/>
                <a:chOff x="2660953" y="3267695"/>
                <a:chExt cx="2511442" cy="1287877"/>
              </a:xfrm>
            </p:grpSpPr>
            <p:sp>
              <p:nvSpPr>
                <p:cNvPr id="482" name="Google Shape;482;p35"/>
                <p:cNvSpPr/>
                <p:nvPr/>
              </p:nvSpPr>
              <p:spPr>
                <a:xfrm>
                  <a:off x="2660953" y="3415134"/>
                  <a:ext cx="2340824" cy="1140438"/>
                </a:xfrm>
                <a:custGeom>
                  <a:avLst/>
                  <a:gdLst/>
                  <a:ahLst/>
                  <a:cxnLst/>
                  <a:rect l="l" t="t" r="r" b="b"/>
                  <a:pathLst>
                    <a:path w="2340824" h="1140438" extrusionOk="0">
                      <a:moveTo>
                        <a:pt x="93228" y="1140438"/>
                      </a:moveTo>
                      <a:lnTo>
                        <a:pt x="0" y="1014625"/>
                      </a:lnTo>
                      <a:lnTo>
                        <a:pt x="1305654" y="48011"/>
                      </a:lnTo>
                      <a:lnTo>
                        <a:pt x="1681376" y="507871"/>
                      </a:lnTo>
                      <a:lnTo>
                        <a:pt x="2234906" y="0"/>
                      </a:lnTo>
                      <a:lnTo>
                        <a:pt x="2340824" y="115339"/>
                      </a:lnTo>
                      <a:lnTo>
                        <a:pt x="1665039" y="735389"/>
                      </a:lnTo>
                      <a:lnTo>
                        <a:pt x="1278835" y="262699"/>
                      </a:lnTo>
                      <a:lnTo>
                        <a:pt x="93228" y="1140438"/>
                      </a:ln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83" name="Google Shape;483;p35"/>
                <p:cNvSpPr/>
                <p:nvPr/>
              </p:nvSpPr>
              <p:spPr>
                <a:xfrm>
                  <a:off x="4760776" y="3267695"/>
                  <a:ext cx="411619" cy="402082"/>
                </a:xfrm>
                <a:custGeom>
                  <a:avLst/>
                  <a:gdLst/>
                  <a:ahLst/>
                  <a:cxnLst/>
                  <a:rect l="l" t="t" r="r" b="b"/>
                  <a:pathLst>
                    <a:path w="411619" h="402082" extrusionOk="0">
                      <a:moveTo>
                        <a:pt x="285174" y="402083"/>
                      </a:moveTo>
                      <a:lnTo>
                        <a:pt x="411620" y="0"/>
                      </a:lnTo>
                      <a:lnTo>
                        <a:pt x="0" y="91545"/>
                      </a:lnTo>
                      <a:lnTo>
                        <a:pt x="285174" y="402083"/>
                      </a:ln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484" name="Google Shape;484;p35"/>
            <p:cNvGrpSpPr/>
            <p:nvPr/>
          </p:nvGrpSpPr>
          <p:grpSpPr>
            <a:xfrm>
              <a:off x="4308869" y="2469136"/>
              <a:ext cx="1380039" cy="1560499"/>
              <a:chOff x="2103341" y="3321917"/>
              <a:chExt cx="1106940" cy="1251784"/>
            </a:xfrm>
          </p:grpSpPr>
          <p:sp>
            <p:nvSpPr>
              <p:cNvPr id="485" name="Google Shape;485;p35"/>
              <p:cNvSpPr/>
              <p:nvPr/>
            </p:nvSpPr>
            <p:spPr>
              <a:xfrm>
                <a:off x="2103341" y="3321917"/>
                <a:ext cx="1106769" cy="1251784"/>
              </a:xfrm>
              <a:custGeom>
                <a:avLst/>
                <a:gdLst/>
                <a:ahLst/>
                <a:cxnLst/>
                <a:rect l="l" t="t" r="r" b="b"/>
                <a:pathLst>
                  <a:path w="1106769" h="1251784" extrusionOk="0">
                    <a:moveTo>
                      <a:pt x="684751" y="4257"/>
                    </a:moveTo>
                    <a:lnTo>
                      <a:pt x="40732" y="250578"/>
                    </a:lnTo>
                    <a:cubicBezTo>
                      <a:pt x="7734" y="263199"/>
                      <a:pt x="-8326" y="301354"/>
                      <a:pt x="4860" y="335800"/>
                    </a:cubicBezTo>
                    <a:lnTo>
                      <a:pt x="338893" y="1208378"/>
                    </a:lnTo>
                    <a:cubicBezTo>
                      <a:pt x="352079" y="1242824"/>
                      <a:pt x="389519" y="1260517"/>
                      <a:pt x="422517" y="1247896"/>
                    </a:cubicBezTo>
                    <a:lnTo>
                      <a:pt x="1066536" y="1001575"/>
                    </a:lnTo>
                    <a:cubicBezTo>
                      <a:pt x="1099534" y="988954"/>
                      <a:pt x="1115594" y="950799"/>
                      <a:pt x="1102408" y="916353"/>
                    </a:cubicBezTo>
                    <a:lnTo>
                      <a:pt x="768375" y="43774"/>
                    </a:lnTo>
                    <a:cubicBezTo>
                      <a:pt x="755188" y="9329"/>
                      <a:pt x="717749" y="-8364"/>
                      <a:pt x="684751" y="4257"/>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86" name="Google Shape;486;p35"/>
              <p:cNvSpPr/>
              <p:nvPr/>
            </p:nvSpPr>
            <p:spPr>
              <a:xfrm>
                <a:off x="2157613" y="3603584"/>
                <a:ext cx="917401" cy="864363"/>
              </a:xfrm>
              <a:custGeom>
                <a:avLst/>
                <a:gdLst/>
                <a:ahLst/>
                <a:cxnLst/>
                <a:rect l="l" t="t" r="r" b="b"/>
                <a:pathLst>
                  <a:path w="917401" h="864363" extrusionOk="0">
                    <a:moveTo>
                      <a:pt x="852" y="9741"/>
                    </a:moveTo>
                    <a:cubicBezTo>
                      <a:pt x="-12945" y="34472"/>
                      <a:pt x="213294" y="791852"/>
                      <a:pt x="327680" y="853642"/>
                    </a:cubicBezTo>
                    <a:cubicBezTo>
                      <a:pt x="457816" y="923940"/>
                      <a:pt x="939200" y="633605"/>
                      <a:pt x="916901" y="575338"/>
                    </a:cubicBezTo>
                    <a:cubicBezTo>
                      <a:pt x="835492" y="362627"/>
                      <a:pt x="457865" y="692267"/>
                      <a:pt x="364615" y="542726"/>
                    </a:cubicBezTo>
                    <a:cubicBezTo>
                      <a:pt x="271364" y="393185"/>
                      <a:pt x="46449" y="-71991"/>
                      <a:pt x="852" y="9741"/>
                    </a:cubicBezTo>
                    <a:close/>
                  </a:path>
                </a:pathLst>
              </a:custGeom>
              <a:solidFill>
                <a:srgbClr val="000000">
                  <a:alpha val="1013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87" name="Google Shape;487;p35"/>
              <p:cNvSpPr/>
              <p:nvPr/>
            </p:nvSpPr>
            <p:spPr>
              <a:xfrm>
                <a:off x="2446329" y="4247890"/>
                <a:ext cx="763952" cy="325632"/>
              </a:xfrm>
              <a:custGeom>
                <a:avLst/>
                <a:gdLst/>
                <a:ahLst/>
                <a:cxnLst/>
                <a:rect l="l" t="t" r="r" b="b"/>
                <a:pathLst>
                  <a:path w="763952" h="325632" extrusionOk="0">
                    <a:moveTo>
                      <a:pt x="762377" y="184"/>
                    </a:moveTo>
                    <a:cubicBezTo>
                      <a:pt x="769939" y="31470"/>
                      <a:pt x="753414" y="63568"/>
                      <a:pt x="723549" y="75602"/>
                    </a:cubicBezTo>
                    <a:lnTo>
                      <a:pt x="79526" y="321924"/>
                    </a:lnTo>
                    <a:cubicBezTo>
                      <a:pt x="49253" y="332892"/>
                      <a:pt x="15513" y="320019"/>
                      <a:pt x="249" y="291679"/>
                    </a:cubicBezTo>
                    <a:cubicBezTo>
                      <a:pt x="9359" y="295348"/>
                      <a:pt x="19519" y="295446"/>
                      <a:pt x="28699" y="291952"/>
                    </a:cubicBezTo>
                    <a:lnTo>
                      <a:pt x="741377" y="19370"/>
                    </a:lnTo>
                    <a:cubicBezTo>
                      <a:pt x="750545" y="15847"/>
                      <a:pt x="758044" y="8995"/>
                      <a:pt x="762377" y="184"/>
                    </a:cubicBezTo>
                    <a:close/>
                  </a:path>
                </a:pathLst>
              </a:custGeom>
              <a:solidFill>
                <a:srgbClr val="000000">
                  <a:alpha val="1013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88" name="Google Shape;488;p35"/>
              <p:cNvSpPr/>
              <p:nvPr/>
            </p:nvSpPr>
            <p:spPr>
              <a:xfrm>
                <a:off x="2194024" y="3423205"/>
                <a:ext cx="653771" cy="339640"/>
              </a:xfrm>
              <a:custGeom>
                <a:avLst/>
                <a:gdLst/>
                <a:ahLst/>
                <a:cxnLst/>
                <a:rect l="l" t="t" r="r" b="b"/>
                <a:pathLst>
                  <a:path w="653771" h="339640" extrusionOk="0">
                    <a:moveTo>
                      <a:pt x="583686" y="2670"/>
                    </a:moveTo>
                    <a:lnTo>
                      <a:pt x="24362" y="216597"/>
                    </a:lnTo>
                    <a:cubicBezTo>
                      <a:pt x="5016" y="223997"/>
                      <a:pt x="-4667" y="245672"/>
                      <a:pt x="2736" y="265010"/>
                    </a:cubicBezTo>
                    <a:lnTo>
                      <a:pt x="22149" y="315722"/>
                    </a:lnTo>
                    <a:cubicBezTo>
                      <a:pt x="29552" y="335060"/>
                      <a:pt x="51236" y="344738"/>
                      <a:pt x="70583" y="337338"/>
                    </a:cubicBezTo>
                    <a:lnTo>
                      <a:pt x="629907" y="123410"/>
                    </a:lnTo>
                    <a:cubicBezTo>
                      <a:pt x="649254" y="116011"/>
                      <a:pt x="658936" y="94336"/>
                      <a:pt x="651534" y="74998"/>
                    </a:cubicBezTo>
                    <a:cubicBezTo>
                      <a:pt x="651534" y="74998"/>
                      <a:pt x="651534" y="74998"/>
                      <a:pt x="651533" y="74997"/>
                    </a:cubicBezTo>
                    <a:lnTo>
                      <a:pt x="632121" y="24287"/>
                    </a:lnTo>
                    <a:cubicBezTo>
                      <a:pt x="624718" y="4949"/>
                      <a:pt x="603033" y="-4730"/>
                      <a:pt x="583686" y="2670"/>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489" name="Google Shape;489;p35"/>
              <p:cNvGrpSpPr/>
              <p:nvPr/>
            </p:nvGrpSpPr>
            <p:grpSpPr>
              <a:xfrm>
                <a:off x="2265195" y="3675477"/>
                <a:ext cx="606800" cy="754273"/>
                <a:chOff x="2265195" y="3675477"/>
                <a:chExt cx="606800" cy="754273"/>
              </a:xfrm>
            </p:grpSpPr>
            <p:grpSp>
              <p:nvGrpSpPr>
                <p:cNvPr id="490" name="Google Shape;490;p35"/>
                <p:cNvGrpSpPr/>
                <p:nvPr/>
              </p:nvGrpSpPr>
              <p:grpSpPr>
                <a:xfrm>
                  <a:off x="2265195" y="3675477"/>
                  <a:ext cx="606800" cy="754273"/>
                  <a:chOff x="2265195" y="3675477"/>
                  <a:chExt cx="606800" cy="754273"/>
                </a:xfrm>
              </p:grpSpPr>
              <p:sp>
                <p:nvSpPr>
                  <p:cNvPr id="491" name="Google Shape;491;p35"/>
                  <p:cNvSpPr/>
                  <p:nvPr/>
                </p:nvSpPr>
                <p:spPr>
                  <a:xfrm>
                    <a:off x="2265195" y="3802957"/>
                    <a:ext cx="148743" cy="152796"/>
                  </a:xfrm>
                  <a:custGeom>
                    <a:avLst/>
                    <a:gdLst/>
                    <a:ahLst/>
                    <a:cxnLst/>
                    <a:rect l="l" t="t" r="r" b="b"/>
                    <a:pathLst>
                      <a:path w="148743" h="152796" extrusionOk="0">
                        <a:moveTo>
                          <a:pt x="261" y="42191"/>
                        </a:moveTo>
                        <a:cubicBezTo>
                          <a:pt x="-963" y="23416"/>
                          <a:pt x="89261" y="-2784"/>
                          <a:pt x="102642" y="458"/>
                        </a:cubicBezTo>
                        <a:cubicBezTo>
                          <a:pt x="121066" y="4923"/>
                          <a:pt x="153245" y="107536"/>
                          <a:pt x="148526" y="114190"/>
                        </a:cubicBezTo>
                        <a:cubicBezTo>
                          <a:pt x="143807" y="120845"/>
                          <a:pt x="47470" y="164373"/>
                          <a:pt x="39887" y="150139"/>
                        </a:cubicBezTo>
                        <a:cubicBezTo>
                          <a:pt x="32304" y="135905"/>
                          <a:pt x="2281" y="73159"/>
                          <a:pt x="261" y="42191"/>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92" name="Google Shape;492;p35"/>
                  <p:cNvSpPr/>
                  <p:nvPr/>
                </p:nvSpPr>
                <p:spPr>
                  <a:xfrm>
                    <a:off x="2434789" y="3739217"/>
                    <a:ext cx="148743" cy="152796"/>
                  </a:xfrm>
                  <a:custGeom>
                    <a:avLst/>
                    <a:gdLst/>
                    <a:ahLst/>
                    <a:cxnLst/>
                    <a:rect l="l" t="t" r="r" b="b"/>
                    <a:pathLst>
                      <a:path w="148743" h="152796" extrusionOk="0">
                        <a:moveTo>
                          <a:pt x="261" y="42191"/>
                        </a:moveTo>
                        <a:cubicBezTo>
                          <a:pt x="-963" y="23416"/>
                          <a:pt x="89261" y="-2784"/>
                          <a:pt x="102642" y="458"/>
                        </a:cubicBezTo>
                        <a:cubicBezTo>
                          <a:pt x="121066" y="4923"/>
                          <a:pt x="153245" y="107536"/>
                          <a:pt x="148526" y="114190"/>
                        </a:cubicBezTo>
                        <a:cubicBezTo>
                          <a:pt x="143807" y="120845"/>
                          <a:pt x="47470" y="164373"/>
                          <a:pt x="39887" y="150139"/>
                        </a:cubicBezTo>
                        <a:cubicBezTo>
                          <a:pt x="32304" y="135905"/>
                          <a:pt x="2281" y="73159"/>
                          <a:pt x="261" y="42191"/>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93" name="Google Shape;493;p35"/>
                  <p:cNvSpPr/>
                  <p:nvPr/>
                </p:nvSpPr>
                <p:spPr>
                  <a:xfrm>
                    <a:off x="2604384" y="3675477"/>
                    <a:ext cx="148743" cy="152797"/>
                  </a:xfrm>
                  <a:custGeom>
                    <a:avLst/>
                    <a:gdLst/>
                    <a:ahLst/>
                    <a:cxnLst/>
                    <a:rect l="l" t="t" r="r" b="b"/>
                    <a:pathLst>
                      <a:path w="148743" h="152797" extrusionOk="0">
                        <a:moveTo>
                          <a:pt x="261" y="42191"/>
                        </a:moveTo>
                        <a:cubicBezTo>
                          <a:pt x="-963" y="23416"/>
                          <a:pt x="89261" y="-2784"/>
                          <a:pt x="102642" y="458"/>
                        </a:cubicBezTo>
                        <a:cubicBezTo>
                          <a:pt x="121066" y="4923"/>
                          <a:pt x="153245" y="107535"/>
                          <a:pt x="148526" y="114190"/>
                        </a:cubicBezTo>
                        <a:cubicBezTo>
                          <a:pt x="143807" y="120845"/>
                          <a:pt x="47470" y="164373"/>
                          <a:pt x="39887" y="150140"/>
                        </a:cubicBezTo>
                        <a:cubicBezTo>
                          <a:pt x="32304" y="135906"/>
                          <a:pt x="2280" y="73159"/>
                          <a:pt x="261" y="42191"/>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94" name="Google Shape;494;p35"/>
                  <p:cNvSpPr/>
                  <p:nvPr/>
                </p:nvSpPr>
                <p:spPr>
                  <a:xfrm>
                    <a:off x="2324629" y="3960956"/>
                    <a:ext cx="148743" cy="152796"/>
                  </a:xfrm>
                  <a:custGeom>
                    <a:avLst/>
                    <a:gdLst/>
                    <a:ahLst/>
                    <a:cxnLst/>
                    <a:rect l="l" t="t" r="r" b="b"/>
                    <a:pathLst>
                      <a:path w="148743" h="152796" extrusionOk="0">
                        <a:moveTo>
                          <a:pt x="261" y="42191"/>
                        </a:moveTo>
                        <a:cubicBezTo>
                          <a:pt x="-963" y="23415"/>
                          <a:pt x="89261" y="-2784"/>
                          <a:pt x="102641" y="458"/>
                        </a:cubicBezTo>
                        <a:cubicBezTo>
                          <a:pt x="121066" y="4923"/>
                          <a:pt x="153245" y="107535"/>
                          <a:pt x="148525" y="114190"/>
                        </a:cubicBezTo>
                        <a:cubicBezTo>
                          <a:pt x="143806" y="120844"/>
                          <a:pt x="47470" y="164373"/>
                          <a:pt x="39887" y="150139"/>
                        </a:cubicBezTo>
                        <a:cubicBezTo>
                          <a:pt x="32304" y="135905"/>
                          <a:pt x="2280" y="73159"/>
                          <a:pt x="261" y="42191"/>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95" name="Google Shape;495;p35"/>
                  <p:cNvSpPr/>
                  <p:nvPr/>
                </p:nvSpPr>
                <p:spPr>
                  <a:xfrm>
                    <a:off x="2494223" y="3897216"/>
                    <a:ext cx="148743" cy="152797"/>
                  </a:xfrm>
                  <a:custGeom>
                    <a:avLst/>
                    <a:gdLst/>
                    <a:ahLst/>
                    <a:cxnLst/>
                    <a:rect l="l" t="t" r="r" b="b"/>
                    <a:pathLst>
                      <a:path w="148743" h="152797" extrusionOk="0">
                        <a:moveTo>
                          <a:pt x="261" y="42190"/>
                        </a:moveTo>
                        <a:cubicBezTo>
                          <a:pt x="-963" y="23415"/>
                          <a:pt x="89261" y="-2784"/>
                          <a:pt x="102641" y="458"/>
                        </a:cubicBezTo>
                        <a:cubicBezTo>
                          <a:pt x="121066" y="4923"/>
                          <a:pt x="153245" y="107535"/>
                          <a:pt x="148526" y="114190"/>
                        </a:cubicBezTo>
                        <a:cubicBezTo>
                          <a:pt x="143807" y="120845"/>
                          <a:pt x="47470" y="164373"/>
                          <a:pt x="39887" y="150139"/>
                        </a:cubicBezTo>
                        <a:cubicBezTo>
                          <a:pt x="32304" y="135905"/>
                          <a:pt x="2281" y="73159"/>
                          <a:pt x="261" y="42190"/>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96" name="Google Shape;496;p35"/>
                  <p:cNvSpPr/>
                  <p:nvPr/>
                </p:nvSpPr>
                <p:spPr>
                  <a:xfrm>
                    <a:off x="2663818" y="3833476"/>
                    <a:ext cx="148743" cy="152796"/>
                  </a:xfrm>
                  <a:custGeom>
                    <a:avLst/>
                    <a:gdLst/>
                    <a:ahLst/>
                    <a:cxnLst/>
                    <a:rect l="l" t="t" r="r" b="b"/>
                    <a:pathLst>
                      <a:path w="148743" h="152796" extrusionOk="0">
                        <a:moveTo>
                          <a:pt x="261" y="42191"/>
                        </a:moveTo>
                        <a:cubicBezTo>
                          <a:pt x="-963" y="23416"/>
                          <a:pt x="89261" y="-2784"/>
                          <a:pt x="102641" y="458"/>
                        </a:cubicBezTo>
                        <a:cubicBezTo>
                          <a:pt x="121066" y="4923"/>
                          <a:pt x="153245" y="107536"/>
                          <a:pt x="148526" y="114190"/>
                        </a:cubicBezTo>
                        <a:cubicBezTo>
                          <a:pt x="143807" y="120845"/>
                          <a:pt x="47470" y="164373"/>
                          <a:pt x="39887" y="150139"/>
                        </a:cubicBezTo>
                        <a:cubicBezTo>
                          <a:pt x="32304" y="135905"/>
                          <a:pt x="2281" y="73159"/>
                          <a:pt x="261" y="42191"/>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97" name="Google Shape;497;p35"/>
                  <p:cNvSpPr/>
                  <p:nvPr/>
                </p:nvSpPr>
                <p:spPr>
                  <a:xfrm>
                    <a:off x="2384063" y="4118954"/>
                    <a:ext cx="148743" cy="152797"/>
                  </a:xfrm>
                  <a:custGeom>
                    <a:avLst/>
                    <a:gdLst/>
                    <a:ahLst/>
                    <a:cxnLst/>
                    <a:rect l="l" t="t" r="r" b="b"/>
                    <a:pathLst>
                      <a:path w="148743" h="152797" extrusionOk="0">
                        <a:moveTo>
                          <a:pt x="261" y="42191"/>
                        </a:moveTo>
                        <a:cubicBezTo>
                          <a:pt x="-963" y="23416"/>
                          <a:pt x="89261" y="-2784"/>
                          <a:pt x="102642" y="458"/>
                        </a:cubicBezTo>
                        <a:cubicBezTo>
                          <a:pt x="121066" y="4924"/>
                          <a:pt x="153245" y="107535"/>
                          <a:pt x="148526" y="114190"/>
                        </a:cubicBezTo>
                        <a:cubicBezTo>
                          <a:pt x="143807" y="120845"/>
                          <a:pt x="47470" y="164373"/>
                          <a:pt x="39887" y="150140"/>
                        </a:cubicBezTo>
                        <a:cubicBezTo>
                          <a:pt x="32304" y="135906"/>
                          <a:pt x="2281" y="73159"/>
                          <a:pt x="261" y="42191"/>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98" name="Google Shape;498;p35"/>
                  <p:cNvSpPr/>
                  <p:nvPr/>
                </p:nvSpPr>
                <p:spPr>
                  <a:xfrm>
                    <a:off x="2553658" y="4055215"/>
                    <a:ext cx="148743" cy="152797"/>
                  </a:xfrm>
                  <a:custGeom>
                    <a:avLst/>
                    <a:gdLst/>
                    <a:ahLst/>
                    <a:cxnLst/>
                    <a:rect l="l" t="t" r="r" b="b"/>
                    <a:pathLst>
                      <a:path w="148743" h="152797" extrusionOk="0">
                        <a:moveTo>
                          <a:pt x="261" y="42191"/>
                        </a:moveTo>
                        <a:cubicBezTo>
                          <a:pt x="-963" y="23415"/>
                          <a:pt x="89261" y="-2784"/>
                          <a:pt x="102642" y="458"/>
                        </a:cubicBezTo>
                        <a:cubicBezTo>
                          <a:pt x="121065" y="4923"/>
                          <a:pt x="153245" y="107535"/>
                          <a:pt x="148525" y="114190"/>
                        </a:cubicBezTo>
                        <a:cubicBezTo>
                          <a:pt x="143806" y="120845"/>
                          <a:pt x="47470" y="164373"/>
                          <a:pt x="39887" y="150139"/>
                        </a:cubicBezTo>
                        <a:cubicBezTo>
                          <a:pt x="32303" y="135905"/>
                          <a:pt x="2280" y="73159"/>
                          <a:pt x="261" y="42191"/>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499" name="Google Shape;499;p35"/>
                  <p:cNvSpPr/>
                  <p:nvPr/>
                </p:nvSpPr>
                <p:spPr>
                  <a:xfrm>
                    <a:off x="2723252" y="3991475"/>
                    <a:ext cx="148743" cy="152797"/>
                  </a:xfrm>
                  <a:custGeom>
                    <a:avLst/>
                    <a:gdLst/>
                    <a:ahLst/>
                    <a:cxnLst/>
                    <a:rect l="l" t="t" r="r" b="b"/>
                    <a:pathLst>
                      <a:path w="148743" h="152797" extrusionOk="0">
                        <a:moveTo>
                          <a:pt x="261" y="42191"/>
                        </a:moveTo>
                        <a:cubicBezTo>
                          <a:pt x="-963" y="23415"/>
                          <a:pt x="89261" y="-2784"/>
                          <a:pt x="102642" y="458"/>
                        </a:cubicBezTo>
                        <a:cubicBezTo>
                          <a:pt x="121066" y="4923"/>
                          <a:pt x="153245" y="107535"/>
                          <a:pt x="148525" y="114190"/>
                        </a:cubicBezTo>
                        <a:cubicBezTo>
                          <a:pt x="143806" y="120845"/>
                          <a:pt x="47470" y="164373"/>
                          <a:pt x="39887" y="150139"/>
                        </a:cubicBezTo>
                        <a:cubicBezTo>
                          <a:pt x="32304" y="135905"/>
                          <a:pt x="2280" y="73159"/>
                          <a:pt x="261" y="42191"/>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00" name="Google Shape;500;p35"/>
                  <p:cNvSpPr/>
                  <p:nvPr/>
                </p:nvSpPr>
                <p:spPr>
                  <a:xfrm>
                    <a:off x="2443497" y="4276953"/>
                    <a:ext cx="148743" cy="152797"/>
                  </a:xfrm>
                  <a:custGeom>
                    <a:avLst/>
                    <a:gdLst/>
                    <a:ahLst/>
                    <a:cxnLst/>
                    <a:rect l="l" t="t" r="r" b="b"/>
                    <a:pathLst>
                      <a:path w="148743" h="152797" extrusionOk="0">
                        <a:moveTo>
                          <a:pt x="261" y="42190"/>
                        </a:moveTo>
                        <a:cubicBezTo>
                          <a:pt x="-963" y="23415"/>
                          <a:pt x="89261" y="-2784"/>
                          <a:pt x="102642" y="458"/>
                        </a:cubicBezTo>
                        <a:cubicBezTo>
                          <a:pt x="121066" y="4923"/>
                          <a:pt x="153245" y="107535"/>
                          <a:pt x="148526" y="114190"/>
                        </a:cubicBezTo>
                        <a:cubicBezTo>
                          <a:pt x="143807" y="120845"/>
                          <a:pt x="47470" y="164373"/>
                          <a:pt x="39887" y="150140"/>
                        </a:cubicBezTo>
                        <a:cubicBezTo>
                          <a:pt x="32304" y="135906"/>
                          <a:pt x="2281" y="73159"/>
                          <a:pt x="261" y="42190"/>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sp>
              <p:nvSpPr>
                <p:cNvPr id="501" name="Google Shape;501;p35"/>
                <p:cNvSpPr/>
                <p:nvPr/>
              </p:nvSpPr>
              <p:spPr>
                <a:xfrm>
                  <a:off x="2613091" y="4213213"/>
                  <a:ext cx="148743" cy="152797"/>
                </a:xfrm>
                <a:custGeom>
                  <a:avLst/>
                  <a:gdLst/>
                  <a:ahLst/>
                  <a:cxnLst/>
                  <a:rect l="l" t="t" r="r" b="b"/>
                  <a:pathLst>
                    <a:path w="148743" h="152797" extrusionOk="0">
                      <a:moveTo>
                        <a:pt x="261" y="42191"/>
                      </a:moveTo>
                      <a:cubicBezTo>
                        <a:pt x="-963" y="23416"/>
                        <a:pt x="89261" y="-2784"/>
                        <a:pt x="102642" y="458"/>
                      </a:cubicBezTo>
                      <a:cubicBezTo>
                        <a:pt x="121066" y="4923"/>
                        <a:pt x="153245" y="107536"/>
                        <a:pt x="148526" y="114190"/>
                      </a:cubicBezTo>
                      <a:cubicBezTo>
                        <a:pt x="143807" y="120845"/>
                        <a:pt x="47470" y="164373"/>
                        <a:pt x="39887" y="150140"/>
                      </a:cubicBezTo>
                      <a:cubicBezTo>
                        <a:pt x="32304" y="135906"/>
                        <a:pt x="2281" y="73159"/>
                        <a:pt x="261" y="42191"/>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sp>
            <p:nvSpPr>
              <p:cNvPr id="502" name="Google Shape;502;p35"/>
              <p:cNvSpPr/>
              <p:nvPr/>
            </p:nvSpPr>
            <p:spPr>
              <a:xfrm>
                <a:off x="2782686" y="4149473"/>
                <a:ext cx="148743" cy="152796"/>
              </a:xfrm>
              <a:custGeom>
                <a:avLst/>
                <a:gdLst/>
                <a:ahLst/>
                <a:cxnLst/>
                <a:rect l="l" t="t" r="r" b="b"/>
                <a:pathLst>
                  <a:path w="148743" h="152796" extrusionOk="0">
                    <a:moveTo>
                      <a:pt x="261" y="42191"/>
                    </a:moveTo>
                    <a:cubicBezTo>
                      <a:pt x="-963" y="23415"/>
                      <a:pt x="89261" y="-2784"/>
                      <a:pt x="102642" y="458"/>
                    </a:cubicBezTo>
                    <a:cubicBezTo>
                      <a:pt x="121066" y="4923"/>
                      <a:pt x="153245" y="107535"/>
                      <a:pt x="148526" y="114190"/>
                    </a:cubicBezTo>
                    <a:cubicBezTo>
                      <a:pt x="143807" y="120844"/>
                      <a:pt x="47470" y="164373"/>
                      <a:pt x="39887" y="150139"/>
                    </a:cubicBezTo>
                    <a:cubicBezTo>
                      <a:pt x="32304" y="135906"/>
                      <a:pt x="2281" y="73159"/>
                      <a:pt x="261" y="42191"/>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503" name="Google Shape;503;p35"/>
              <p:cNvGrpSpPr/>
              <p:nvPr/>
            </p:nvGrpSpPr>
            <p:grpSpPr>
              <a:xfrm>
                <a:off x="2776010" y="3610974"/>
                <a:ext cx="325013" cy="627555"/>
                <a:chOff x="2776010" y="3610974"/>
                <a:chExt cx="325013" cy="627555"/>
              </a:xfrm>
            </p:grpSpPr>
            <p:sp>
              <p:nvSpPr>
                <p:cNvPr id="504" name="Google Shape;504;p35"/>
                <p:cNvSpPr/>
                <p:nvPr/>
              </p:nvSpPr>
              <p:spPr>
                <a:xfrm>
                  <a:off x="2776010" y="3610974"/>
                  <a:ext cx="148743" cy="152797"/>
                </a:xfrm>
                <a:custGeom>
                  <a:avLst/>
                  <a:gdLst/>
                  <a:ahLst/>
                  <a:cxnLst/>
                  <a:rect l="l" t="t" r="r" b="b"/>
                  <a:pathLst>
                    <a:path w="148743" h="152797" extrusionOk="0">
                      <a:moveTo>
                        <a:pt x="261" y="42191"/>
                      </a:moveTo>
                      <a:cubicBezTo>
                        <a:pt x="-963" y="23415"/>
                        <a:pt x="89261" y="-2784"/>
                        <a:pt x="102642" y="458"/>
                      </a:cubicBezTo>
                      <a:cubicBezTo>
                        <a:pt x="121066" y="4923"/>
                        <a:pt x="153245" y="107535"/>
                        <a:pt x="148525" y="114190"/>
                      </a:cubicBezTo>
                      <a:cubicBezTo>
                        <a:pt x="143806" y="120845"/>
                        <a:pt x="47470" y="164373"/>
                        <a:pt x="39887" y="150140"/>
                      </a:cubicBezTo>
                      <a:cubicBezTo>
                        <a:pt x="32304" y="135906"/>
                        <a:pt x="2280" y="73159"/>
                        <a:pt x="261" y="42191"/>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05" name="Google Shape;505;p35"/>
                <p:cNvSpPr/>
                <p:nvPr/>
              </p:nvSpPr>
              <p:spPr>
                <a:xfrm>
                  <a:off x="2833412" y="3769736"/>
                  <a:ext cx="148743" cy="152797"/>
                </a:xfrm>
                <a:custGeom>
                  <a:avLst/>
                  <a:gdLst/>
                  <a:ahLst/>
                  <a:cxnLst/>
                  <a:rect l="l" t="t" r="r" b="b"/>
                  <a:pathLst>
                    <a:path w="148743" h="152797" extrusionOk="0">
                      <a:moveTo>
                        <a:pt x="261" y="42191"/>
                      </a:moveTo>
                      <a:cubicBezTo>
                        <a:pt x="-963" y="23416"/>
                        <a:pt x="89261" y="-2784"/>
                        <a:pt x="102642" y="458"/>
                      </a:cubicBezTo>
                      <a:cubicBezTo>
                        <a:pt x="121066" y="4923"/>
                        <a:pt x="153245" y="107536"/>
                        <a:pt x="148526" y="114190"/>
                      </a:cubicBezTo>
                      <a:cubicBezTo>
                        <a:pt x="143807" y="120845"/>
                        <a:pt x="47470" y="164373"/>
                        <a:pt x="39887" y="150140"/>
                      </a:cubicBezTo>
                      <a:cubicBezTo>
                        <a:pt x="32304" y="135906"/>
                        <a:pt x="2281" y="73159"/>
                        <a:pt x="261" y="42191"/>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06" name="Google Shape;506;p35"/>
                <p:cNvSpPr/>
                <p:nvPr/>
              </p:nvSpPr>
              <p:spPr>
                <a:xfrm>
                  <a:off x="2892846" y="3927735"/>
                  <a:ext cx="148743" cy="152796"/>
                </a:xfrm>
                <a:custGeom>
                  <a:avLst/>
                  <a:gdLst/>
                  <a:ahLst/>
                  <a:cxnLst/>
                  <a:rect l="l" t="t" r="r" b="b"/>
                  <a:pathLst>
                    <a:path w="148743" h="152796" extrusionOk="0">
                      <a:moveTo>
                        <a:pt x="261" y="42191"/>
                      </a:moveTo>
                      <a:cubicBezTo>
                        <a:pt x="-963" y="23415"/>
                        <a:pt x="89261" y="-2784"/>
                        <a:pt x="102642" y="458"/>
                      </a:cubicBezTo>
                      <a:cubicBezTo>
                        <a:pt x="121066" y="4923"/>
                        <a:pt x="153246" y="107535"/>
                        <a:pt x="148526" y="114190"/>
                      </a:cubicBezTo>
                      <a:cubicBezTo>
                        <a:pt x="143806" y="120845"/>
                        <a:pt x="47470" y="164373"/>
                        <a:pt x="39887" y="150139"/>
                      </a:cubicBezTo>
                      <a:cubicBezTo>
                        <a:pt x="32305" y="135905"/>
                        <a:pt x="2281" y="73159"/>
                        <a:pt x="261" y="42191"/>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07" name="Google Shape;507;p35"/>
                <p:cNvSpPr/>
                <p:nvPr/>
              </p:nvSpPr>
              <p:spPr>
                <a:xfrm>
                  <a:off x="2952280" y="4085733"/>
                  <a:ext cx="148743" cy="152796"/>
                </a:xfrm>
                <a:custGeom>
                  <a:avLst/>
                  <a:gdLst/>
                  <a:ahLst/>
                  <a:cxnLst/>
                  <a:rect l="l" t="t" r="r" b="b"/>
                  <a:pathLst>
                    <a:path w="148743" h="152796" extrusionOk="0">
                      <a:moveTo>
                        <a:pt x="261" y="42191"/>
                      </a:moveTo>
                      <a:cubicBezTo>
                        <a:pt x="-963" y="23415"/>
                        <a:pt x="89261" y="-2784"/>
                        <a:pt x="102641" y="458"/>
                      </a:cubicBezTo>
                      <a:cubicBezTo>
                        <a:pt x="121066" y="4923"/>
                        <a:pt x="153245" y="107535"/>
                        <a:pt x="148526" y="114190"/>
                      </a:cubicBezTo>
                      <a:cubicBezTo>
                        <a:pt x="143807" y="120844"/>
                        <a:pt x="47470" y="164373"/>
                        <a:pt x="39887" y="150139"/>
                      </a:cubicBezTo>
                      <a:cubicBezTo>
                        <a:pt x="32304" y="135905"/>
                        <a:pt x="2280" y="73159"/>
                        <a:pt x="261" y="42191"/>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sp>
            <p:nvSpPr>
              <p:cNvPr id="508" name="Google Shape;508;p35"/>
              <p:cNvSpPr/>
              <p:nvPr/>
            </p:nvSpPr>
            <p:spPr>
              <a:xfrm>
                <a:off x="2826087" y="3662719"/>
                <a:ext cx="47326" cy="45164"/>
              </a:xfrm>
              <a:custGeom>
                <a:avLst/>
                <a:gdLst/>
                <a:ahLst/>
                <a:cxnLst/>
                <a:rect l="l" t="t" r="r" b="b"/>
                <a:pathLst>
                  <a:path w="47326" h="45164" extrusionOk="0">
                    <a:moveTo>
                      <a:pt x="249" y="25873"/>
                    </a:moveTo>
                    <a:lnTo>
                      <a:pt x="43761" y="9519"/>
                    </a:lnTo>
                    <a:lnTo>
                      <a:pt x="47576" y="19660"/>
                    </a:lnTo>
                    <a:lnTo>
                      <a:pt x="4064" y="36014"/>
                    </a:lnTo>
                    <a:close/>
                    <a:moveTo>
                      <a:pt x="22805" y="40545"/>
                    </a:moveTo>
                    <a:cubicBezTo>
                      <a:pt x="22447" y="39620"/>
                      <a:pt x="22291" y="38629"/>
                      <a:pt x="22348" y="37639"/>
                    </a:cubicBezTo>
                    <a:cubicBezTo>
                      <a:pt x="22441" y="35746"/>
                      <a:pt x="23238" y="33956"/>
                      <a:pt x="24582" y="32620"/>
                    </a:cubicBezTo>
                    <a:cubicBezTo>
                      <a:pt x="25993" y="31233"/>
                      <a:pt x="27925" y="30506"/>
                      <a:pt x="29901" y="30620"/>
                    </a:cubicBezTo>
                    <a:cubicBezTo>
                      <a:pt x="30837" y="30682"/>
                      <a:pt x="31753" y="30914"/>
                      <a:pt x="32606" y="31303"/>
                    </a:cubicBezTo>
                    <a:cubicBezTo>
                      <a:pt x="33459" y="31702"/>
                      <a:pt x="34234" y="32251"/>
                      <a:pt x="34892" y="32925"/>
                    </a:cubicBezTo>
                    <a:cubicBezTo>
                      <a:pt x="36282" y="34367"/>
                      <a:pt x="37015" y="36317"/>
                      <a:pt x="36920" y="38318"/>
                    </a:cubicBezTo>
                    <a:cubicBezTo>
                      <a:pt x="36871" y="39258"/>
                      <a:pt x="36650" y="40181"/>
                      <a:pt x="36270" y="41042"/>
                    </a:cubicBezTo>
                    <a:cubicBezTo>
                      <a:pt x="35887" y="41898"/>
                      <a:pt x="35350" y="42677"/>
                      <a:pt x="34684" y="43338"/>
                    </a:cubicBezTo>
                    <a:cubicBezTo>
                      <a:pt x="33274" y="44726"/>
                      <a:pt x="31342" y="45452"/>
                      <a:pt x="29366" y="45337"/>
                    </a:cubicBezTo>
                    <a:cubicBezTo>
                      <a:pt x="28430" y="45278"/>
                      <a:pt x="27513" y="45046"/>
                      <a:pt x="26662" y="44653"/>
                    </a:cubicBezTo>
                    <a:cubicBezTo>
                      <a:pt x="25807" y="44257"/>
                      <a:pt x="25032" y="43708"/>
                      <a:pt x="24376" y="43032"/>
                    </a:cubicBezTo>
                    <a:cubicBezTo>
                      <a:pt x="23681" y="42325"/>
                      <a:pt x="23145" y="41477"/>
                      <a:pt x="22805" y="40545"/>
                    </a:cubicBezTo>
                    <a:close/>
                    <a:moveTo>
                      <a:pt x="11359" y="10121"/>
                    </a:moveTo>
                    <a:cubicBezTo>
                      <a:pt x="11003" y="9196"/>
                      <a:pt x="10847" y="8206"/>
                      <a:pt x="10901" y="7216"/>
                    </a:cubicBezTo>
                    <a:cubicBezTo>
                      <a:pt x="10995" y="5322"/>
                      <a:pt x="11793" y="3532"/>
                      <a:pt x="13138" y="2195"/>
                    </a:cubicBezTo>
                    <a:cubicBezTo>
                      <a:pt x="14549" y="808"/>
                      <a:pt x="16481" y="81"/>
                      <a:pt x="18457" y="196"/>
                    </a:cubicBezTo>
                    <a:cubicBezTo>
                      <a:pt x="19392" y="258"/>
                      <a:pt x="20308" y="489"/>
                      <a:pt x="21161" y="879"/>
                    </a:cubicBezTo>
                    <a:cubicBezTo>
                      <a:pt x="22014" y="1277"/>
                      <a:pt x="22788" y="1827"/>
                      <a:pt x="23446" y="2501"/>
                    </a:cubicBezTo>
                    <a:cubicBezTo>
                      <a:pt x="24835" y="3943"/>
                      <a:pt x="25569" y="5893"/>
                      <a:pt x="25476" y="7893"/>
                    </a:cubicBezTo>
                    <a:cubicBezTo>
                      <a:pt x="25426" y="8833"/>
                      <a:pt x="25205" y="9756"/>
                      <a:pt x="24825" y="10618"/>
                    </a:cubicBezTo>
                    <a:cubicBezTo>
                      <a:pt x="24442" y="11474"/>
                      <a:pt x="23905" y="12252"/>
                      <a:pt x="23239" y="12913"/>
                    </a:cubicBezTo>
                    <a:cubicBezTo>
                      <a:pt x="21829" y="14301"/>
                      <a:pt x="19896" y="15027"/>
                      <a:pt x="17921" y="14912"/>
                    </a:cubicBezTo>
                    <a:cubicBezTo>
                      <a:pt x="16985" y="14853"/>
                      <a:pt x="16069" y="14621"/>
                      <a:pt x="15217" y="14229"/>
                    </a:cubicBezTo>
                    <a:cubicBezTo>
                      <a:pt x="14363" y="13832"/>
                      <a:pt x="13588" y="13283"/>
                      <a:pt x="12931" y="12607"/>
                    </a:cubicBezTo>
                    <a:cubicBezTo>
                      <a:pt x="12236" y="11900"/>
                      <a:pt x="11700" y="11052"/>
                      <a:pt x="11359" y="10121"/>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09" name="Google Shape;509;p35"/>
              <p:cNvSpPr/>
              <p:nvPr/>
            </p:nvSpPr>
            <p:spPr>
              <a:xfrm>
                <a:off x="2880331" y="3817469"/>
                <a:ext cx="53162" cy="53315"/>
              </a:xfrm>
              <a:custGeom>
                <a:avLst/>
                <a:gdLst/>
                <a:ahLst/>
                <a:cxnLst/>
                <a:rect l="l" t="t" r="r" b="b"/>
                <a:pathLst>
                  <a:path w="53162" h="53315" extrusionOk="0">
                    <a:moveTo>
                      <a:pt x="4757" y="10519"/>
                    </a:moveTo>
                    <a:lnTo>
                      <a:pt x="24109" y="19322"/>
                    </a:lnTo>
                    <a:lnTo>
                      <a:pt x="32498" y="184"/>
                    </a:lnTo>
                    <a:lnTo>
                      <a:pt x="42169" y="4450"/>
                    </a:lnTo>
                    <a:lnTo>
                      <a:pt x="33883" y="24100"/>
                    </a:lnTo>
                    <a:lnTo>
                      <a:pt x="53412" y="32654"/>
                    </a:lnTo>
                    <a:lnTo>
                      <a:pt x="48924" y="42884"/>
                    </a:lnTo>
                    <a:lnTo>
                      <a:pt x="29620" y="33970"/>
                    </a:lnTo>
                    <a:lnTo>
                      <a:pt x="20924" y="53499"/>
                    </a:lnTo>
                    <a:lnTo>
                      <a:pt x="11253" y="49233"/>
                    </a:lnTo>
                    <a:lnTo>
                      <a:pt x="19590" y="29472"/>
                    </a:lnTo>
                    <a:lnTo>
                      <a:pt x="249" y="20940"/>
                    </a:ln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10" name="Google Shape;510;p35"/>
              <p:cNvSpPr/>
              <p:nvPr/>
            </p:nvSpPr>
            <p:spPr>
              <a:xfrm>
                <a:off x="2956092" y="3994704"/>
                <a:ext cx="23166" cy="17000"/>
              </a:xfrm>
              <a:custGeom>
                <a:avLst/>
                <a:gdLst/>
                <a:ahLst/>
                <a:cxnLst/>
                <a:rect l="l" t="t" r="r" b="b"/>
                <a:pathLst>
                  <a:path w="23166" h="17000" extrusionOk="0">
                    <a:moveTo>
                      <a:pt x="23415" y="9843"/>
                    </a:moveTo>
                    <a:lnTo>
                      <a:pt x="3882" y="17184"/>
                    </a:lnTo>
                    <a:lnTo>
                      <a:pt x="249" y="7526"/>
                    </a:lnTo>
                    <a:lnTo>
                      <a:pt x="19782" y="184"/>
                    </a:ln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11" name="Google Shape;511;p35"/>
              <p:cNvSpPr/>
              <p:nvPr/>
            </p:nvSpPr>
            <p:spPr>
              <a:xfrm>
                <a:off x="3000684" y="4135171"/>
                <a:ext cx="47326" cy="47867"/>
              </a:xfrm>
              <a:custGeom>
                <a:avLst/>
                <a:gdLst/>
                <a:ahLst/>
                <a:cxnLst/>
                <a:rect l="l" t="t" r="r" b="b"/>
                <a:pathLst>
                  <a:path w="47326" h="47867" extrusionOk="0">
                    <a:moveTo>
                      <a:pt x="249" y="27224"/>
                    </a:moveTo>
                    <a:lnTo>
                      <a:pt x="17002" y="20928"/>
                    </a:lnTo>
                    <a:lnTo>
                      <a:pt x="10613" y="3944"/>
                    </a:lnTo>
                    <a:lnTo>
                      <a:pt x="20617" y="184"/>
                    </a:lnTo>
                    <a:lnTo>
                      <a:pt x="27006" y="17167"/>
                    </a:lnTo>
                    <a:lnTo>
                      <a:pt x="43761" y="10870"/>
                    </a:lnTo>
                    <a:lnTo>
                      <a:pt x="47576" y="21012"/>
                    </a:lnTo>
                    <a:lnTo>
                      <a:pt x="30821" y="27309"/>
                    </a:lnTo>
                    <a:lnTo>
                      <a:pt x="37210" y="44291"/>
                    </a:lnTo>
                    <a:lnTo>
                      <a:pt x="27206" y="48051"/>
                    </a:lnTo>
                    <a:lnTo>
                      <a:pt x="20817" y="31069"/>
                    </a:lnTo>
                    <a:lnTo>
                      <a:pt x="4064" y="37365"/>
                    </a:ln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12" name="Google Shape;512;p35"/>
              <p:cNvSpPr/>
              <p:nvPr/>
            </p:nvSpPr>
            <p:spPr>
              <a:xfrm>
                <a:off x="2829233" y="4204526"/>
                <a:ext cx="53139" cy="41948"/>
              </a:xfrm>
              <a:custGeom>
                <a:avLst/>
                <a:gdLst/>
                <a:ahLst/>
                <a:cxnLst/>
                <a:rect l="l" t="t" r="r" b="b"/>
                <a:pathLst>
                  <a:path w="53139" h="41948" extrusionOk="0">
                    <a:moveTo>
                      <a:pt x="6063" y="31991"/>
                    </a:moveTo>
                    <a:lnTo>
                      <a:pt x="49574" y="15637"/>
                    </a:lnTo>
                    <a:lnTo>
                      <a:pt x="53388" y="25779"/>
                    </a:lnTo>
                    <a:lnTo>
                      <a:pt x="9878" y="42132"/>
                    </a:lnTo>
                    <a:close/>
                    <a:moveTo>
                      <a:pt x="249" y="16537"/>
                    </a:moveTo>
                    <a:lnTo>
                      <a:pt x="43760" y="184"/>
                    </a:lnTo>
                    <a:lnTo>
                      <a:pt x="47575" y="10326"/>
                    </a:lnTo>
                    <a:lnTo>
                      <a:pt x="4064" y="26679"/>
                    </a:ln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13" name="Google Shape;513;p35"/>
              <p:cNvSpPr/>
              <p:nvPr/>
            </p:nvSpPr>
            <p:spPr>
              <a:xfrm>
                <a:off x="2313957" y="3845111"/>
                <a:ext cx="44988" cy="61283"/>
              </a:xfrm>
              <a:custGeom>
                <a:avLst/>
                <a:gdLst/>
                <a:ahLst/>
                <a:cxnLst/>
                <a:rect l="l" t="t" r="r" b="b"/>
                <a:pathLst>
                  <a:path w="44988" h="61283" extrusionOk="0">
                    <a:moveTo>
                      <a:pt x="17456" y="18004"/>
                    </a:moveTo>
                    <a:lnTo>
                      <a:pt x="9965" y="32302"/>
                    </a:lnTo>
                    <a:lnTo>
                      <a:pt x="249" y="26951"/>
                    </a:lnTo>
                    <a:lnTo>
                      <a:pt x="12687" y="4362"/>
                    </a:lnTo>
                    <a:lnTo>
                      <a:pt x="23802" y="184"/>
                    </a:lnTo>
                    <a:lnTo>
                      <a:pt x="45238" y="57171"/>
                    </a:lnTo>
                    <a:lnTo>
                      <a:pt x="33805" y="61468"/>
                    </a:ln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14" name="Google Shape;514;p35"/>
              <p:cNvSpPr/>
              <p:nvPr/>
            </p:nvSpPr>
            <p:spPr>
              <a:xfrm>
                <a:off x="2483292" y="3780734"/>
                <a:ext cx="54861" cy="67304"/>
              </a:xfrm>
              <a:custGeom>
                <a:avLst/>
                <a:gdLst/>
                <a:ahLst/>
                <a:cxnLst/>
                <a:rect l="l" t="t" r="r" b="b"/>
                <a:pathLst>
                  <a:path w="54861" h="67304" extrusionOk="0">
                    <a:moveTo>
                      <a:pt x="11073" y="54691"/>
                    </a:moveTo>
                    <a:lnTo>
                      <a:pt x="25429" y="26605"/>
                    </a:lnTo>
                    <a:cubicBezTo>
                      <a:pt x="26197" y="25074"/>
                      <a:pt x="26876" y="23500"/>
                      <a:pt x="27461" y="21890"/>
                    </a:cubicBezTo>
                    <a:cubicBezTo>
                      <a:pt x="28089" y="20235"/>
                      <a:pt x="28079" y="18405"/>
                      <a:pt x="27433" y="16756"/>
                    </a:cubicBezTo>
                    <a:cubicBezTo>
                      <a:pt x="26851" y="14968"/>
                      <a:pt x="25447" y="13565"/>
                      <a:pt x="23658" y="12984"/>
                    </a:cubicBezTo>
                    <a:cubicBezTo>
                      <a:pt x="21873" y="12401"/>
                      <a:pt x="19940" y="12462"/>
                      <a:pt x="18195" y="13154"/>
                    </a:cubicBezTo>
                    <a:cubicBezTo>
                      <a:pt x="16195" y="13782"/>
                      <a:pt x="14577" y="15265"/>
                      <a:pt x="13780" y="17202"/>
                    </a:cubicBezTo>
                    <a:cubicBezTo>
                      <a:pt x="13060" y="19109"/>
                      <a:pt x="13001" y="21201"/>
                      <a:pt x="13613" y="23144"/>
                    </a:cubicBezTo>
                    <a:lnTo>
                      <a:pt x="1372" y="26735"/>
                    </a:lnTo>
                    <a:cubicBezTo>
                      <a:pt x="459" y="24043"/>
                      <a:pt x="97" y="21196"/>
                      <a:pt x="307" y="18362"/>
                    </a:cubicBezTo>
                    <a:cubicBezTo>
                      <a:pt x="515" y="15895"/>
                      <a:pt x="1254" y="13502"/>
                      <a:pt x="2472" y="11347"/>
                    </a:cubicBezTo>
                    <a:cubicBezTo>
                      <a:pt x="3727" y="9180"/>
                      <a:pt x="5402" y="7286"/>
                      <a:pt x="7398" y="5775"/>
                    </a:cubicBezTo>
                    <a:cubicBezTo>
                      <a:pt x="9604" y="4097"/>
                      <a:pt x="12049" y="2760"/>
                      <a:pt x="14651" y="1808"/>
                    </a:cubicBezTo>
                    <a:cubicBezTo>
                      <a:pt x="17069" y="879"/>
                      <a:pt x="19619" y="340"/>
                      <a:pt x="22205" y="210"/>
                    </a:cubicBezTo>
                    <a:cubicBezTo>
                      <a:pt x="24588" y="82"/>
                      <a:pt x="26972" y="435"/>
                      <a:pt x="29214" y="1250"/>
                    </a:cubicBezTo>
                    <a:cubicBezTo>
                      <a:pt x="31440" y="2090"/>
                      <a:pt x="33445" y="3425"/>
                      <a:pt x="35078" y="5155"/>
                    </a:cubicBezTo>
                    <a:cubicBezTo>
                      <a:pt x="36940" y="7165"/>
                      <a:pt x="38371" y="9535"/>
                      <a:pt x="39284" y="12118"/>
                    </a:cubicBezTo>
                    <a:cubicBezTo>
                      <a:pt x="39928" y="13779"/>
                      <a:pt x="40367" y="15511"/>
                      <a:pt x="40591" y="17278"/>
                    </a:cubicBezTo>
                    <a:cubicBezTo>
                      <a:pt x="40774" y="18809"/>
                      <a:pt x="40762" y="20357"/>
                      <a:pt x="40555" y="21885"/>
                    </a:cubicBezTo>
                    <a:cubicBezTo>
                      <a:pt x="40351" y="23328"/>
                      <a:pt x="39986" y="24743"/>
                      <a:pt x="39469" y="26105"/>
                    </a:cubicBezTo>
                    <a:cubicBezTo>
                      <a:pt x="38937" y="27498"/>
                      <a:pt x="38331" y="28860"/>
                      <a:pt x="37652" y="30187"/>
                    </a:cubicBezTo>
                    <a:lnTo>
                      <a:pt x="26182" y="51492"/>
                    </a:lnTo>
                    <a:lnTo>
                      <a:pt x="51114" y="42122"/>
                    </a:lnTo>
                    <a:lnTo>
                      <a:pt x="55111" y="52747"/>
                    </a:lnTo>
                    <a:lnTo>
                      <a:pt x="15887" y="67489"/>
                    </a:ln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15" name="Google Shape;515;p35"/>
              <p:cNvSpPr/>
              <p:nvPr/>
            </p:nvSpPr>
            <p:spPr>
              <a:xfrm>
                <a:off x="2649854" y="3719088"/>
                <a:ext cx="51947" cy="62755"/>
              </a:xfrm>
              <a:custGeom>
                <a:avLst/>
                <a:gdLst/>
                <a:ahLst/>
                <a:cxnLst/>
                <a:rect l="l" t="t" r="r" b="b"/>
                <a:pathLst>
                  <a:path w="51947" h="62755" extrusionOk="0">
                    <a:moveTo>
                      <a:pt x="18198" y="27698"/>
                    </a:moveTo>
                    <a:lnTo>
                      <a:pt x="22088" y="26236"/>
                    </a:lnTo>
                    <a:cubicBezTo>
                      <a:pt x="23178" y="25827"/>
                      <a:pt x="24236" y="25338"/>
                      <a:pt x="25253" y="24771"/>
                    </a:cubicBezTo>
                    <a:cubicBezTo>
                      <a:pt x="26209" y="24246"/>
                      <a:pt x="27071" y="23565"/>
                      <a:pt x="27802" y="22756"/>
                    </a:cubicBezTo>
                    <a:cubicBezTo>
                      <a:pt x="28497" y="21987"/>
                      <a:pt x="28972" y="21047"/>
                      <a:pt x="29180" y="20033"/>
                    </a:cubicBezTo>
                    <a:cubicBezTo>
                      <a:pt x="29377" y="18830"/>
                      <a:pt x="29227" y="17596"/>
                      <a:pt x="28747" y="16475"/>
                    </a:cubicBezTo>
                    <a:cubicBezTo>
                      <a:pt x="28150" y="14805"/>
                      <a:pt x="26808" y="13509"/>
                      <a:pt x="25118" y="12970"/>
                    </a:cubicBezTo>
                    <a:cubicBezTo>
                      <a:pt x="23292" y="12352"/>
                      <a:pt x="21304" y="12414"/>
                      <a:pt x="19520" y="13145"/>
                    </a:cubicBezTo>
                    <a:cubicBezTo>
                      <a:pt x="17828" y="13711"/>
                      <a:pt x="16396" y="14869"/>
                      <a:pt x="15490" y="16405"/>
                    </a:cubicBezTo>
                    <a:cubicBezTo>
                      <a:pt x="14669" y="17818"/>
                      <a:pt x="14332" y="19461"/>
                      <a:pt x="14531" y="21083"/>
                    </a:cubicBezTo>
                    <a:lnTo>
                      <a:pt x="401" y="23271"/>
                    </a:lnTo>
                    <a:cubicBezTo>
                      <a:pt x="92" y="20798"/>
                      <a:pt x="255" y="18289"/>
                      <a:pt x="883" y="15878"/>
                    </a:cubicBezTo>
                    <a:cubicBezTo>
                      <a:pt x="1461" y="13728"/>
                      <a:pt x="2459" y="11715"/>
                      <a:pt x="3818" y="9952"/>
                    </a:cubicBezTo>
                    <a:cubicBezTo>
                      <a:pt x="5211" y="8176"/>
                      <a:pt x="6880" y="6634"/>
                      <a:pt x="8760" y="5384"/>
                    </a:cubicBezTo>
                    <a:cubicBezTo>
                      <a:pt x="10791" y="4029"/>
                      <a:pt x="12973" y="2915"/>
                      <a:pt x="15263" y="2067"/>
                    </a:cubicBezTo>
                    <a:cubicBezTo>
                      <a:pt x="17685" y="1148"/>
                      <a:pt x="20218" y="551"/>
                      <a:pt x="22796" y="293"/>
                    </a:cubicBezTo>
                    <a:cubicBezTo>
                      <a:pt x="25202" y="32"/>
                      <a:pt x="27635" y="241"/>
                      <a:pt x="29961" y="907"/>
                    </a:cubicBezTo>
                    <a:cubicBezTo>
                      <a:pt x="32201" y="1565"/>
                      <a:pt x="34263" y="2722"/>
                      <a:pt x="35992" y="4290"/>
                    </a:cubicBezTo>
                    <a:cubicBezTo>
                      <a:pt x="37900" y="6085"/>
                      <a:pt x="39346" y="8316"/>
                      <a:pt x="40205" y="10791"/>
                    </a:cubicBezTo>
                    <a:cubicBezTo>
                      <a:pt x="41378" y="13665"/>
                      <a:pt x="41587" y="16842"/>
                      <a:pt x="40801" y="19846"/>
                    </a:cubicBezTo>
                    <a:cubicBezTo>
                      <a:pt x="39936" y="22811"/>
                      <a:pt x="37962" y="25329"/>
                      <a:pt x="35289" y="26878"/>
                    </a:cubicBezTo>
                    <a:lnTo>
                      <a:pt x="35380" y="27120"/>
                    </a:lnTo>
                    <a:cubicBezTo>
                      <a:pt x="37036" y="26702"/>
                      <a:pt x="38763" y="26648"/>
                      <a:pt x="40442" y="26963"/>
                    </a:cubicBezTo>
                    <a:cubicBezTo>
                      <a:pt x="42007" y="27269"/>
                      <a:pt x="43504" y="27858"/>
                      <a:pt x="44857" y="28703"/>
                    </a:cubicBezTo>
                    <a:cubicBezTo>
                      <a:pt x="46229" y="29570"/>
                      <a:pt x="47440" y="30670"/>
                      <a:pt x="48435" y="31951"/>
                    </a:cubicBezTo>
                    <a:cubicBezTo>
                      <a:pt x="49496" y="33306"/>
                      <a:pt x="50340" y="34817"/>
                      <a:pt x="50937" y="36431"/>
                    </a:cubicBezTo>
                    <a:cubicBezTo>
                      <a:pt x="51968" y="38998"/>
                      <a:pt x="52375" y="41773"/>
                      <a:pt x="52125" y="44528"/>
                    </a:cubicBezTo>
                    <a:cubicBezTo>
                      <a:pt x="51873" y="47006"/>
                      <a:pt x="51068" y="49396"/>
                      <a:pt x="49770" y="51523"/>
                    </a:cubicBezTo>
                    <a:cubicBezTo>
                      <a:pt x="48406" y="53711"/>
                      <a:pt x="46628" y="55611"/>
                      <a:pt x="44535" y="57119"/>
                    </a:cubicBezTo>
                    <a:cubicBezTo>
                      <a:pt x="42256" y="58784"/>
                      <a:pt x="39757" y="60126"/>
                      <a:pt x="37109" y="61105"/>
                    </a:cubicBezTo>
                    <a:cubicBezTo>
                      <a:pt x="32573" y="62951"/>
                      <a:pt x="27592" y="63417"/>
                      <a:pt x="22793" y="62443"/>
                    </a:cubicBezTo>
                    <a:cubicBezTo>
                      <a:pt x="18012" y="61251"/>
                      <a:pt x="13909" y="58194"/>
                      <a:pt x="11400" y="53955"/>
                    </a:cubicBezTo>
                    <a:lnTo>
                      <a:pt x="22824" y="46262"/>
                    </a:lnTo>
                    <a:cubicBezTo>
                      <a:pt x="23836" y="47988"/>
                      <a:pt x="25379" y="49342"/>
                      <a:pt x="27222" y="50122"/>
                    </a:cubicBezTo>
                    <a:cubicBezTo>
                      <a:pt x="29336" y="50800"/>
                      <a:pt x="31629" y="50660"/>
                      <a:pt x="33644" y="49728"/>
                    </a:cubicBezTo>
                    <a:cubicBezTo>
                      <a:pt x="35835" y="49106"/>
                      <a:pt x="37652" y="47570"/>
                      <a:pt x="38629" y="45513"/>
                    </a:cubicBezTo>
                    <a:cubicBezTo>
                      <a:pt x="39357" y="43580"/>
                      <a:pt x="39315" y="41441"/>
                      <a:pt x="38511" y="39539"/>
                    </a:cubicBezTo>
                    <a:cubicBezTo>
                      <a:pt x="38095" y="38186"/>
                      <a:pt x="37253" y="37005"/>
                      <a:pt x="36111" y="36169"/>
                    </a:cubicBezTo>
                    <a:cubicBezTo>
                      <a:pt x="35118" y="35534"/>
                      <a:pt x="33968" y="35187"/>
                      <a:pt x="32789" y="35168"/>
                    </a:cubicBezTo>
                    <a:cubicBezTo>
                      <a:pt x="31479" y="35150"/>
                      <a:pt x="30175" y="35345"/>
                      <a:pt x="28928" y="35746"/>
                    </a:cubicBezTo>
                    <a:cubicBezTo>
                      <a:pt x="27574" y="36163"/>
                      <a:pt x="26235" y="36620"/>
                      <a:pt x="24913" y="37117"/>
                    </a:cubicBezTo>
                    <a:lnTo>
                      <a:pt x="22135" y="38161"/>
                    </a:ln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16" name="Google Shape;516;p35"/>
              <p:cNvSpPr/>
              <p:nvPr/>
            </p:nvSpPr>
            <p:spPr>
              <a:xfrm>
                <a:off x="2378151" y="4002509"/>
                <a:ext cx="47008" cy="61282"/>
              </a:xfrm>
              <a:custGeom>
                <a:avLst/>
                <a:gdLst/>
                <a:ahLst/>
                <a:cxnLst/>
                <a:rect l="l" t="t" r="r" b="b"/>
                <a:pathLst>
                  <a:path w="47008" h="61282" extrusionOk="0">
                    <a:moveTo>
                      <a:pt x="28599" y="50037"/>
                    </a:moveTo>
                    <a:lnTo>
                      <a:pt x="4064" y="59259"/>
                    </a:lnTo>
                    <a:lnTo>
                      <a:pt x="249" y="49117"/>
                    </a:lnTo>
                    <a:lnTo>
                      <a:pt x="9874" y="5078"/>
                    </a:lnTo>
                    <a:lnTo>
                      <a:pt x="22895" y="184"/>
                    </a:lnTo>
                    <a:lnTo>
                      <a:pt x="36217" y="35599"/>
                    </a:lnTo>
                    <a:lnTo>
                      <a:pt x="43443" y="32884"/>
                    </a:lnTo>
                    <a:lnTo>
                      <a:pt x="47258" y="43025"/>
                    </a:lnTo>
                    <a:lnTo>
                      <a:pt x="40032" y="45741"/>
                    </a:lnTo>
                    <a:lnTo>
                      <a:pt x="44332" y="57170"/>
                    </a:lnTo>
                    <a:lnTo>
                      <a:pt x="32899" y="61467"/>
                    </a:lnTo>
                    <a:close/>
                    <a:moveTo>
                      <a:pt x="17397" y="20256"/>
                    </a:moveTo>
                    <a:lnTo>
                      <a:pt x="17238" y="20316"/>
                    </a:lnTo>
                    <a:lnTo>
                      <a:pt x="12160" y="44641"/>
                    </a:lnTo>
                    <a:lnTo>
                      <a:pt x="24784" y="39896"/>
                    </a:ln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17" name="Google Shape;517;p35"/>
              <p:cNvSpPr/>
              <p:nvPr/>
            </p:nvSpPr>
            <p:spPr>
              <a:xfrm>
                <a:off x="2541663" y="3935829"/>
                <a:ext cx="51651" cy="66943"/>
              </a:xfrm>
              <a:custGeom>
                <a:avLst/>
                <a:gdLst/>
                <a:ahLst/>
                <a:cxnLst/>
                <a:rect l="l" t="t" r="r" b="b"/>
                <a:pathLst>
                  <a:path w="51651" h="66943" extrusionOk="0">
                    <a:moveTo>
                      <a:pt x="38228" y="10809"/>
                    </a:moveTo>
                    <a:lnTo>
                      <a:pt x="15916" y="19195"/>
                    </a:lnTo>
                    <a:lnTo>
                      <a:pt x="18978" y="28058"/>
                    </a:lnTo>
                    <a:cubicBezTo>
                      <a:pt x="20417" y="26963"/>
                      <a:pt x="22025" y="26110"/>
                      <a:pt x="23739" y="25534"/>
                    </a:cubicBezTo>
                    <a:cubicBezTo>
                      <a:pt x="26403" y="24498"/>
                      <a:pt x="29227" y="23934"/>
                      <a:pt x="32084" y="23867"/>
                    </a:cubicBezTo>
                    <a:cubicBezTo>
                      <a:pt x="34677" y="23810"/>
                      <a:pt x="37253" y="24297"/>
                      <a:pt x="39646" y="25297"/>
                    </a:cubicBezTo>
                    <a:cubicBezTo>
                      <a:pt x="42023" y="26317"/>
                      <a:pt x="44154" y="27835"/>
                      <a:pt x="45895" y="29747"/>
                    </a:cubicBezTo>
                    <a:cubicBezTo>
                      <a:pt x="47818" y="31874"/>
                      <a:pt x="49307" y="34357"/>
                      <a:pt x="50278" y="37056"/>
                    </a:cubicBezTo>
                    <a:cubicBezTo>
                      <a:pt x="51439" y="39988"/>
                      <a:pt x="51988" y="43127"/>
                      <a:pt x="51889" y="46280"/>
                    </a:cubicBezTo>
                    <a:cubicBezTo>
                      <a:pt x="51783" y="49093"/>
                      <a:pt x="51074" y="51850"/>
                      <a:pt x="49810" y="54365"/>
                    </a:cubicBezTo>
                    <a:cubicBezTo>
                      <a:pt x="48513" y="56883"/>
                      <a:pt x="46712" y="59108"/>
                      <a:pt x="44519" y="60901"/>
                    </a:cubicBezTo>
                    <a:cubicBezTo>
                      <a:pt x="42123" y="62867"/>
                      <a:pt x="39411" y="64414"/>
                      <a:pt x="36499" y="65477"/>
                    </a:cubicBezTo>
                    <a:cubicBezTo>
                      <a:pt x="32196" y="67271"/>
                      <a:pt x="27425" y="67613"/>
                      <a:pt x="22910" y="66451"/>
                    </a:cubicBezTo>
                    <a:cubicBezTo>
                      <a:pt x="18401" y="65031"/>
                      <a:pt x="14547" y="62049"/>
                      <a:pt x="12042" y="58041"/>
                    </a:cubicBezTo>
                    <a:lnTo>
                      <a:pt x="23418" y="50459"/>
                    </a:lnTo>
                    <a:cubicBezTo>
                      <a:pt x="24374" y="52263"/>
                      <a:pt x="25932" y="53677"/>
                      <a:pt x="27821" y="54453"/>
                    </a:cubicBezTo>
                    <a:cubicBezTo>
                      <a:pt x="29711" y="55198"/>
                      <a:pt x="31815" y="55180"/>
                      <a:pt x="33692" y="54405"/>
                    </a:cubicBezTo>
                    <a:cubicBezTo>
                      <a:pt x="36010" y="53655"/>
                      <a:pt x="37893" y="51943"/>
                      <a:pt x="38859" y="49708"/>
                    </a:cubicBezTo>
                    <a:cubicBezTo>
                      <a:pt x="39763" y="47470"/>
                      <a:pt x="39749" y="44967"/>
                      <a:pt x="38821" y="42740"/>
                    </a:cubicBezTo>
                    <a:cubicBezTo>
                      <a:pt x="38277" y="41094"/>
                      <a:pt x="37274" y="39639"/>
                      <a:pt x="35929" y="38544"/>
                    </a:cubicBezTo>
                    <a:cubicBezTo>
                      <a:pt x="34723" y="37633"/>
                      <a:pt x="33314" y="37029"/>
                      <a:pt x="31823" y="36781"/>
                    </a:cubicBezTo>
                    <a:cubicBezTo>
                      <a:pt x="30254" y="36526"/>
                      <a:pt x="28652" y="36552"/>
                      <a:pt x="27092" y="36860"/>
                    </a:cubicBezTo>
                    <a:cubicBezTo>
                      <a:pt x="25472" y="37164"/>
                      <a:pt x="23880" y="37609"/>
                      <a:pt x="22336" y="38188"/>
                    </a:cubicBezTo>
                    <a:cubicBezTo>
                      <a:pt x="20352" y="38937"/>
                      <a:pt x="18443" y="39870"/>
                      <a:pt x="16634" y="40975"/>
                    </a:cubicBezTo>
                    <a:cubicBezTo>
                      <a:pt x="14818" y="42075"/>
                      <a:pt x="13086" y="43310"/>
                      <a:pt x="11454" y="44666"/>
                    </a:cubicBezTo>
                    <a:lnTo>
                      <a:pt x="249" y="12956"/>
                    </a:lnTo>
                    <a:lnTo>
                      <a:pt x="34231" y="184"/>
                    </a:ln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18" name="Google Shape;518;p35"/>
              <p:cNvSpPr/>
              <p:nvPr/>
            </p:nvSpPr>
            <p:spPr>
              <a:xfrm>
                <a:off x="2716413" y="3875981"/>
                <a:ext cx="45227" cy="64394"/>
              </a:xfrm>
              <a:custGeom>
                <a:avLst/>
                <a:gdLst/>
                <a:ahLst/>
                <a:cxnLst/>
                <a:rect l="l" t="t" r="r" b="b"/>
                <a:pathLst>
                  <a:path w="45227" h="64394" extrusionOk="0">
                    <a:moveTo>
                      <a:pt x="15762" y="25502"/>
                    </a:moveTo>
                    <a:cubicBezTo>
                      <a:pt x="16336" y="25103"/>
                      <a:pt x="16921" y="24729"/>
                      <a:pt x="17516" y="24384"/>
                    </a:cubicBezTo>
                    <a:cubicBezTo>
                      <a:pt x="18131" y="24028"/>
                      <a:pt x="18774" y="23725"/>
                      <a:pt x="19439" y="23477"/>
                    </a:cubicBezTo>
                    <a:cubicBezTo>
                      <a:pt x="21911" y="22510"/>
                      <a:pt x="24560" y="22078"/>
                      <a:pt x="27211" y="22210"/>
                    </a:cubicBezTo>
                    <a:cubicBezTo>
                      <a:pt x="29660" y="22338"/>
                      <a:pt x="32058" y="22970"/>
                      <a:pt x="34252" y="24065"/>
                    </a:cubicBezTo>
                    <a:cubicBezTo>
                      <a:pt x="36467" y="25194"/>
                      <a:pt x="38437" y="26748"/>
                      <a:pt x="40050" y="28639"/>
                    </a:cubicBezTo>
                    <a:cubicBezTo>
                      <a:pt x="41783" y="30649"/>
                      <a:pt x="43142" y="32955"/>
                      <a:pt x="44061" y="35444"/>
                    </a:cubicBezTo>
                    <a:cubicBezTo>
                      <a:pt x="45137" y="38185"/>
                      <a:pt x="45609" y="41125"/>
                      <a:pt x="45445" y="44065"/>
                    </a:cubicBezTo>
                    <a:cubicBezTo>
                      <a:pt x="45277" y="46792"/>
                      <a:pt x="44553" y="49457"/>
                      <a:pt x="43316" y="51894"/>
                    </a:cubicBezTo>
                    <a:cubicBezTo>
                      <a:pt x="42036" y="54376"/>
                      <a:pt x="40279" y="56582"/>
                      <a:pt x="38145" y="58385"/>
                    </a:cubicBezTo>
                    <a:cubicBezTo>
                      <a:pt x="33520" y="62266"/>
                      <a:pt x="27707" y="64451"/>
                      <a:pt x="21670" y="64577"/>
                    </a:cubicBezTo>
                    <a:cubicBezTo>
                      <a:pt x="18889" y="64615"/>
                      <a:pt x="16127" y="64108"/>
                      <a:pt x="13540" y="63085"/>
                    </a:cubicBezTo>
                    <a:cubicBezTo>
                      <a:pt x="11003" y="62067"/>
                      <a:pt x="8702" y="60539"/>
                      <a:pt x="6778" y="58598"/>
                    </a:cubicBezTo>
                    <a:cubicBezTo>
                      <a:pt x="4717" y="56495"/>
                      <a:pt x="3134" y="53971"/>
                      <a:pt x="2138" y="51201"/>
                    </a:cubicBezTo>
                    <a:cubicBezTo>
                      <a:pt x="1414" y="49328"/>
                      <a:pt x="895" y="47382"/>
                      <a:pt x="591" y="45398"/>
                    </a:cubicBezTo>
                    <a:cubicBezTo>
                      <a:pt x="328" y="43630"/>
                      <a:pt x="216" y="41844"/>
                      <a:pt x="257" y="40057"/>
                    </a:cubicBezTo>
                    <a:cubicBezTo>
                      <a:pt x="299" y="38342"/>
                      <a:pt x="474" y="36633"/>
                      <a:pt x="781" y="34945"/>
                    </a:cubicBezTo>
                    <a:cubicBezTo>
                      <a:pt x="1085" y="33269"/>
                      <a:pt x="1416" y="31538"/>
                      <a:pt x="1771" y="29750"/>
                    </a:cubicBezTo>
                    <a:lnTo>
                      <a:pt x="6751" y="5645"/>
                    </a:lnTo>
                    <a:lnTo>
                      <a:pt x="21282" y="184"/>
                    </a:lnTo>
                    <a:close/>
                    <a:moveTo>
                      <a:pt x="31969" y="39437"/>
                    </a:moveTo>
                    <a:cubicBezTo>
                      <a:pt x="30001" y="34744"/>
                      <a:pt x="24600" y="32534"/>
                      <a:pt x="19905" y="34502"/>
                    </a:cubicBezTo>
                    <a:cubicBezTo>
                      <a:pt x="15210" y="36469"/>
                      <a:pt x="12999" y="41868"/>
                      <a:pt x="14967" y="46561"/>
                    </a:cubicBezTo>
                    <a:cubicBezTo>
                      <a:pt x="16935" y="51254"/>
                      <a:pt x="22337" y="53463"/>
                      <a:pt x="27032" y="51496"/>
                    </a:cubicBezTo>
                    <a:cubicBezTo>
                      <a:pt x="29186" y="50593"/>
                      <a:pt x="30918" y="48906"/>
                      <a:pt x="31875" y="46776"/>
                    </a:cubicBezTo>
                    <a:cubicBezTo>
                      <a:pt x="32908" y="44445"/>
                      <a:pt x="32942" y="41793"/>
                      <a:pt x="31969" y="39437"/>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19" name="Google Shape;519;p35"/>
              <p:cNvSpPr/>
              <p:nvPr/>
            </p:nvSpPr>
            <p:spPr>
              <a:xfrm>
                <a:off x="2426459" y="4157018"/>
                <a:ext cx="45124" cy="70652"/>
              </a:xfrm>
              <a:custGeom>
                <a:avLst/>
                <a:gdLst/>
                <a:ahLst/>
                <a:cxnLst/>
                <a:rect l="l" t="t" r="r" b="b"/>
                <a:pathLst>
                  <a:path w="45124" h="70652" extrusionOk="0">
                    <a:moveTo>
                      <a:pt x="32218" y="16304"/>
                    </a:moveTo>
                    <a:lnTo>
                      <a:pt x="4428" y="26749"/>
                    </a:lnTo>
                    <a:lnTo>
                      <a:pt x="249" y="15641"/>
                    </a:lnTo>
                    <a:lnTo>
                      <a:pt x="41377" y="184"/>
                    </a:lnTo>
                    <a:lnTo>
                      <a:pt x="45374" y="10809"/>
                    </a:lnTo>
                    <a:lnTo>
                      <a:pt x="40346" y="65615"/>
                    </a:lnTo>
                    <a:lnTo>
                      <a:pt x="26450" y="70836"/>
                    </a:ln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20" name="Google Shape;520;p35"/>
              <p:cNvSpPr/>
              <p:nvPr/>
            </p:nvSpPr>
            <p:spPr>
              <a:xfrm>
                <a:off x="2602961" y="4096436"/>
                <a:ext cx="50971" cy="62611"/>
              </a:xfrm>
              <a:custGeom>
                <a:avLst/>
                <a:gdLst/>
                <a:ahLst/>
                <a:cxnLst/>
                <a:rect l="l" t="t" r="r" b="b"/>
                <a:pathLst>
                  <a:path w="50971" h="62611" extrusionOk="0">
                    <a:moveTo>
                      <a:pt x="1426" y="24813"/>
                    </a:moveTo>
                    <a:cubicBezTo>
                      <a:pt x="477" y="22457"/>
                      <a:pt x="93" y="19911"/>
                      <a:pt x="306" y="17380"/>
                    </a:cubicBezTo>
                    <a:cubicBezTo>
                      <a:pt x="535" y="15095"/>
                      <a:pt x="1288" y="12894"/>
                      <a:pt x="2509" y="10949"/>
                    </a:cubicBezTo>
                    <a:cubicBezTo>
                      <a:pt x="3793" y="8924"/>
                      <a:pt x="5452" y="7162"/>
                      <a:pt x="7397" y="5757"/>
                    </a:cubicBezTo>
                    <a:cubicBezTo>
                      <a:pt x="11697" y="2672"/>
                      <a:pt x="16737" y="778"/>
                      <a:pt x="22006" y="267"/>
                    </a:cubicBezTo>
                    <a:cubicBezTo>
                      <a:pt x="24383" y="41"/>
                      <a:pt x="26781" y="278"/>
                      <a:pt x="29067" y="966"/>
                    </a:cubicBezTo>
                    <a:cubicBezTo>
                      <a:pt x="31258" y="1647"/>
                      <a:pt x="33272" y="2804"/>
                      <a:pt x="34964" y="4354"/>
                    </a:cubicBezTo>
                    <a:cubicBezTo>
                      <a:pt x="36815" y="6101"/>
                      <a:pt x="38220" y="8267"/>
                      <a:pt x="39060" y="10669"/>
                    </a:cubicBezTo>
                    <a:cubicBezTo>
                      <a:pt x="40217" y="13500"/>
                      <a:pt x="40392" y="16636"/>
                      <a:pt x="39557" y="19577"/>
                    </a:cubicBezTo>
                    <a:cubicBezTo>
                      <a:pt x="38637" y="22519"/>
                      <a:pt x="36788" y="25084"/>
                      <a:pt x="34286" y="26887"/>
                    </a:cubicBezTo>
                    <a:lnTo>
                      <a:pt x="34346" y="27048"/>
                    </a:lnTo>
                    <a:cubicBezTo>
                      <a:pt x="37698" y="26606"/>
                      <a:pt x="41101" y="27320"/>
                      <a:pt x="43991" y="29074"/>
                    </a:cubicBezTo>
                    <a:cubicBezTo>
                      <a:pt x="46824" y="30958"/>
                      <a:pt x="48950" y="33729"/>
                      <a:pt x="50035" y="36953"/>
                    </a:cubicBezTo>
                    <a:cubicBezTo>
                      <a:pt x="51031" y="39444"/>
                      <a:pt x="51408" y="42140"/>
                      <a:pt x="51133" y="44809"/>
                    </a:cubicBezTo>
                    <a:cubicBezTo>
                      <a:pt x="50859" y="47240"/>
                      <a:pt x="50034" y="49577"/>
                      <a:pt x="48719" y="51641"/>
                    </a:cubicBezTo>
                    <a:cubicBezTo>
                      <a:pt x="47347" y="53761"/>
                      <a:pt x="45603" y="55615"/>
                      <a:pt x="43571" y="57113"/>
                    </a:cubicBezTo>
                    <a:cubicBezTo>
                      <a:pt x="39218" y="60342"/>
                      <a:pt x="34047" y="62285"/>
                      <a:pt x="28645" y="62723"/>
                    </a:cubicBezTo>
                    <a:cubicBezTo>
                      <a:pt x="26129" y="62933"/>
                      <a:pt x="23596" y="62687"/>
                      <a:pt x="21168" y="61996"/>
                    </a:cubicBezTo>
                    <a:cubicBezTo>
                      <a:pt x="18818" y="61310"/>
                      <a:pt x="16656" y="60095"/>
                      <a:pt x="14847" y="58446"/>
                    </a:cubicBezTo>
                    <a:cubicBezTo>
                      <a:pt x="12881" y="56620"/>
                      <a:pt x="11387" y="54344"/>
                      <a:pt x="10495" y="51814"/>
                    </a:cubicBezTo>
                    <a:cubicBezTo>
                      <a:pt x="9187" y="48674"/>
                      <a:pt x="8960" y="45188"/>
                      <a:pt x="9851" y="41905"/>
                    </a:cubicBezTo>
                    <a:cubicBezTo>
                      <a:pt x="10867" y="38683"/>
                      <a:pt x="12955" y="35905"/>
                      <a:pt x="15768" y="34032"/>
                    </a:cubicBezTo>
                    <a:lnTo>
                      <a:pt x="15708" y="33871"/>
                    </a:lnTo>
                    <a:cubicBezTo>
                      <a:pt x="12638" y="34161"/>
                      <a:pt x="9556" y="33449"/>
                      <a:pt x="6925" y="31842"/>
                    </a:cubicBezTo>
                    <a:cubicBezTo>
                      <a:pt x="4358" y="30179"/>
                      <a:pt x="2422" y="27705"/>
                      <a:pt x="1426" y="24813"/>
                    </a:cubicBezTo>
                    <a:close/>
                    <a:moveTo>
                      <a:pt x="21768" y="45647"/>
                    </a:moveTo>
                    <a:cubicBezTo>
                      <a:pt x="22459" y="47575"/>
                      <a:pt x="23930" y="49123"/>
                      <a:pt x="25820" y="49912"/>
                    </a:cubicBezTo>
                    <a:cubicBezTo>
                      <a:pt x="30169" y="51462"/>
                      <a:pt x="35002" y="49646"/>
                      <a:pt x="37253" y="45616"/>
                    </a:cubicBezTo>
                    <a:cubicBezTo>
                      <a:pt x="38154" y="43776"/>
                      <a:pt x="38240" y="41644"/>
                      <a:pt x="37491" y="39738"/>
                    </a:cubicBezTo>
                    <a:cubicBezTo>
                      <a:pt x="36800" y="37781"/>
                      <a:pt x="35318" y="36204"/>
                      <a:pt x="33407" y="35393"/>
                    </a:cubicBezTo>
                    <a:cubicBezTo>
                      <a:pt x="29058" y="33844"/>
                      <a:pt x="24225" y="35660"/>
                      <a:pt x="21974" y="39690"/>
                    </a:cubicBezTo>
                    <a:cubicBezTo>
                      <a:pt x="21072" y="41559"/>
                      <a:pt x="20997" y="43720"/>
                      <a:pt x="21768" y="45647"/>
                    </a:cubicBezTo>
                    <a:close/>
                    <a:moveTo>
                      <a:pt x="13971" y="22028"/>
                    </a:moveTo>
                    <a:cubicBezTo>
                      <a:pt x="14583" y="23743"/>
                      <a:pt x="15891" y="25120"/>
                      <a:pt x="17572" y="25820"/>
                    </a:cubicBezTo>
                    <a:cubicBezTo>
                      <a:pt x="21379" y="27206"/>
                      <a:pt x="25628" y="25609"/>
                      <a:pt x="27577" y="22059"/>
                    </a:cubicBezTo>
                    <a:cubicBezTo>
                      <a:pt x="28380" y="20425"/>
                      <a:pt x="28456" y="18528"/>
                      <a:pt x="27787" y="16836"/>
                    </a:cubicBezTo>
                    <a:cubicBezTo>
                      <a:pt x="27172" y="15151"/>
                      <a:pt x="25875" y="13805"/>
                      <a:pt x="24216" y="13125"/>
                    </a:cubicBezTo>
                    <a:cubicBezTo>
                      <a:pt x="20409" y="11738"/>
                      <a:pt x="16159" y="13336"/>
                      <a:pt x="14210" y="16886"/>
                    </a:cubicBezTo>
                    <a:cubicBezTo>
                      <a:pt x="13410" y="18490"/>
                      <a:pt x="13323" y="20357"/>
                      <a:pt x="13971" y="22028"/>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21" name="Google Shape;521;p35"/>
              <p:cNvSpPr/>
              <p:nvPr/>
            </p:nvSpPr>
            <p:spPr>
              <a:xfrm>
                <a:off x="2768249" y="4032051"/>
                <a:ext cx="45228" cy="64380"/>
              </a:xfrm>
              <a:custGeom>
                <a:avLst/>
                <a:gdLst/>
                <a:ahLst/>
                <a:cxnLst/>
                <a:rect l="l" t="t" r="r" b="b"/>
                <a:pathLst>
                  <a:path w="45228" h="64380" extrusionOk="0">
                    <a:moveTo>
                      <a:pt x="29963" y="39247"/>
                    </a:moveTo>
                    <a:cubicBezTo>
                      <a:pt x="29388" y="39647"/>
                      <a:pt x="28803" y="40020"/>
                      <a:pt x="28209" y="40366"/>
                    </a:cubicBezTo>
                    <a:cubicBezTo>
                      <a:pt x="27595" y="40722"/>
                      <a:pt x="26951" y="41025"/>
                      <a:pt x="26285" y="41272"/>
                    </a:cubicBezTo>
                    <a:cubicBezTo>
                      <a:pt x="23814" y="42240"/>
                      <a:pt x="21165" y="42672"/>
                      <a:pt x="18514" y="42539"/>
                    </a:cubicBezTo>
                    <a:cubicBezTo>
                      <a:pt x="16064" y="42412"/>
                      <a:pt x="13668" y="41780"/>
                      <a:pt x="11474" y="40684"/>
                    </a:cubicBezTo>
                    <a:cubicBezTo>
                      <a:pt x="9259" y="39557"/>
                      <a:pt x="7289" y="38003"/>
                      <a:pt x="5676" y="36112"/>
                    </a:cubicBezTo>
                    <a:cubicBezTo>
                      <a:pt x="3943" y="34101"/>
                      <a:pt x="2584" y="31795"/>
                      <a:pt x="1665" y="29304"/>
                    </a:cubicBezTo>
                    <a:cubicBezTo>
                      <a:pt x="588" y="26564"/>
                      <a:pt x="116" y="23624"/>
                      <a:pt x="281" y="20684"/>
                    </a:cubicBezTo>
                    <a:cubicBezTo>
                      <a:pt x="448" y="17957"/>
                      <a:pt x="1172" y="15292"/>
                      <a:pt x="2409" y="12856"/>
                    </a:cubicBezTo>
                    <a:cubicBezTo>
                      <a:pt x="3681" y="10383"/>
                      <a:pt x="5424" y="8183"/>
                      <a:pt x="7542" y="6379"/>
                    </a:cubicBezTo>
                    <a:cubicBezTo>
                      <a:pt x="12166" y="2498"/>
                      <a:pt x="17980" y="313"/>
                      <a:pt x="24018" y="187"/>
                    </a:cubicBezTo>
                    <a:cubicBezTo>
                      <a:pt x="26811" y="139"/>
                      <a:pt x="29586" y="641"/>
                      <a:pt x="32185" y="1665"/>
                    </a:cubicBezTo>
                    <a:cubicBezTo>
                      <a:pt x="34721" y="2684"/>
                      <a:pt x="37023" y="4211"/>
                      <a:pt x="38949" y="6151"/>
                    </a:cubicBezTo>
                    <a:cubicBezTo>
                      <a:pt x="41009" y="8255"/>
                      <a:pt x="42591" y="10778"/>
                      <a:pt x="43588" y="13548"/>
                    </a:cubicBezTo>
                    <a:cubicBezTo>
                      <a:pt x="44311" y="15421"/>
                      <a:pt x="44830" y="17367"/>
                      <a:pt x="45135" y="19351"/>
                    </a:cubicBezTo>
                    <a:cubicBezTo>
                      <a:pt x="45397" y="21119"/>
                      <a:pt x="45509" y="22906"/>
                      <a:pt x="45469" y="24692"/>
                    </a:cubicBezTo>
                    <a:cubicBezTo>
                      <a:pt x="45427" y="26407"/>
                      <a:pt x="45252" y="28116"/>
                      <a:pt x="44946" y="29803"/>
                    </a:cubicBezTo>
                    <a:cubicBezTo>
                      <a:pt x="44638" y="31480"/>
                      <a:pt x="44307" y="33212"/>
                      <a:pt x="43954" y="35000"/>
                    </a:cubicBezTo>
                    <a:lnTo>
                      <a:pt x="38974" y="59103"/>
                    </a:lnTo>
                    <a:lnTo>
                      <a:pt x="24444" y="64564"/>
                    </a:lnTo>
                    <a:close/>
                    <a:moveTo>
                      <a:pt x="13755" y="25312"/>
                    </a:moveTo>
                    <a:cubicBezTo>
                      <a:pt x="15723" y="30005"/>
                      <a:pt x="21125" y="32214"/>
                      <a:pt x="25820" y="30247"/>
                    </a:cubicBezTo>
                    <a:cubicBezTo>
                      <a:pt x="30514" y="28280"/>
                      <a:pt x="32725" y="22881"/>
                      <a:pt x="30757" y="18188"/>
                    </a:cubicBezTo>
                    <a:cubicBezTo>
                      <a:pt x="28789" y="13495"/>
                      <a:pt x="23388" y="11286"/>
                      <a:pt x="18693" y="13253"/>
                    </a:cubicBezTo>
                    <a:cubicBezTo>
                      <a:pt x="16538" y="14156"/>
                      <a:pt x="14807" y="15843"/>
                      <a:pt x="13849" y="17973"/>
                    </a:cubicBezTo>
                    <a:cubicBezTo>
                      <a:pt x="12817" y="20304"/>
                      <a:pt x="12783" y="22956"/>
                      <a:pt x="13755" y="25312"/>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22" name="Google Shape;522;p35"/>
              <p:cNvSpPr/>
              <p:nvPr/>
            </p:nvSpPr>
            <p:spPr>
              <a:xfrm>
                <a:off x="2491648" y="4322162"/>
                <a:ext cx="48923" cy="61801"/>
              </a:xfrm>
              <a:custGeom>
                <a:avLst/>
                <a:gdLst/>
                <a:ahLst/>
                <a:cxnLst/>
                <a:rect l="l" t="t" r="r" b="b"/>
                <a:pathLst>
                  <a:path w="48923" h="61801" extrusionOk="0">
                    <a:moveTo>
                      <a:pt x="3829" y="38933"/>
                    </a:moveTo>
                    <a:cubicBezTo>
                      <a:pt x="2536" y="35477"/>
                      <a:pt x="1545" y="31915"/>
                      <a:pt x="867" y="28288"/>
                    </a:cubicBezTo>
                    <a:cubicBezTo>
                      <a:pt x="169" y="24756"/>
                      <a:pt x="61" y="21133"/>
                      <a:pt x="549" y="17566"/>
                    </a:cubicBezTo>
                    <a:cubicBezTo>
                      <a:pt x="1022" y="14183"/>
                      <a:pt x="2318" y="10968"/>
                      <a:pt x="4323" y="8202"/>
                    </a:cubicBezTo>
                    <a:cubicBezTo>
                      <a:pt x="9381" y="2196"/>
                      <a:pt x="17202" y="-743"/>
                      <a:pt x="24965" y="443"/>
                    </a:cubicBezTo>
                    <a:cubicBezTo>
                      <a:pt x="28297" y="1204"/>
                      <a:pt x="31391" y="2769"/>
                      <a:pt x="33977" y="5002"/>
                    </a:cubicBezTo>
                    <a:cubicBezTo>
                      <a:pt x="36693" y="7365"/>
                      <a:pt x="39001" y="10161"/>
                      <a:pt x="40805" y="13277"/>
                    </a:cubicBezTo>
                    <a:cubicBezTo>
                      <a:pt x="44585" y="19634"/>
                      <a:pt x="47209" y="26610"/>
                      <a:pt x="48556" y="33881"/>
                    </a:cubicBezTo>
                    <a:cubicBezTo>
                      <a:pt x="49253" y="37413"/>
                      <a:pt x="49360" y="41036"/>
                      <a:pt x="48873" y="44603"/>
                    </a:cubicBezTo>
                    <a:cubicBezTo>
                      <a:pt x="48401" y="47986"/>
                      <a:pt x="47106" y="51203"/>
                      <a:pt x="45100" y="53969"/>
                    </a:cubicBezTo>
                    <a:cubicBezTo>
                      <a:pt x="40042" y="59973"/>
                      <a:pt x="32221" y="62912"/>
                      <a:pt x="24458" y="61727"/>
                    </a:cubicBezTo>
                    <a:cubicBezTo>
                      <a:pt x="21126" y="60967"/>
                      <a:pt x="18031" y="59401"/>
                      <a:pt x="15445" y="57167"/>
                    </a:cubicBezTo>
                    <a:cubicBezTo>
                      <a:pt x="12727" y="54805"/>
                      <a:pt x="10420" y="52009"/>
                      <a:pt x="8618" y="48893"/>
                    </a:cubicBezTo>
                    <a:cubicBezTo>
                      <a:pt x="6737" y="45717"/>
                      <a:pt x="5135" y="42385"/>
                      <a:pt x="3829" y="38933"/>
                    </a:cubicBezTo>
                    <a:close/>
                    <a:moveTo>
                      <a:pt x="15740" y="34456"/>
                    </a:moveTo>
                    <a:cubicBezTo>
                      <a:pt x="16306" y="35959"/>
                      <a:pt x="17048" y="37732"/>
                      <a:pt x="17966" y="39775"/>
                    </a:cubicBezTo>
                    <a:cubicBezTo>
                      <a:pt x="18860" y="41775"/>
                      <a:pt x="19982" y="43666"/>
                      <a:pt x="21310" y="45408"/>
                    </a:cubicBezTo>
                    <a:cubicBezTo>
                      <a:pt x="22508" y="47026"/>
                      <a:pt x="24046" y="48361"/>
                      <a:pt x="25817" y="49319"/>
                    </a:cubicBezTo>
                    <a:cubicBezTo>
                      <a:pt x="29636" y="50944"/>
                      <a:pt x="34060" y="49282"/>
                      <a:pt x="35862" y="45544"/>
                    </a:cubicBezTo>
                    <a:cubicBezTo>
                      <a:pt x="36586" y="43657"/>
                      <a:pt x="36877" y="41633"/>
                      <a:pt x="36714" y="39619"/>
                    </a:cubicBezTo>
                    <a:cubicBezTo>
                      <a:pt x="36562" y="37433"/>
                      <a:pt x="36160" y="35273"/>
                      <a:pt x="35514" y="33179"/>
                    </a:cubicBezTo>
                    <a:cubicBezTo>
                      <a:pt x="34859" y="31037"/>
                      <a:pt x="34249" y="29214"/>
                      <a:pt x="33683" y="27712"/>
                    </a:cubicBezTo>
                    <a:cubicBezTo>
                      <a:pt x="33119" y="26210"/>
                      <a:pt x="32377" y="24437"/>
                      <a:pt x="31457" y="22393"/>
                    </a:cubicBezTo>
                    <a:cubicBezTo>
                      <a:pt x="30563" y="20393"/>
                      <a:pt x="29442" y="18503"/>
                      <a:pt x="28115" y="16761"/>
                    </a:cubicBezTo>
                    <a:cubicBezTo>
                      <a:pt x="26911" y="15138"/>
                      <a:pt x="25357" y="13807"/>
                      <a:pt x="23570" y="12865"/>
                    </a:cubicBezTo>
                    <a:cubicBezTo>
                      <a:pt x="19750" y="11237"/>
                      <a:pt x="15325" y="12900"/>
                      <a:pt x="13524" y="16640"/>
                    </a:cubicBezTo>
                    <a:cubicBezTo>
                      <a:pt x="12824" y="18526"/>
                      <a:pt x="12546" y="20544"/>
                      <a:pt x="12711" y="22549"/>
                    </a:cubicBezTo>
                    <a:cubicBezTo>
                      <a:pt x="12861" y="24735"/>
                      <a:pt x="13263" y="26896"/>
                      <a:pt x="13909" y="28989"/>
                    </a:cubicBezTo>
                    <a:cubicBezTo>
                      <a:pt x="14564" y="31131"/>
                      <a:pt x="15175" y="32954"/>
                      <a:pt x="15740" y="34456"/>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23" name="Google Shape;523;p35"/>
              <p:cNvSpPr/>
              <p:nvPr/>
            </p:nvSpPr>
            <p:spPr>
              <a:xfrm>
                <a:off x="2645988" y="4250717"/>
                <a:ext cx="83604" cy="71954"/>
              </a:xfrm>
              <a:custGeom>
                <a:avLst/>
                <a:gdLst/>
                <a:ahLst/>
                <a:cxnLst/>
                <a:rect l="l" t="t" r="r" b="b"/>
                <a:pathLst>
                  <a:path w="83604" h="71954" extrusionOk="0">
                    <a:moveTo>
                      <a:pt x="1361" y="35934"/>
                    </a:moveTo>
                    <a:cubicBezTo>
                      <a:pt x="547" y="33812"/>
                      <a:pt x="173" y="31545"/>
                      <a:pt x="262" y="29274"/>
                    </a:cubicBezTo>
                    <a:cubicBezTo>
                      <a:pt x="341" y="27096"/>
                      <a:pt x="825" y="24951"/>
                      <a:pt x="1689" y="22950"/>
                    </a:cubicBezTo>
                    <a:cubicBezTo>
                      <a:pt x="2554" y="20963"/>
                      <a:pt x="3803" y="19167"/>
                      <a:pt x="5365" y="17664"/>
                    </a:cubicBezTo>
                    <a:cubicBezTo>
                      <a:pt x="8645" y="14533"/>
                      <a:pt x="13061" y="12874"/>
                      <a:pt x="17593" y="13069"/>
                    </a:cubicBezTo>
                    <a:cubicBezTo>
                      <a:pt x="19758" y="13172"/>
                      <a:pt x="21881" y="13700"/>
                      <a:pt x="23841" y="14624"/>
                    </a:cubicBezTo>
                    <a:cubicBezTo>
                      <a:pt x="25809" y="15562"/>
                      <a:pt x="27587" y="16857"/>
                      <a:pt x="29083" y="18442"/>
                    </a:cubicBezTo>
                    <a:cubicBezTo>
                      <a:pt x="32217" y="21794"/>
                      <a:pt x="33893" y="26251"/>
                      <a:pt x="33746" y="30837"/>
                    </a:cubicBezTo>
                    <a:cubicBezTo>
                      <a:pt x="33665" y="33015"/>
                      <a:pt x="33181" y="35159"/>
                      <a:pt x="32318" y="37160"/>
                    </a:cubicBezTo>
                    <a:cubicBezTo>
                      <a:pt x="31454" y="39147"/>
                      <a:pt x="30205" y="40943"/>
                      <a:pt x="28644" y="42446"/>
                    </a:cubicBezTo>
                    <a:cubicBezTo>
                      <a:pt x="25364" y="45577"/>
                      <a:pt x="20948" y="47237"/>
                      <a:pt x="16417" y="47042"/>
                    </a:cubicBezTo>
                    <a:cubicBezTo>
                      <a:pt x="14251" y="46940"/>
                      <a:pt x="12127" y="46412"/>
                      <a:pt x="10166" y="45486"/>
                    </a:cubicBezTo>
                    <a:cubicBezTo>
                      <a:pt x="8197" y="44550"/>
                      <a:pt x="6420" y="43255"/>
                      <a:pt x="4924" y="41669"/>
                    </a:cubicBezTo>
                    <a:cubicBezTo>
                      <a:pt x="3359" y="40019"/>
                      <a:pt x="2147" y="38067"/>
                      <a:pt x="1362" y="35934"/>
                    </a:cubicBezTo>
                    <a:close/>
                    <a:moveTo>
                      <a:pt x="24547" y="27220"/>
                    </a:moveTo>
                    <a:cubicBezTo>
                      <a:pt x="23819" y="25161"/>
                      <a:pt x="22289" y="23483"/>
                      <a:pt x="20305" y="22568"/>
                    </a:cubicBezTo>
                    <a:cubicBezTo>
                      <a:pt x="16296" y="20697"/>
                      <a:pt x="11530" y="22429"/>
                      <a:pt x="9659" y="26436"/>
                    </a:cubicBezTo>
                    <a:cubicBezTo>
                      <a:pt x="9634" y="26489"/>
                      <a:pt x="9609" y="26543"/>
                      <a:pt x="9586" y="26597"/>
                    </a:cubicBezTo>
                    <a:cubicBezTo>
                      <a:pt x="7828" y="30759"/>
                      <a:pt x="9638" y="35569"/>
                      <a:pt x="13704" y="37543"/>
                    </a:cubicBezTo>
                    <a:cubicBezTo>
                      <a:pt x="17713" y="39413"/>
                      <a:pt x="22479" y="37681"/>
                      <a:pt x="24351" y="33674"/>
                    </a:cubicBezTo>
                    <a:cubicBezTo>
                      <a:pt x="24375" y="33621"/>
                      <a:pt x="24400" y="33567"/>
                      <a:pt x="24423" y="33514"/>
                    </a:cubicBezTo>
                    <a:cubicBezTo>
                      <a:pt x="25313" y="31519"/>
                      <a:pt x="25358" y="29249"/>
                      <a:pt x="24547" y="27220"/>
                    </a:cubicBezTo>
                    <a:close/>
                    <a:moveTo>
                      <a:pt x="43196" y="184"/>
                    </a:moveTo>
                    <a:lnTo>
                      <a:pt x="51287" y="1460"/>
                    </a:lnTo>
                    <a:lnTo>
                      <a:pt x="40448" y="72139"/>
                    </a:lnTo>
                    <a:lnTo>
                      <a:pt x="33112" y="70946"/>
                    </a:lnTo>
                    <a:close/>
                    <a:moveTo>
                      <a:pt x="51444" y="47887"/>
                    </a:moveTo>
                    <a:cubicBezTo>
                      <a:pt x="50628" y="45765"/>
                      <a:pt x="50253" y="43499"/>
                      <a:pt x="50342" y="41228"/>
                    </a:cubicBezTo>
                    <a:cubicBezTo>
                      <a:pt x="50422" y="39049"/>
                      <a:pt x="50906" y="36905"/>
                      <a:pt x="51770" y="34903"/>
                    </a:cubicBezTo>
                    <a:cubicBezTo>
                      <a:pt x="52635" y="32917"/>
                      <a:pt x="53885" y="31120"/>
                      <a:pt x="55446" y="29617"/>
                    </a:cubicBezTo>
                    <a:cubicBezTo>
                      <a:pt x="58726" y="26486"/>
                      <a:pt x="63141" y="24826"/>
                      <a:pt x="67673" y="25021"/>
                    </a:cubicBezTo>
                    <a:cubicBezTo>
                      <a:pt x="69838" y="25125"/>
                      <a:pt x="71962" y="25653"/>
                      <a:pt x="73923" y="26577"/>
                    </a:cubicBezTo>
                    <a:cubicBezTo>
                      <a:pt x="75891" y="27515"/>
                      <a:pt x="77668" y="28810"/>
                      <a:pt x="79165" y="30394"/>
                    </a:cubicBezTo>
                    <a:cubicBezTo>
                      <a:pt x="80729" y="32045"/>
                      <a:pt x="81941" y="33996"/>
                      <a:pt x="82728" y="36129"/>
                    </a:cubicBezTo>
                    <a:cubicBezTo>
                      <a:pt x="83545" y="38266"/>
                      <a:pt x="83924" y="40544"/>
                      <a:pt x="83843" y="42830"/>
                    </a:cubicBezTo>
                    <a:cubicBezTo>
                      <a:pt x="83775" y="45021"/>
                      <a:pt x="83296" y="47180"/>
                      <a:pt x="82430" y="49194"/>
                    </a:cubicBezTo>
                    <a:cubicBezTo>
                      <a:pt x="81565" y="51181"/>
                      <a:pt x="80316" y="52978"/>
                      <a:pt x="78755" y="54481"/>
                    </a:cubicBezTo>
                    <a:cubicBezTo>
                      <a:pt x="75474" y="57612"/>
                      <a:pt x="71059" y="59272"/>
                      <a:pt x="66527" y="59077"/>
                    </a:cubicBezTo>
                    <a:cubicBezTo>
                      <a:pt x="64361" y="58974"/>
                      <a:pt x="62237" y="58445"/>
                      <a:pt x="60277" y="57521"/>
                    </a:cubicBezTo>
                    <a:cubicBezTo>
                      <a:pt x="58298" y="56576"/>
                      <a:pt x="56514" y="55267"/>
                      <a:pt x="55020" y="53663"/>
                    </a:cubicBezTo>
                    <a:cubicBezTo>
                      <a:pt x="53452" y="51997"/>
                      <a:pt x="52236" y="50033"/>
                      <a:pt x="51443" y="47887"/>
                    </a:cubicBezTo>
                    <a:close/>
                    <a:moveTo>
                      <a:pt x="74629" y="39174"/>
                    </a:moveTo>
                    <a:cubicBezTo>
                      <a:pt x="73900" y="37115"/>
                      <a:pt x="72370" y="35437"/>
                      <a:pt x="70386" y="34521"/>
                    </a:cubicBezTo>
                    <a:cubicBezTo>
                      <a:pt x="66378" y="32650"/>
                      <a:pt x="61611" y="34382"/>
                      <a:pt x="59740" y="38389"/>
                    </a:cubicBezTo>
                    <a:cubicBezTo>
                      <a:pt x="59715" y="38442"/>
                      <a:pt x="59690" y="38496"/>
                      <a:pt x="59667" y="38550"/>
                    </a:cubicBezTo>
                    <a:cubicBezTo>
                      <a:pt x="58777" y="40545"/>
                      <a:pt x="58732" y="42815"/>
                      <a:pt x="59543" y="44843"/>
                    </a:cubicBezTo>
                    <a:cubicBezTo>
                      <a:pt x="60269" y="46932"/>
                      <a:pt x="61810" y="48640"/>
                      <a:pt x="63815" y="49576"/>
                    </a:cubicBezTo>
                    <a:cubicBezTo>
                      <a:pt x="67822" y="51447"/>
                      <a:pt x="72588" y="49717"/>
                      <a:pt x="74459" y="45711"/>
                    </a:cubicBezTo>
                    <a:cubicBezTo>
                      <a:pt x="74485" y="45657"/>
                      <a:pt x="74509" y="45603"/>
                      <a:pt x="74533" y="45548"/>
                    </a:cubicBezTo>
                    <a:cubicBezTo>
                      <a:pt x="75424" y="43523"/>
                      <a:pt x="75459" y="41224"/>
                      <a:pt x="74629" y="39173"/>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24" name="Google Shape;524;p35"/>
              <p:cNvSpPr/>
              <p:nvPr/>
            </p:nvSpPr>
            <p:spPr>
              <a:xfrm>
                <a:off x="2715538" y="3448065"/>
                <a:ext cx="92517" cy="108772"/>
              </a:xfrm>
              <a:custGeom>
                <a:avLst/>
                <a:gdLst/>
                <a:ahLst/>
                <a:cxnLst/>
                <a:rect l="l" t="t" r="r" b="b"/>
                <a:pathLst>
                  <a:path w="92517" h="108772" extrusionOk="0">
                    <a:moveTo>
                      <a:pt x="70979" y="98404"/>
                    </a:moveTo>
                    <a:cubicBezTo>
                      <a:pt x="59785" y="102661"/>
                      <a:pt x="48319" y="106164"/>
                      <a:pt x="36656" y="108888"/>
                    </a:cubicBezTo>
                    <a:cubicBezTo>
                      <a:pt x="33637" y="109282"/>
                      <a:pt x="30650" y="107955"/>
                      <a:pt x="28920" y="105449"/>
                    </a:cubicBezTo>
                    <a:cubicBezTo>
                      <a:pt x="22458" y="97689"/>
                      <a:pt x="-3130" y="34047"/>
                      <a:pt x="623" y="23507"/>
                    </a:cubicBezTo>
                    <a:cubicBezTo>
                      <a:pt x="1662" y="20594"/>
                      <a:pt x="4231" y="17148"/>
                      <a:pt x="15912" y="11704"/>
                    </a:cubicBezTo>
                    <a:cubicBezTo>
                      <a:pt x="22292" y="8730"/>
                      <a:pt x="50014" y="-2553"/>
                      <a:pt x="59031" y="801"/>
                    </a:cubicBezTo>
                    <a:cubicBezTo>
                      <a:pt x="69362" y="4638"/>
                      <a:pt x="87358" y="55974"/>
                      <a:pt x="90590" y="68191"/>
                    </a:cubicBezTo>
                    <a:cubicBezTo>
                      <a:pt x="93480" y="79114"/>
                      <a:pt x="93491" y="84442"/>
                      <a:pt x="90633" y="87849"/>
                    </a:cubicBezTo>
                    <a:cubicBezTo>
                      <a:pt x="87811" y="91209"/>
                      <a:pt x="79915" y="94986"/>
                      <a:pt x="70979" y="98404"/>
                    </a:cubicBezTo>
                    <a:close/>
                    <a:moveTo>
                      <a:pt x="37664" y="95435"/>
                    </a:moveTo>
                    <a:cubicBezTo>
                      <a:pt x="48389" y="92843"/>
                      <a:pt x="73629" y="84408"/>
                      <a:pt x="79829" y="80175"/>
                    </a:cubicBezTo>
                    <a:cubicBezTo>
                      <a:pt x="79564" y="68811"/>
                      <a:pt x="60564" y="21515"/>
                      <a:pt x="53977" y="13059"/>
                    </a:cubicBezTo>
                    <a:cubicBezTo>
                      <a:pt x="45947" y="13269"/>
                      <a:pt x="19036" y="23135"/>
                      <a:pt x="13122" y="28034"/>
                    </a:cubicBezTo>
                    <a:cubicBezTo>
                      <a:pt x="14196" y="38740"/>
                      <a:pt x="30986" y="84597"/>
                      <a:pt x="37664" y="95435"/>
                    </a:cubicBezTo>
                    <a:close/>
                    <a:moveTo>
                      <a:pt x="34595" y="96082"/>
                    </a:moveTo>
                    <a:lnTo>
                      <a:pt x="34597" y="96081"/>
                    </a:lnTo>
                    <a:lnTo>
                      <a:pt x="34599" y="96080"/>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525" name="Google Shape;525;p35"/>
            <p:cNvGrpSpPr/>
            <p:nvPr/>
          </p:nvGrpSpPr>
          <p:grpSpPr>
            <a:xfrm>
              <a:off x="5201575" y="2701107"/>
              <a:ext cx="2537131" cy="1848083"/>
              <a:chOff x="2494471" y="3588771"/>
              <a:chExt cx="2035052" cy="1482475"/>
            </a:xfrm>
          </p:grpSpPr>
          <p:sp>
            <p:nvSpPr>
              <p:cNvPr id="526" name="Google Shape;526;p35"/>
              <p:cNvSpPr/>
              <p:nvPr/>
            </p:nvSpPr>
            <p:spPr>
              <a:xfrm>
                <a:off x="3271795" y="3588771"/>
                <a:ext cx="765409" cy="320369"/>
              </a:xfrm>
              <a:custGeom>
                <a:avLst/>
                <a:gdLst/>
                <a:ahLst/>
                <a:cxnLst/>
                <a:rect l="l" t="t" r="r" b="b"/>
                <a:pathLst>
                  <a:path w="765409" h="320369" extrusionOk="0">
                    <a:moveTo>
                      <a:pt x="730880" y="320512"/>
                    </a:moveTo>
                    <a:lnTo>
                      <a:pt x="16625" y="272234"/>
                    </a:lnTo>
                    <a:cubicBezTo>
                      <a:pt x="6949" y="271579"/>
                      <a:pt x="-364" y="263208"/>
                      <a:pt x="290" y="253536"/>
                    </a:cubicBezTo>
                    <a:lnTo>
                      <a:pt x="16322" y="16553"/>
                    </a:lnTo>
                    <a:cubicBezTo>
                      <a:pt x="16977" y="6881"/>
                      <a:pt x="25351" y="-429"/>
                      <a:pt x="35028" y="225"/>
                    </a:cubicBezTo>
                    <a:lnTo>
                      <a:pt x="749282" y="48503"/>
                    </a:lnTo>
                    <a:cubicBezTo>
                      <a:pt x="758959" y="49158"/>
                      <a:pt x="766272" y="57529"/>
                      <a:pt x="765618" y="67201"/>
                    </a:cubicBezTo>
                    <a:lnTo>
                      <a:pt x="749585" y="304184"/>
                    </a:lnTo>
                    <a:cubicBezTo>
                      <a:pt x="748931" y="313856"/>
                      <a:pt x="740556" y="321166"/>
                      <a:pt x="730880" y="320513"/>
                    </a:cubicBezTo>
                    <a:close/>
                    <a:moveTo>
                      <a:pt x="36516" y="238391"/>
                    </a:moveTo>
                    <a:lnTo>
                      <a:pt x="715729" y="284302"/>
                    </a:lnTo>
                    <a:lnTo>
                      <a:pt x="729392" y="82346"/>
                    </a:lnTo>
                    <a:lnTo>
                      <a:pt x="50179" y="36435"/>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27" name="Google Shape;527;p35"/>
              <p:cNvSpPr/>
              <p:nvPr/>
            </p:nvSpPr>
            <p:spPr>
              <a:xfrm>
                <a:off x="2733353" y="3725574"/>
                <a:ext cx="1796170" cy="1345672"/>
              </a:xfrm>
              <a:custGeom>
                <a:avLst/>
                <a:gdLst/>
                <a:ahLst/>
                <a:cxnLst/>
                <a:rect l="l" t="t" r="r" b="b"/>
                <a:pathLst>
                  <a:path w="1796170" h="1345672" extrusionOk="0">
                    <a:moveTo>
                      <a:pt x="1796170" y="1299683"/>
                    </a:moveTo>
                    <a:lnTo>
                      <a:pt x="14505" y="1345672"/>
                    </a:lnTo>
                    <a:lnTo>
                      <a:pt x="9515" y="873970"/>
                    </a:lnTo>
                    <a:lnTo>
                      <a:pt x="6464" y="593856"/>
                    </a:lnTo>
                    <a:lnTo>
                      <a:pt x="5599" y="523424"/>
                    </a:lnTo>
                    <a:lnTo>
                      <a:pt x="3974" y="375708"/>
                    </a:lnTo>
                    <a:lnTo>
                      <a:pt x="0" y="0"/>
                    </a:lnTo>
                    <a:lnTo>
                      <a:pt x="1783445" y="120552"/>
                    </a:lnTo>
                    <a:lnTo>
                      <a:pt x="1796170" y="1299683"/>
                    </a:lnTo>
                    <a:close/>
                  </a:path>
                </a:pathLst>
              </a:custGeom>
              <a:solidFill>
                <a:schemeClr val="accen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28" name="Google Shape;528;p35"/>
              <p:cNvSpPr/>
              <p:nvPr/>
            </p:nvSpPr>
            <p:spPr>
              <a:xfrm>
                <a:off x="2494471" y="3725618"/>
                <a:ext cx="253387" cy="1345628"/>
              </a:xfrm>
              <a:custGeom>
                <a:avLst/>
                <a:gdLst/>
                <a:ahLst/>
                <a:cxnLst/>
                <a:rect l="l" t="t" r="r" b="b"/>
                <a:pathLst>
                  <a:path w="253387" h="1345628" extrusionOk="0">
                    <a:moveTo>
                      <a:pt x="238869" y="0"/>
                    </a:moveTo>
                    <a:lnTo>
                      <a:pt x="0" y="1280674"/>
                    </a:lnTo>
                    <a:lnTo>
                      <a:pt x="253387" y="1345628"/>
                    </a:lnTo>
                    <a:lnTo>
                      <a:pt x="238869" y="0"/>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29" name="Google Shape;529;p35"/>
              <p:cNvSpPr/>
              <p:nvPr/>
            </p:nvSpPr>
            <p:spPr>
              <a:xfrm>
                <a:off x="2733339" y="3725618"/>
                <a:ext cx="1783391" cy="773014"/>
              </a:xfrm>
              <a:custGeom>
                <a:avLst/>
                <a:gdLst/>
                <a:ahLst/>
                <a:cxnLst/>
                <a:rect l="l" t="t" r="r" b="b"/>
                <a:pathLst>
                  <a:path w="1783391" h="773014" extrusionOk="0">
                    <a:moveTo>
                      <a:pt x="0" y="0"/>
                    </a:moveTo>
                    <a:lnTo>
                      <a:pt x="245850" y="528694"/>
                    </a:lnTo>
                    <a:lnTo>
                      <a:pt x="892166" y="773015"/>
                    </a:lnTo>
                    <a:lnTo>
                      <a:pt x="1635098" y="607626"/>
                    </a:lnTo>
                    <a:lnTo>
                      <a:pt x="1783392" y="120547"/>
                    </a:lnTo>
                    <a:lnTo>
                      <a:pt x="0" y="0"/>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30" name="Google Shape;530;p35"/>
              <p:cNvSpPr/>
              <p:nvPr/>
            </p:nvSpPr>
            <p:spPr>
              <a:xfrm rot="232275">
                <a:off x="3954403" y="4305671"/>
                <a:ext cx="144635" cy="192872"/>
              </a:xfrm>
              <a:custGeom>
                <a:avLst/>
                <a:gdLst/>
                <a:ahLst/>
                <a:cxnLst/>
                <a:rect l="l" t="t" r="r" b="b"/>
                <a:pathLst>
                  <a:path w="144667" h="192914" extrusionOk="0">
                    <a:moveTo>
                      <a:pt x="249" y="184"/>
                    </a:moveTo>
                    <a:lnTo>
                      <a:pt x="144917" y="184"/>
                    </a:lnTo>
                    <a:lnTo>
                      <a:pt x="144917" y="193099"/>
                    </a:lnTo>
                    <a:lnTo>
                      <a:pt x="249" y="193099"/>
                    </a:ln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31" name="Google Shape;531;p35"/>
              <p:cNvSpPr/>
              <p:nvPr/>
            </p:nvSpPr>
            <p:spPr>
              <a:xfrm rot="232275">
                <a:off x="3168577" y="4252554"/>
                <a:ext cx="144635" cy="192872"/>
              </a:xfrm>
              <a:custGeom>
                <a:avLst/>
                <a:gdLst/>
                <a:ahLst/>
                <a:cxnLst/>
                <a:rect l="l" t="t" r="r" b="b"/>
                <a:pathLst>
                  <a:path w="144667" h="192914" extrusionOk="0">
                    <a:moveTo>
                      <a:pt x="249" y="184"/>
                    </a:moveTo>
                    <a:lnTo>
                      <a:pt x="144916" y="184"/>
                    </a:lnTo>
                    <a:lnTo>
                      <a:pt x="144916" y="193099"/>
                    </a:lnTo>
                    <a:lnTo>
                      <a:pt x="249" y="193099"/>
                    </a:ln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532" name="Google Shape;532;p35"/>
            <p:cNvGrpSpPr/>
            <p:nvPr/>
          </p:nvGrpSpPr>
          <p:grpSpPr>
            <a:xfrm>
              <a:off x="4775776" y="3675869"/>
              <a:ext cx="1157620" cy="1157531"/>
              <a:chOff x="2269333" y="4370695"/>
              <a:chExt cx="928536" cy="928536"/>
            </a:xfrm>
          </p:grpSpPr>
          <p:sp>
            <p:nvSpPr>
              <p:cNvPr id="533" name="Google Shape;533;p35"/>
              <p:cNvSpPr/>
              <p:nvPr/>
            </p:nvSpPr>
            <p:spPr>
              <a:xfrm rot="-2700000">
                <a:off x="2405242" y="4506748"/>
                <a:ext cx="656718" cy="656430"/>
              </a:xfrm>
              <a:custGeom>
                <a:avLst/>
                <a:gdLst/>
                <a:ahLst/>
                <a:cxnLst/>
                <a:rect l="l" t="t" r="r" b="b"/>
                <a:pathLst>
                  <a:path w="656353" h="656065" extrusionOk="0">
                    <a:moveTo>
                      <a:pt x="656603" y="328217"/>
                    </a:moveTo>
                    <a:cubicBezTo>
                      <a:pt x="656603" y="509384"/>
                      <a:pt x="509673" y="656249"/>
                      <a:pt x="328426" y="656249"/>
                    </a:cubicBezTo>
                    <a:cubicBezTo>
                      <a:pt x="147179" y="656249"/>
                      <a:pt x="249" y="509384"/>
                      <a:pt x="249" y="328217"/>
                    </a:cubicBezTo>
                    <a:cubicBezTo>
                      <a:pt x="249" y="147049"/>
                      <a:pt x="147179" y="184"/>
                      <a:pt x="328426" y="184"/>
                    </a:cubicBezTo>
                    <a:cubicBezTo>
                      <a:pt x="509673" y="184"/>
                      <a:pt x="656603" y="147049"/>
                      <a:pt x="656603" y="328217"/>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34" name="Google Shape;534;p35"/>
              <p:cNvSpPr/>
              <p:nvPr/>
            </p:nvSpPr>
            <p:spPr>
              <a:xfrm rot="-4106279">
                <a:off x="2422650" y="4524340"/>
                <a:ext cx="621247" cy="620974"/>
              </a:xfrm>
              <a:custGeom>
                <a:avLst/>
                <a:gdLst/>
                <a:ahLst/>
                <a:cxnLst/>
                <a:rect l="l" t="t" r="r" b="b"/>
                <a:pathLst>
                  <a:path w="621261" h="620988" extrusionOk="0">
                    <a:moveTo>
                      <a:pt x="621510" y="310678"/>
                    </a:moveTo>
                    <a:cubicBezTo>
                      <a:pt x="621510" y="482159"/>
                      <a:pt x="482436" y="621173"/>
                      <a:pt x="310880" y="621173"/>
                    </a:cubicBezTo>
                    <a:cubicBezTo>
                      <a:pt x="139323" y="621173"/>
                      <a:pt x="249" y="482160"/>
                      <a:pt x="249" y="310678"/>
                    </a:cubicBezTo>
                    <a:cubicBezTo>
                      <a:pt x="249" y="139197"/>
                      <a:pt x="139323" y="184"/>
                      <a:pt x="310880" y="184"/>
                    </a:cubicBezTo>
                    <a:cubicBezTo>
                      <a:pt x="482436" y="184"/>
                      <a:pt x="621510" y="139197"/>
                      <a:pt x="621510" y="310678"/>
                    </a:cubicBezTo>
                    <a:close/>
                  </a:path>
                </a:pathLst>
              </a:custGeom>
              <a:solidFill>
                <a:srgbClr val="FFFFFF">
                  <a:alpha val="1962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35" name="Google Shape;535;p35"/>
              <p:cNvSpPr/>
              <p:nvPr/>
            </p:nvSpPr>
            <p:spPr>
              <a:xfrm>
                <a:off x="2559684" y="4588740"/>
                <a:ext cx="336110" cy="492445"/>
              </a:xfrm>
              <a:custGeom>
                <a:avLst/>
                <a:gdLst/>
                <a:ahLst/>
                <a:cxnLst/>
                <a:rect l="l" t="t" r="r" b="b"/>
                <a:pathLst>
                  <a:path w="336110" h="492445" extrusionOk="0">
                    <a:moveTo>
                      <a:pt x="289988" y="358206"/>
                    </a:moveTo>
                    <a:cubicBezTo>
                      <a:pt x="308204" y="292092"/>
                      <a:pt x="256926" y="258469"/>
                      <a:pt x="207258" y="230811"/>
                    </a:cubicBezTo>
                    <a:lnTo>
                      <a:pt x="234494" y="131955"/>
                    </a:lnTo>
                    <a:cubicBezTo>
                      <a:pt x="260190" y="142591"/>
                      <a:pt x="283421" y="158397"/>
                      <a:pt x="302745" y="178391"/>
                    </a:cubicBezTo>
                    <a:lnTo>
                      <a:pt x="336359" y="134590"/>
                    </a:lnTo>
                    <a:cubicBezTo>
                      <a:pt x="315588" y="110996"/>
                      <a:pt x="283518" y="91142"/>
                      <a:pt x="249144" y="78784"/>
                    </a:cubicBezTo>
                    <a:lnTo>
                      <a:pt x="266704" y="15052"/>
                    </a:lnTo>
                    <a:lnTo>
                      <a:pt x="212693" y="184"/>
                    </a:lnTo>
                    <a:lnTo>
                      <a:pt x="194638" y="65716"/>
                    </a:lnTo>
                    <a:cubicBezTo>
                      <a:pt x="122384" y="57026"/>
                      <a:pt x="78150" y="89453"/>
                      <a:pt x="65019" y="137113"/>
                    </a:cubicBezTo>
                    <a:cubicBezTo>
                      <a:pt x="47463" y="200834"/>
                      <a:pt x="93272" y="234485"/>
                      <a:pt x="140689" y="261523"/>
                    </a:cubicBezTo>
                    <a:lnTo>
                      <a:pt x="113502" y="360196"/>
                    </a:lnTo>
                    <a:cubicBezTo>
                      <a:pt x="81307" y="346266"/>
                      <a:pt x="52849" y="323908"/>
                      <a:pt x="35818" y="300320"/>
                    </a:cubicBezTo>
                    <a:lnTo>
                      <a:pt x="249" y="343584"/>
                    </a:lnTo>
                    <a:cubicBezTo>
                      <a:pt x="18419" y="370674"/>
                      <a:pt x="55734" y="397086"/>
                      <a:pt x="98811" y="413520"/>
                    </a:cubicBezTo>
                    <a:lnTo>
                      <a:pt x="81110" y="477762"/>
                    </a:lnTo>
                    <a:lnTo>
                      <a:pt x="135121" y="492630"/>
                    </a:lnTo>
                    <a:lnTo>
                      <a:pt x="152924" y="428016"/>
                    </a:lnTo>
                    <a:cubicBezTo>
                      <a:pt x="229473" y="439794"/>
                      <a:pt x="276552" y="406975"/>
                      <a:pt x="289988" y="358206"/>
                    </a:cubicBezTo>
                    <a:close/>
                    <a:moveTo>
                      <a:pt x="128839" y="151530"/>
                    </a:moveTo>
                    <a:cubicBezTo>
                      <a:pt x="134109" y="132404"/>
                      <a:pt x="150326" y="119460"/>
                      <a:pt x="179720" y="119862"/>
                    </a:cubicBezTo>
                    <a:lnTo>
                      <a:pt x="157158" y="201747"/>
                    </a:lnTo>
                    <a:cubicBezTo>
                      <a:pt x="136254" y="187408"/>
                      <a:pt x="123194" y="172019"/>
                      <a:pt x="128839" y="151530"/>
                    </a:cubicBezTo>
                    <a:close/>
                    <a:moveTo>
                      <a:pt x="167637" y="374614"/>
                    </a:moveTo>
                    <a:lnTo>
                      <a:pt x="190934" y="290059"/>
                    </a:lnTo>
                    <a:cubicBezTo>
                      <a:pt x="215873" y="305821"/>
                      <a:pt x="232590" y="322386"/>
                      <a:pt x="226253" y="345389"/>
                    </a:cubicBezTo>
                    <a:cubicBezTo>
                      <a:pt x="220680" y="365615"/>
                      <a:pt x="201939" y="377869"/>
                      <a:pt x="167637" y="374614"/>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sp>
        <p:nvSpPr>
          <p:cNvPr id="5" name="TextBox 4">
            <a:extLst>
              <a:ext uri="{FF2B5EF4-FFF2-40B4-BE49-F238E27FC236}">
                <a16:creationId xmlns:a16="http://schemas.microsoft.com/office/drawing/2014/main" id="{DD341D6E-1B5E-1059-97C1-BD54122F9C7B}"/>
              </a:ext>
            </a:extLst>
          </p:cNvPr>
          <p:cNvSpPr txBox="1"/>
          <p:nvPr/>
        </p:nvSpPr>
        <p:spPr>
          <a:xfrm>
            <a:off x="285141" y="2508650"/>
            <a:ext cx="5116818" cy="1660904"/>
          </a:xfrm>
          <a:prstGeom prst="rect">
            <a:avLst/>
          </a:prstGeom>
          <a:noFill/>
        </p:spPr>
        <p:txBody>
          <a:bodyPr wrap="square" rtlCol="0">
            <a:spAutoFit/>
          </a:bodyPr>
          <a:lstStyle/>
          <a:p>
            <a:pPr>
              <a:lnSpc>
                <a:spcPct val="150000"/>
              </a:lnSpc>
            </a:pPr>
            <a:r>
              <a:rPr lang="en-IN" sz="2000" dirty="0">
                <a:solidFill>
                  <a:schemeClr val="tx1"/>
                </a:solidFill>
                <a:latin typeface="Roboto" panose="02000000000000000000" pitchFamily="2" charset="0"/>
                <a:ea typeface="Roboto" panose="02000000000000000000" pitchFamily="2" charset="0"/>
                <a:cs typeface="Roboto" panose="02000000000000000000" pitchFamily="2" charset="0"/>
                <a:sym typeface="Lexend Deca"/>
              </a:rPr>
              <a:t>Guided by</a:t>
            </a:r>
          </a:p>
          <a:p>
            <a:pPr>
              <a:lnSpc>
                <a:spcPct val="150000"/>
              </a:lnSpc>
            </a:pPr>
            <a:r>
              <a:rPr lang="en-US" sz="1900" b="1" dirty="0" err="1">
                <a:solidFill>
                  <a:schemeClr val="tx1"/>
                </a:solidFill>
                <a:latin typeface="Roboto" panose="02000000000000000000" pitchFamily="2" charset="0"/>
                <a:ea typeface="Roboto" panose="02000000000000000000" pitchFamily="2" charset="0"/>
                <a:cs typeface="Roboto" panose="02000000000000000000" pitchFamily="2" charset="0"/>
              </a:rPr>
              <a:t>Dr.T.PREMALATHA,MCA.,M.Phil.,PhD</a:t>
            </a:r>
            <a:r>
              <a:rPr lang="en-US" sz="1900" b="1" dirty="0">
                <a:solidFill>
                  <a:schemeClr val="tx1"/>
                </a:solidFill>
                <a:latin typeface="Roboto" panose="02000000000000000000" pitchFamily="2" charset="0"/>
                <a:ea typeface="Roboto" panose="02000000000000000000" pitchFamily="2" charset="0"/>
                <a:cs typeface="Roboto" panose="02000000000000000000" pitchFamily="2" charset="0"/>
              </a:rPr>
              <a:t>.,</a:t>
            </a:r>
          </a:p>
          <a:p>
            <a:pPr>
              <a:lnSpc>
                <a:spcPct val="150000"/>
              </a:lnSpc>
            </a:pPr>
            <a:endParaRPr lang="en-IN" sz="1800" dirty="0">
              <a:solidFill>
                <a:schemeClr val="tx1"/>
              </a:solidFill>
              <a:latin typeface="Roboto" panose="02000000000000000000" pitchFamily="2" charset="0"/>
              <a:ea typeface="Roboto" panose="02000000000000000000" pitchFamily="2" charset="0"/>
              <a:cs typeface="Roboto" panose="02000000000000000000" pitchFamily="2" charset="0"/>
              <a:sym typeface="Lexend Deca"/>
            </a:endParaRPr>
          </a:p>
          <a:p>
            <a:endParaRPr lang="en-IN" dirty="0">
              <a:latin typeface="Rambla" panose="020B0604020202020204" charset="0"/>
            </a:endParaRPr>
          </a:p>
        </p:txBody>
      </p:sp>
      <p:sp>
        <p:nvSpPr>
          <p:cNvPr id="6" name="TextBox 5">
            <a:extLst>
              <a:ext uri="{FF2B5EF4-FFF2-40B4-BE49-F238E27FC236}">
                <a16:creationId xmlns:a16="http://schemas.microsoft.com/office/drawing/2014/main" id="{3FFB8607-4520-275F-30AA-F76224B27CAF}"/>
              </a:ext>
            </a:extLst>
          </p:cNvPr>
          <p:cNvSpPr txBox="1"/>
          <p:nvPr/>
        </p:nvSpPr>
        <p:spPr>
          <a:xfrm>
            <a:off x="299816" y="3431033"/>
            <a:ext cx="4361762" cy="338554"/>
          </a:xfrm>
          <a:prstGeom prst="rect">
            <a:avLst/>
          </a:prstGeom>
          <a:noFill/>
        </p:spPr>
        <p:txBody>
          <a:bodyPr wrap="square" rtlCol="0">
            <a:spAutoFit/>
          </a:bodyPr>
          <a:lstStyle/>
          <a:p>
            <a:r>
              <a:rPr lang="en-US" sz="1600" b="1" dirty="0">
                <a:solidFill>
                  <a:schemeClr val="tx1"/>
                </a:solidFill>
                <a:latin typeface="Roboto" panose="02000000000000000000" pitchFamily="2" charset="0"/>
                <a:ea typeface="Roboto" panose="02000000000000000000" pitchFamily="2" charset="0"/>
                <a:cs typeface="Roboto" panose="02000000000000000000" pitchFamily="2" charset="0"/>
              </a:rPr>
              <a:t>DEPARTMENT OF DATA SCIENCE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36"/>
          <p:cNvSpPr txBox="1">
            <a:spLocks noGrp="1"/>
          </p:cNvSpPr>
          <p:nvPr>
            <p:ph type="title"/>
          </p:nvPr>
        </p:nvSpPr>
        <p:spPr>
          <a:xfrm>
            <a:off x="618400" y="437607"/>
            <a:ext cx="7704000" cy="572700"/>
          </a:xfrm>
          <a:prstGeom prst="rect">
            <a:avLst/>
          </a:prstGeom>
        </p:spPr>
        <p:txBody>
          <a:bodyPr spcFirstLastPara="1" wrap="square" lIns="91425" tIns="91425" rIns="91425" bIns="91425" anchor="t" anchorCtr="0">
            <a:noAutofit/>
          </a:bodyPr>
          <a:lstStyle/>
          <a:p>
            <a:r>
              <a:rPr lang="en" dirty="0"/>
              <a:t>Contents of this template</a:t>
            </a:r>
            <a:endParaRPr dirty="0"/>
          </a:p>
        </p:txBody>
      </p:sp>
      <p:graphicFrame>
        <p:nvGraphicFramePr>
          <p:cNvPr id="541" name="Google Shape;541;p36"/>
          <p:cNvGraphicFramePr/>
          <p:nvPr>
            <p:extLst>
              <p:ext uri="{D42A27DB-BD31-4B8C-83A1-F6EECF244321}">
                <p14:modId xmlns:p14="http://schemas.microsoft.com/office/powerpoint/2010/main" val="367394219"/>
              </p:ext>
            </p:extLst>
          </p:nvPr>
        </p:nvGraphicFramePr>
        <p:xfrm>
          <a:off x="635267" y="1268699"/>
          <a:ext cx="7573533" cy="2690892"/>
        </p:xfrm>
        <a:graphic>
          <a:graphicData uri="http://schemas.openxmlformats.org/drawingml/2006/table">
            <a:tbl>
              <a:tblPr>
                <a:noFill/>
                <a:tableStyleId>{50B02A31-3876-4794-B427-9901F24F1DD3}</a:tableStyleId>
              </a:tblPr>
              <a:tblGrid>
                <a:gridCol w="2196833">
                  <a:extLst>
                    <a:ext uri="{9D8B030D-6E8A-4147-A177-3AD203B41FA5}">
                      <a16:colId xmlns:a16="http://schemas.microsoft.com/office/drawing/2014/main" val="20000"/>
                    </a:ext>
                  </a:extLst>
                </a:gridCol>
                <a:gridCol w="5376700">
                  <a:extLst>
                    <a:ext uri="{9D8B030D-6E8A-4147-A177-3AD203B41FA5}">
                      <a16:colId xmlns:a16="http://schemas.microsoft.com/office/drawing/2014/main" val="20001"/>
                    </a:ext>
                  </a:extLst>
                </a:gridCol>
              </a:tblGrid>
              <a:tr h="448482">
                <a:tc>
                  <a:txBody>
                    <a:bodyPr/>
                    <a:lstStyle/>
                    <a:p>
                      <a:pPr marL="0" lvl="0" indent="0" algn="l" rtl="0">
                        <a:spcBef>
                          <a:spcPts val="0"/>
                        </a:spcBef>
                        <a:spcAft>
                          <a:spcPts val="0"/>
                        </a:spcAft>
                        <a:buNone/>
                      </a:pPr>
                      <a:r>
                        <a:rPr lang="en" sz="1100" b="1" u="sng" dirty="0">
                          <a:solidFill>
                            <a:schemeClr val="dk1"/>
                          </a:solidFill>
                          <a:latin typeface="Roboto"/>
                          <a:ea typeface="Roboto"/>
                          <a:cs typeface="Roboto"/>
                          <a:sym typeface="Roboto"/>
                        </a:rPr>
                        <a:t>SYNOPSIS</a:t>
                      </a:r>
                      <a:endParaRPr sz="1100" b="1" u="sng" dirty="0">
                        <a:solidFill>
                          <a:schemeClr val="dk1"/>
                        </a:solidFill>
                        <a:latin typeface="Roboto"/>
                        <a:ea typeface="Roboto"/>
                        <a:cs typeface="Roboto"/>
                        <a:sym typeface="Roboto"/>
                      </a:endParaRPr>
                    </a:p>
                  </a:txBody>
                  <a:tcPr marL="91425" marR="91425" marT="0" marB="0"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US" sz="1000" dirty="0">
                          <a:solidFill>
                            <a:schemeClr val="tx1"/>
                          </a:solidFill>
                          <a:latin typeface="Roboto" panose="02000000000000000000" pitchFamily="2" charset="0"/>
                          <a:ea typeface="Roboto" panose="02000000000000000000" pitchFamily="2" charset="0"/>
                          <a:cs typeface="Roboto" panose="02000000000000000000" pitchFamily="2" charset="0"/>
                        </a:rPr>
                        <a:t>Brief summary explaining the project’s aim and purpose.</a:t>
                      </a:r>
                      <a:endParaRPr sz="1000" dirty="0">
                        <a:solidFill>
                          <a:schemeClr val="tx1"/>
                        </a:solidFill>
                        <a:latin typeface="Roboto" panose="02000000000000000000" pitchFamily="2" charset="0"/>
                        <a:ea typeface="Roboto" panose="02000000000000000000" pitchFamily="2" charset="0"/>
                        <a:cs typeface="Roboto" panose="02000000000000000000" pitchFamily="2" charset="0"/>
                        <a:sym typeface="Roboto"/>
                      </a:endParaRPr>
                    </a:p>
                  </a:txBody>
                  <a:tcPr marL="137150" marR="91425" marT="0" marB="0"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448482">
                <a:tc>
                  <a:txBody>
                    <a:bodyPr/>
                    <a:lstStyle/>
                    <a:p>
                      <a:pPr marL="0" lvl="0" indent="0" algn="l" rtl="0">
                        <a:spcBef>
                          <a:spcPts val="0"/>
                        </a:spcBef>
                        <a:spcAft>
                          <a:spcPts val="0"/>
                        </a:spcAft>
                        <a:buNone/>
                      </a:pPr>
                      <a:r>
                        <a:rPr lang="en" sz="1100" b="1" u="sng" dirty="0">
                          <a:solidFill>
                            <a:schemeClr val="dk1"/>
                          </a:solidFill>
                          <a:latin typeface="Roboto"/>
                          <a:ea typeface="Roboto"/>
                          <a:cs typeface="Roboto"/>
                          <a:sym typeface="Roboto"/>
                        </a:rPr>
                        <a:t>OVERVIEW OF DATASET</a:t>
                      </a:r>
                      <a:endParaRPr sz="1100" b="1" u="sng" dirty="0">
                        <a:solidFill>
                          <a:schemeClr val="dk1"/>
                        </a:solidFill>
                        <a:latin typeface="Roboto"/>
                        <a:ea typeface="Roboto"/>
                        <a:cs typeface="Roboto"/>
                        <a:sym typeface="Roboto"/>
                      </a:endParaRPr>
                    </a:p>
                  </a:txBody>
                  <a:tcPr marL="91425" marR="91425" marT="0" marB="0"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n-US" sz="1000" dirty="0">
                          <a:solidFill>
                            <a:schemeClr val="tx1"/>
                          </a:solidFill>
                          <a:latin typeface="Roboto" panose="02000000000000000000" pitchFamily="2" charset="0"/>
                          <a:ea typeface="Roboto" panose="02000000000000000000" pitchFamily="2" charset="0"/>
                          <a:cs typeface="Roboto" panose="02000000000000000000" pitchFamily="2" charset="0"/>
                        </a:rPr>
                        <a:t>Overview of data source and key features.</a:t>
                      </a:r>
                      <a:endParaRPr sz="1000" dirty="0">
                        <a:solidFill>
                          <a:schemeClr val="tx1"/>
                        </a:solidFill>
                        <a:latin typeface="Roboto" panose="02000000000000000000" pitchFamily="2" charset="0"/>
                        <a:ea typeface="Roboto" panose="02000000000000000000" pitchFamily="2" charset="0"/>
                        <a:cs typeface="Roboto" panose="02000000000000000000" pitchFamily="2" charset="0"/>
                        <a:sym typeface="Roboto"/>
                      </a:endParaRPr>
                    </a:p>
                  </a:txBody>
                  <a:tcPr marL="137150" marR="91425" marT="0" marB="0"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48482">
                <a:tc>
                  <a:txBody>
                    <a:bodyPr/>
                    <a:lstStyle/>
                    <a:p>
                      <a:pPr marL="0" lvl="0" indent="0" algn="l" rtl="0">
                        <a:spcBef>
                          <a:spcPts val="0"/>
                        </a:spcBef>
                        <a:spcAft>
                          <a:spcPts val="0"/>
                        </a:spcAft>
                        <a:buNone/>
                      </a:pPr>
                      <a:r>
                        <a:rPr lang="en" sz="1100" b="1" u="sng" dirty="0">
                          <a:solidFill>
                            <a:schemeClr val="dk1"/>
                          </a:solidFill>
                          <a:latin typeface="Roboto"/>
                          <a:ea typeface="Roboto"/>
                          <a:cs typeface="Roboto"/>
                          <a:sym typeface="Roboto"/>
                        </a:rPr>
                        <a:t>DATA </a:t>
                      </a:r>
                      <a:r>
                        <a:rPr lang="en-IN" sz="1100" b="1" u="sng" dirty="0">
                          <a:solidFill>
                            <a:schemeClr val="dk1"/>
                          </a:solidFill>
                          <a:latin typeface="Roboto"/>
                          <a:ea typeface="Roboto"/>
                          <a:cs typeface="Roboto"/>
                          <a:sym typeface="Roboto"/>
                        </a:rPr>
                        <a:t>PREPROCESSING </a:t>
                      </a:r>
                      <a:endParaRPr sz="1100" b="1" u="sng" dirty="0">
                        <a:solidFill>
                          <a:schemeClr val="dk1"/>
                        </a:solidFill>
                        <a:latin typeface="Roboto"/>
                        <a:ea typeface="Roboto"/>
                        <a:cs typeface="Roboto"/>
                        <a:sym typeface="Roboto"/>
                      </a:endParaRPr>
                    </a:p>
                  </a:txBody>
                  <a:tcPr marL="91425" marR="91425" marT="0" marB="0"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US" sz="1000" dirty="0">
                          <a:solidFill>
                            <a:schemeClr val="tx1"/>
                          </a:solidFill>
                          <a:latin typeface="Roboto" panose="02000000000000000000" pitchFamily="2" charset="0"/>
                          <a:ea typeface="Roboto" panose="02000000000000000000" pitchFamily="2" charset="0"/>
                          <a:cs typeface="Roboto" panose="02000000000000000000" pitchFamily="2" charset="0"/>
                        </a:rPr>
                        <a:t>Process of cleaning and transforming raw data.</a:t>
                      </a:r>
                      <a:endParaRPr sz="1000" dirty="0">
                        <a:solidFill>
                          <a:schemeClr val="tx1"/>
                        </a:solidFill>
                        <a:latin typeface="Roboto" panose="02000000000000000000" pitchFamily="2" charset="0"/>
                        <a:ea typeface="Roboto" panose="02000000000000000000" pitchFamily="2" charset="0"/>
                        <a:cs typeface="Roboto" panose="02000000000000000000" pitchFamily="2" charset="0"/>
                        <a:sym typeface="Roboto"/>
                      </a:endParaRPr>
                    </a:p>
                  </a:txBody>
                  <a:tcPr marL="137150" marR="91425" marT="0" marB="0"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48482">
                <a:tc>
                  <a:txBody>
                    <a:bodyPr/>
                    <a:lstStyle/>
                    <a:p>
                      <a:pPr marL="0" lvl="0" indent="0" algn="l" rtl="0">
                        <a:spcBef>
                          <a:spcPts val="0"/>
                        </a:spcBef>
                        <a:spcAft>
                          <a:spcPts val="0"/>
                        </a:spcAft>
                        <a:buNone/>
                      </a:pPr>
                      <a:r>
                        <a:rPr lang="en" sz="1100" b="1" u="sng" dirty="0">
                          <a:solidFill>
                            <a:schemeClr val="dk1"/>
                          </a:solidFill>
                          <a:latin typeface="Roboto"/>
                          <a:ea typeface="Roboto"/>
                          <a:cs typeface="Roboto"/>
                          <a:sym typeface="Roboto"/>
                        </a:rPr>
                        <a:t>FRAUD FLAG CREATION</a:t>
                      </a:r>
                      <a:endParaRPr sz="1100" b="1" u="sng" dirty="0">
                        <a:solidFill>
                          <a:schemeClr val="dk1"/>
                        </a:solidFill>
                        <a:latin typeface="Roboto"/>
                        <a:ea typeface="Roboto"/>
                        <a:cs typeface="Roboto"/>
                        <a:sym typeface="Roboto"/>
                      </a:endParaRPr>
                    </a:p>
                  </a:txBody>
                  <a:tcPr marL="91425" marR="91425" marT="0" marB="0"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US" sz="1000" dirty="0">
                          <a:solidFill>
                            <a:schemeClr val="tx1"/>
                          </a:solidFill>
                          <a:latin typeface="Roboto" panose="02000000000000000000" pitchFamily="2" charset="0"/>
                          <a:ea typeface="Roboto" panose="02000000000000000000" pitchFamily="2" charset="0"/>
                          <a:cs typeface="Roboto" panose="02000000000000000000" pitchFamily="2" charset="0"/>
                        </a:rPr>
                        <a:t>Identifying and labeling suspicious transactions.</a:t>
                      </a:r>
                      <a:endParaRPr sz="1000" dirty="0">
                        <a:solidFill>
                          <a:schemeClr val="tx1"/>
                        </a:solidFill>
                        <a:latin typeface="Roboto" panose="02000000000000000000" pitchFamily="2" charset="0"/>
                        <a:ea typeface="Roboto" panose="02000000000000000000" pitchFamily="2" charset="0"/>
                        <a:cs typeface="Roboto" panose="02000000000000000000" pitchFamily="2" charset="0"/>
                        <a:sym typeface="Roboto"/>
                      </a:endParaRPr>
                    </a:p>
                  </a:txBody>
                  <a:tcPr marL="137150" marR="91425" marT="0" marB="0"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48482">
                <a:tc>
                  <a:txBody>
                    <a:bodyPr/>
                    <a:lstStyle/>
                    <a:p>
                      <a:pPr marL="0" lvl="0" indent="0" algn="l" rtl="0">
                        <a:spcBef>
                          <a:spcPts val="0"/>
                        </a:spcBef>
                        <a:spcAft>
                          <a:spcPts val="0"/>
                        </a:spcAft>
                        <a:buNone/>
                      </a:pPr>
                      <a:r>
                        <a:rPr lang="en" sz="1100" b="1" u="sng" dirty="0">
                          <a:solidFill>
                            <a:schemeClr val="dk1"/>
                          </a:solidFill>
                          <a:latin typeface="Roboto"/>
                          <a:ea typeface="Roboto"/>
                          <a:cs typeface="Roboto"/>
                          <a:sym typeface="Roboto"/>
                        </a:rPr>
                        <a:t>DATA ANALYSIS    &amp; </a:t>
                      </a:r>
                    </a:p>
                    <a:p>
                      <a:pPr marL="0" lvl="0" indent="0" algn="l" rtl="0">
                        <a:spcBef>
                          <a:spcPts val="0"/>
                        </a:spcBef>
                        <a:spcAft>
                          <a:spcPts val="0"/>
                        </a:spcAft>
                        <a:buNone/>
                      </a:pPr>
                      <a:r>
                        <a:rPr lang="en" sz="1100" b="1" u="sng" dirty="0">
                          <a:solidFill>
                            <a:schemeClr val="dk1"/>
                          </a:solidFill>
                          <a:latin typeface="Roboto"/>
                          <a:ea typeface="Roboto"/>
                          <a:cs typeface="Roboto"/>
                          <a:sym typeface="Roboto"/>
                        </a:rPr>
                        <a:t>DATA VISUALIZATION</a:t>
                      </a:r>
                      <a:endParaRPr sz="1100" b="1" u="sng" dirty="0">
                        <a:solidFill>
                          <a:schemeClr val="dk1"/>
                        </a:solidFill>
                        <a:latin typeface="Roboto"/>
                        <a:ea typeface="Roboto"/>
                        <a:cs typeface="Roboto"/>
                        <a:sym typeface="Roboto"/>
                      </a:endParaRPr>
                    </a:p>
                  </a:txBody>
                  <a:tcPr marL="91425" marR="91425" marT="0" marB="0"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sz="1000" dirty="0">
                          <a:solidFill>
                            <a:schemeClr val="tx1"/>
                          </a:solidFill>
                          <a:latin typeface="Roboto" panose="02000000000000000000" pitchFamily="2" charset="0"/>
                          <a:ea typeface="Roboto" panose="02000000000000000000" pitchFamily="2" charset="0"/>
                          <a:cs typeface="Roboto" panose="02000000000000000000" pitchFamily="2" charset="0"/>
                        </a:rPr>
                        <a:t>Interpreting data through graphs and insights.</a:t>
                      </a:r>
                      <a:endParaRPr sz="1000" dirty="0">
                        <a:solidFill>
                          <a:schemeClr val="tx1"/>
                        </a:solidFill>
                        <a:latin typeface="Roboto" panose="02000000000000000000" pitchFamily="2" charset="0"/>
                        <a:ea typeface="Roboto" panose="02000000000000000000" pitchFamily="2" charset="0"/>
                        <a:cs typeface="Roboto" panose="02000000000000000000" pitchFamily="2" charset="0"/>
                        <a:sym typeface="Roboto"/>
                      </a:endParaRPr>
                    </a:p>
                  </a:txBody>
                  <a:tcPr marL="137150" marR="91425" marT="0" marB="0"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448482">
                <a:tc>
                  <a:txBody>
                    <a:bodyPr/>
                    <a:lstStyle/>
                    <a:p>
                      <a:pPr marL="0" lvl="0" indent="0" algn="l" rtl="0">
                        <a:spcBef>
                          <a:spcPts val="0"/>
                        </a:spcBef>
                        <a:spcAft>
                          <a:spcPts val="0"/>
                        </a:spcAft>
                        <a:buNone/>
                      </a:pPr>
                      <a:r>
                        <a:rPr lang="en-IN" sz="1100" b="1" u="sng" dirty="0">
                          <a:solidFill>
                            <a:schemeClr val="dk1"/>
                          </a:solidFill>
                          <a:latin typeface="Roboto"/>
                          <a:ea typeface="Roboto"/>
                          <a:cs typeface="Roboto"/>
                          <a:sym typeface="Roboto"/>
                        </a:rPr>
                        <a:t>PREDICTIVE  MODEL</a:t>
                      </a:r>
                      <a:endParaRPr sz="1100" b="1" u="sng" dirty="0">
                        <a:solidFill>
                          <a:schemeClr val="dk1"/>
                        </a:solidFill>
                        <a:latin typeface="Roboto"/>
                        <a:ea typeface="Roboto"/>
                        <a:cs typeface="Roboto"/>
                        <a:sym typeface="Roboto"/>
                      </a:endParaRPr>
                    </a:p>
                  </a:txBody>
                  <a:tcPr marL="91425" marR="91425" marT="0" marB="0"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tc>
                  <a:txBody>
                    <a:bodyPr/>
                    <a:lstStyle/>
                    <a:p>
                      <a:pPr marL="0" lvl="0" indent="0" algn="l" rtl="0">
                        <a:spcBef>
                          <a:spcPts val="0"/>
                        </a:spcBef>
                        <a:spcAft>
                          <a:spcPts val="1600"/>
                        </a:spcAft>
                        <a:buNone/>
                      </a:pPr>
                      <a:r>
                        <a:rPr lang="en-US" sz="1000" dirty="0">
                          <a:solidFill>
                            <a:schemeClr val="tx1"/>
                          </a:solidFill>
                          <a:latin typeface="Roboto" panose="02000000000000000000" pitchFamily="2" charset="0"/>
                          <a:ea typeface="Roboto" panose="02000000000000000000" pitchFamily="2" charset="0"/>
                          <a:cs typeface="Roboto" panose="02000000000000000000" pitchFamily="2" charset="0"/>
                        </a:rPr>
                        <a:t>Building a model to predict fraudulent activity.</a:t>
                      </a:r>
                      <a:endParaRPr sz="1000" b="1" dirty="0">
                        <a:solidFill>
                          <a:schemeClr val="tx1"/>
                        </a:solidFill>
                        <a:latin typeface="Roboto" panose="02000000000000000000" pitchFamily="2" charset="0"/>
                        <a:ea typeface="Roboto" panose="02000000000000000000" pitchFamily="2" charset="0"/>
                        <a:cs typeface="Roboto" panose="02000000000000000000" pitchFamily="2" charset="0"/>
                        <a:sym typeface="Roboto"/>
                      </a:endParaRPr>
                    </a:p>
                  </a:txBody>
                  <a:tcPr marL="137150" marR="91425" marT="0" marB="0" anchor="ctr">
                    <a:lnL w="19050" cap="flat" cmpd="sng">
                      <a:solidFill>
                        <a:schemeClr val="dk1"/>
                      </a:solidFill>
                      <a:prstDash val="solid"/>
                      <a:round/>
                      <a:headEnd type="none" w="sm" len="sm"/>
                      <a:tailEnd type="none" w="sm" len="sm"/>
                    </a:lnL>
                    <a:lnR w="19050" cap="flat" cmpd="sng">
                      <a:solidFill>
                        <a:schemeClr val="dk1">
                          <a:alpha val="0"/>
                        </a:schemeClr>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cxnSp>
        <p:nvCxnSpPr>
          <p:cNvPr id="3" name="Straight Connector 2">
            <a:extLst>
              <a:ext uri="{FF2B5EF4-FFF2-40B4-BE49-F238E27FC236}">
                <a16:creationId xmlns:a16="http://schemas.microsoft.com/office/drawing/2014/main" id="{D0F2F31B-150C-E3EC-0B40-B9880E8E0AF8}"/>
              </a:ext>
            </a:extLst>
          </p:cNvPr>
          <p:cNvCxnSpPr>
            <a:cxnSpLocks/>
          </p:cNvCxnSpPr>
          <p:nvPr/>
        </p:nvCxnSpPr>
        <p:spPr>
          <a:xfrm>
            <a:off x="2832100" y="1183907"/>
            <a:ext cx="0" cy="3150190"/>
          </a:xfrm>
          <a:prstGeom prst="line">
            <a:avLst/>
          </a:prstGeom>
          <a:ln>
            <a:solidFill>
              <a:srgbClr val="145858"/>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0C6C911-EE98-04E9-DE44-4B46B04AC1AE}"/>
              </a:ext>
            </a:extLst>
          </p:cNvPr>
          <p:cNvCxnSpPr>
            <a:cxnSpLocks/>
          </p:cNvCxnSpPr>
          <p:nvPr/>
        </p:nvCxnSpPr>
        <p:spPr>
          <a:xfrm>
            <a:off x="618400" y="3961427"/>
            <a:ext cx="7590400" cy="0"/>
          </a:xfrm>
          <a:prstGeom prst="line">
            <a:avLst/>
          </a:prstGeom>
          <a:ln>
            <a:solidFill>
              <a:srgbClr val="145858"/>
            </a:solidFill>
          </a:ln>
          <a:effectLst/>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70EA795B-6805-C670-9720-AB451FC45417}"/>
              </a:ext>
            </a:extLst>
          </p:cNvPr>
          <p:cNvSpPr txBox="1"/>
          <p:nvPr/>
        </p:nvSpPr>
        <p:spPr>
          <a:xfrm>
            <a:off x="618400" y="4044383"/>
            <a:ext cx="1990046" cy="261610"/>
          </a:xfrm>
          <a:prstGeom prst="rect">
            <a:avLst/>
          </a:prstGeom>
          <a:noFill/>
        </p:spPr>
        <p:txBody>
          <a:bodyPr wrap="square" rtlCol="0">
            <a:spAutoFit/>
          </a:bodyPr>
          <a:lstStyle/>
          <a:p>
            <a:r>
              <a:rPr lang="en-IN" sz="1100" u="sng" dirty="0">
                <a:solidFill>
                  <a:schemeClr val="tx1"/>
                </a:solidFill>
                <a:latin typeface="Roboto" panose="02000000000000000000" pitchFamily="2" charset="0"/>
                <a:ea typeface="Roboto" panose="02000000000000000000" pitchFamily="2" charset="0"/>
                <a:cs typeface="Roboto" panose="02000000000000000000" pitchFamily="2" charset="0"/>
              </a:rPr>
              <a:t> </a:t>
            </a:r>
            <a:r>
              <a:rPr lang="en-IN" sz="1100" b="1" u="sng" dirty="0">
                <a:solidFill>
                  <a:schemeClr val="tx1"/>
                </a:solidFill>
                <a:latin typeface="Roboto" panose="02000000000000000000" pitchFamily="2" charset="0"/>
                <a:ea typeface="Roboto" panose="02000000000000000000" pitchFamily="2" charset="0"/>
                <a:cs typeface="Roboto" panose="02000000000000000000" pitchFamily="2" charset="0"/>
              </a:rPr>
              <a:t>CONCLUSION</a:t>
            </a:r>
            <a:r>
              <a:rPr lang="en-IN" sz="1100" u="sng" dirty="0">
                <a:solidFill>
                  <a:schemeClr val="tx1"/>
                </a:solidFill>
                <a:latin typeface="Roboto" panose="02000000000000000000" pitchFamily="2" charset="0"/>
                <a:ea typeface="Roboto" panose="02000000000000000000" pitchFamily="2" charset="0"/>
                <a:cs typeface="Roboto" panose="02000000000000000000" pitchFamily="2" charset="0"/>
              </a:rPr>
              <a:t> </a:t>
            </a:r>
          </a:p>
        </p:txBody>
      </p:sp>
      <p:sp>
        <p:nvSpPr>
          <p:cNvPr id="14" name="TextBox 13">
            <a:extLst>
              <a:ext uri="{FF2B5EF4-FFF2-40B4-BE49-F238E27FC236}">
                <a16:creationId xmlns:a16="http://schemas.microsoft.com/office/drawing/2014/main" id="{56A249C3-38F1-8B88-C509-0A9A13FEDA5A}"/>
              </a:ext>
            </a:extLst>
          </p:cNvPr>
          <p:cNvSpPr txBox="1"/>
          <p:nvPr/>
        </p:nvSpPr>
        <p:spPr>
          <a:xfrm>
            <a:off x="2881405" y="4052077"/>
            <a:ext cx="6262595" cy="246221"/>
          </a:xfrm>
          <a:prstGeom prst="rect">
            <a:avLst/>
          </a:prstGeom>
          <a:noFill/>
        </p:spPr>
        <p:txBody>
          <a:bodyPr wrap="square" rtlCol="0">
            <a:spAutoFit/>
          </a:bodyPr>
          <a:lstStyle/>
          <a:p>
            <a:r>
              <a:rPr lang="en-US" sz="1000" dirty="0">
                <a:solidFill>
                  <a:schemeClr val="tx1"/>
                </a:solidFill>
                <a:latin typeface="Roboto" panose="02000000000000000000" pitchFamily="2" charset="0"/>
                <a:ea typeface="Roboto" panose="02000000000000000000" pitchFamily="2" charset="0"/>
                <a:cs typeface="Roboto" panose="02000000000000000000" pitchFamily="2" charset="0"/>
              </a:rPr>
              <a:t>Final summary of outcomes.</a:t>
            </a:r>
            <a:endParaRPr lang="en-IN"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15" name="Google Shape;2661;p70">
            <a:extLst>
              <a:ext uri="{FF2B5EF4-FFF2-40B4-BE49-F238E27FC236}">
                <a16:creationId xmlns:a16="http://schemas.microsoft.com/office/drawing/2014/main" id="{6D88A218-EEEE-7050-A60B-35FCFD37E1A8}"/>
              </a:ext>
            </a:extLst>
          </p:cNvPr>
          <p:cNvGrpSpPr/>
          <p:nvPr/>
        </p:nvGrpSpPr>
        <p:grpSpPr>
          <a:xfrm>
            <a:off x="7467457" y="552792"/>
            <a:ext cx="964997" cy="669664"/>
            <a:chOff x="3306756" y="4052435"/>
            <a:chExt cx="411680" cy="338126"/>
          </a:xfrm>
        </p:grpSpPr>
        <p:sp>
          <p:nvSpPr>
            <p:cNvPr id="16" name="Google Shape;2662;p70">
              <a:extLst>
                <a:ext uri="{FF2B5EF4-FFF2-40B4-BE49-F238E27FC236}">
                  <a16:creationId xmlns:a16="http://schemas.microsoft.com/office/drawing/2014/main" id="{383C1D5F-AE7F-B931-4F85-4F9D863741B2}"/>
                </a:ext>
              </a:extLst>
            </p:cNvPr>
            <p:cNvSpPr/>
            <p:nvPr/>
          </p:nvSpPr>
          <p:spPr>
            <a:xfrm>
              <a:off x="3545757" y="4280621"/>
              <a:ext cx="124165" cy="109939"/>
            </a:xfrm>
            <a:custGeom>
              <a:avLst/>
              <a:gdLst/>
              <a:ahLst/>
              <a:cxnLst/>
              <a:rect l="l" t="t" r="r" b="b"/>
              <a:pathLst>
                <a:path w="176120" h="155942" extrusionOk="0">
                  <a:moveTo>
                    <a:pt x="32294" y="92673"/>
                  </a:moveTo>
                  <a:cubicBezTo>
                    <a:pt x="23597" y="116995"/>
                    <a:pt x="12717" y="135643"/>
                    <a:pt x="856" y="149929"/>
                  </a:cubicBezTo>
                  <a:cubicBezTo>
                    <a:pt x="-1133" y="152325"/>
                    <a:pt x="563" y="155943"/>
                    <a:pt x="3678" y="155943"/>
                  </a:cubicBezTo>
                  <a:lnTo>
                    <a:pt x="133724" y="155943"/>
                  </a:lnTo>
                  <a:cubicBezTo>
                    <a:pt x="157139" y="155943"/>
                    <a:pt x="176121" y="136961"/>
                    <a:pt x="176121" y="113546"/>
                  </a:cubicBezTo>
                  <a:lnTo>
                    <a:pt x="176121" y="4464"/>
                  </a:lnTo>
                  <a:cubicBezTo>
                    <a:pt x="176121" y="2458"/>
                    <a:pt x="174511" y="834"/>
                    <a:pt x="172505" y="794"/>
                  </a:cubicBezTo>
                  <a:cubicBezTo>
                    <a:pt x="121674" y="-213"/>
                    <a:pt x="69398" y="-11104"/>
                    <a:pt x="32294" y="92673"/>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2663;p70">
              <a:extLst>
                <a:ext uri="{FF2B5EF4-FFF2-40B4-BE49-F238E27FC236}">
                  <a16:creationId xmlns:a16="http://schemas.microsoft.com/office/drawing/2014/main" id="{93A14BC5-125B-1483-B57A-0770740A2F9E}"/>
                </a:ext>
              </a:extLst>
            </p:cNvPr>
            <p:cNvSpPr/>
            <p:nvPr/>
          </p:nvSpPr>
          <p:spPr>
            <a:xfrm>
              <a:off x="3617442" y="4280625"/>
              <a:ext cx="52505" cy="109936"/>
            </a:xfrm>
            <a:custGeom>
              <a:avLst/>
              <a:gdLst/>
              <a:ahLst/>
              <a:cxnLst/>
              <a:rect l="l" t="t" r="r" b="b"/>
              <a:pathLst>
                <a:path w="74475" h="155938" extrusionOk="0">
                  <a:moveTo>
                    <a:pt x="27015" y="438"/>
                  </a:moveTo>
                  <a:lnTo>
                    <a:pt x="27169" y="444"/>
                  </a:lnTo>
                  <a:cubicBezTo>
                    <a:pt x="35664" y="742"/>
                    <a:pt x="42396" y="7715"/>
                    <a:pt x="42396" y="16214"/>
                  </a:cubicBezTo>
                  <a:lnTo>
                    <a:pt x="42396" y="113542"/>
                  </a:lnTo>
                  <a:cubicBezTo>
                    <a:pt x="42396" y="136957"/>
                    <a:pt x="23415" y="155938"/>
                    <a:pt x="0" y="155938"/>
                  </a:cubicBezTo>
                  <a:lnTo>
                    <a:pt x="32079" y="155938"/>
                  </a:lnTo>
                  <a:cubicBezTo>
                    <a:pt x="55494" y="155938"/>
                    <a:pt x="74476" y="136957"/>
                    <a:pt x="74476" y="113542"/>
                  </a:cubicBezTo>
                  <a:lnTo>
                    <a:pt x="74476" y="4457"/>
                  </a:lnTo>
                  <a:cubicBezTo>
                    <a:pt x="74476" y="2451"/>
                    <a:pt x="72868" y="828"/>
                    <a:pt x="70863" y="789"/>
                  </a:cubicBezTo>
                  <a:cubicBezTo>
                    <a:pt x="56234" y="501"/>
                    <a:pt x="41487" y="-603"/>
                    <a:pt x="27015" y="438"/>
                  </a:cubicBezTo>
                  <a:close/>
                </a:path>
              </a:pathLst>
            </a:custGeom>
            <a:solidFill>
              <a:srgbClr val="014B4B">
                <a:alpha val="1013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2664;p70">
              <a:extLst>
                <a:ext uri="{FF2B5EF4-FFF2-40B4-BE49-F238E27FC236}">
                  <a16:creationId xmlns:a16="http://schemas.microsoft.com/office/drawing/2014/main" id="{51F5CDEC-C31F-A473-D3F9-229A40F88BDB}"/>
                </a:ext>
              </a:extLst>
            </p:cNvPr>
            <p:cNvSpPr/>
            <p:nvPr/>
          </p:nvSpPr>
          <p:spPr>
            <a:xfrm>
              <a:off x="3371183" y="4133923"/>
              <a:ext cx="282871" cy="233650"/>
            </a:xfrm>
            <a:custGeom>
              <a:avLst/>
              <a:gdLst/>
              <a:ahLst/>
              <a:cxnLst/>
              <a:rect l="l" t="t" r="r" b="b"/>
              <a:pathLst>
                <a:path w="401235" h="331419" extrusionOk="0">
                  <a:moveTo>
                    <a:pt x="0" y="0"/>
                  </a:moveTo>
                  <a:lnTo>
                    <a:pt x="0" y="289023"/>
                  </a:lnTo>
                  <a:cubicBezTo>
                    <a:pt x="0" y="312437"/>
                    <a:pt x="18982" y="331419"/>
                    <a:pt x="42396" y="331419"/>
                  </a:cubicBezTo>
                  <a:lnTo>
                    <a:pt x="214847" y="331419"/>
                  </a:lnTo>
                  <a:cubicBezTo>
                    <a:pt x="218615" y="331419"/>
                    <a:pt x="222226" y="329813"/>
                    <a:pt x="224674" y="326947"/>
                  </a:cubicBezTo>
                  <a:cubicBezTo>
                    <a:pt x="237038" y="312468"/>
                    <a:pt x="248397" y="293357"/>
                    <a:pt x="257410" y="268149"/>
                  </a:cubicBezTo>
                  <a:cubicBezTo>
                    <a:pt x="292118" y="171077"/>
                    <a:pt x="340098" y="174335"/>
                    <a:pt x="387755" y="175985"/>
                  </a:cubicBezTo>
                  <a:cubicBezTo>
                    <a:pt x="395123" y="176240"/>
                    <a:pt x="401236" y="170339"/>
                    <a:pt x="401236" y="162966"/>
                  </a:cubicBezTo>
                  <a:lnTo>
                    <a:pt x="401236"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2665;p70">
              <a:extLst>
                <a:ext uri="{FF2B5EF4-FFF2-40B4-BE49-F238E27FC236}">
                  <a16:creationId xmlns:a16="http://schemas.microsoft.com/office/drawing/2014/main" id="{C4704FFC-8DF5-3181-A616-24A9A4720A76}"/>
                </a:ext>
              </a:extLst>
            </p:cNvPr>
            <p:cNvSpPr/>
            <p:nvPr/>
          </p:nvSpPr>
          <p:spPr>
            <a:xfrm>
              <a:off x="3371183" y="4133923"/>
              <a:ext cx="282871" cy="124076"/>
            </a:xfrm>
            <a:custGeom>
              <a:avLst/>
              <a:gdLst/>
              <a:ahLst/>
              <a:cxnLst/>
              <a:rect l="l" t="t" r="r" b="b"/>
              <a:pathLst>
                <a:path w="401235" h="175994" extrusionOk="0">
                  <a:moveTo>
                    <a:pt x="374127" y="0"/>
                  </a:moveTo>
                  <a:lnTo>
                    <a:pt x="0" y="0"/>
                  </a:lnTo>
                  <a:lnTo>
                    <a:pt x="0" y="64914"/>
                  </a:lnTo>
                  <a:lnTo>
                    <a:pt x="197786" y="139822"/>
                  </a:lnTo>
                  <a:cubicBezTo>
                    <a:pt x="199611" y="140513"/>
                    <a:pt x="201625" y="140513"/>
                    <a:pt x="203450" y="139822"/>
                  </a:cubicBezTo>
                  <a:lnTo>
                    <a:pt x="359195" y="80836"/>
                  </a:lnTo>
                  <a:cubicBezTo>
                    <a:pt x="366409" y="78105"/>
                    <a:pt x="374126" y="83433"/>
                    <a:pt x="374126" y="91147"/>
                  </a:cubicBezTo>
                  <a:lnTo>
                    <a:pt x="374126" y="175557"/>
                  </a:lnTo>
                  <a:cubicBezTo>
                    <a:pt x="378673" y="175655"/>
                    <a:pt x="383228" y="175828"/>
                    <a:pt x="387781" y="175986"/>
                  </a:cubicBezTo>
                  <a:cubicBezTo>
                    <a:pt x="395138" y="176240"/>
                    <a:pt x="401236" y="170329"/>
                    <a:pt x="401236" y="162967"/>
                  </a:cubicBezTo>
                  <a:lnTo>
                    <a:pt x="401236" y="64915"/>
                  </a:lnTo>
                  <a:lnTo>
                    <a:pt x="401236" y="1"/>
                  </a:lnTo>
                  <a:lnTo>
                    <a:pt x="374127" y="1"/>
                  </a:lnTo>
                  <a:close/>
                </a:path>
              </a:pathLst>
            </a:custGeom>
            <a:solidFill>
              <a:srgbClr val="014B4B">
                <a:alpha val="1013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 name="Google Shape;2666;p70">
              <a:extLst>
                <a:ext uri="{FF2B5EF4-FFF2-40B4-BE49-F238E27FC236}">
                  <a16:creationId xmlns:a16="http://schemas.microsoft.com/office/drawing/2014/main" id="{5CE55814-66A6-DDDD-9081-EF0A67CB559A}"/>
                </a:ext>
              </a:extLst>
            </p:cNvPr>
            <p:cNvSpPr/>
            <p:nvPr/>
          </p:nvSpPr>
          <p:spPr>
            <a:xfrm>
              <a:off x="3306756" y="4052435"/>
              <a:ext cx="411680" cy="162919"/>
            </a:xfrm>
            <a:custGeom>
              <a:avLst/>
              <a:gdLst/>
              <a:ahLst/>
              <a:cxnLst/>
              <a:rect l="l" t="t" r="r" b="b"/>
              <a:pathLst>
                <a:path w="583943" h="231091" extrusionOk="0">
                  <a:moveTo>
                    <a:pt x="578779" y="123023"/>
                  </a:moveTo>
                  <a:lnTo>
                    <a:pt x="294804" y="230573"/>
                  </a:lnTo>
                  <a:cubicBezTo>
                    <a:pt x="292979" y="231264"/>
                    <a:pt x="290965" y="231264"/>
                    <a:pt x="289140" y="230573"/>
                  </a:cubicBezTo>
                  <a:lnTo>
                    <a:pt x="5164" y="123023"/>
                  </a:lnTo>
                  <a:cubicBezTo>
                    <a:pt x="-1721" y="120416"/>
                    <a:pt x="-1721" y="110676"/>
                    <a:pt x="5164" y="108068"/>
                  </a:cubicBezTo>
                  <a:lnTo>
                    <a:pt x="289140" y="518"/>
                  </a:lnTo>
                  <a:cubicBezTo>
                    <a:pt x="290965" y="-173"/>
                    <a:pt x="292979" y="-173"/>
                    <a:pt x="294804" y="518"/>
                  </a:cubicBezTo>
                  <a:lnTo>
                    <a:pt x="578779" y="108068"/>
                  </a:lnTo>
                  <a:cubicBezTo>
                    <a:pt x="585665" y="110675"/>
                    <a:pt x="585665" y="120416"/>
                    <a:pt x="578779" y="12302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1" name="Google Shape;2667;p70">
              <a:extLst>
                <a:ext uri="{FF2B5EF4-FFF2-40B4-BE49-F238E27FC236}">
                  <a16:creationId xmlns:a16="http://schemas.microsoft.com/office/drawing/2014/main" id="{833E256E-5945-DC80-94CC-59B3710F008A}"/>
                </a:ext>
              </a:extLst>
            </p:cNvPr>
            <p:cNvGrpSpPr/>
            <p:nvPr/>
          </p:nvGrpSpPr>
          <p:grpSpPr>
            <a:xfrm>
              <a:off x="3595242" y="4315785"/>
              <a:ext cx="51549" cy="50557"/>
              <a:chOff x="4767843" y="5181986"/>
              <a:chExt cx="73088" cy="71682"/>
            </a:xfrm>
          </p:grpSpPr>
          <p:sp>
            <p:nvSpPr>
              <p:cNvPr id="25" name="Google Shape;2668;p70">
                <a:extLst>
                  <a:ext uri="{FF2B5EF4-FFF2-40B4-BE49-F238E27FC236}">
                    <a16:creationId xmlns:a16="http://schemas.microsoft.com/office/drawing/2014/main" id="{A8025205-B160-14FF-2182-DB504C7432BF}"/>
                  </a:ext>
                </a:extLst>
              </p:cNvPr>
              <p:cNvSpPr/>
              <p:nvPr/>
            </p:nvSpPr>
            <p:spPr>
              <a:xfrm>
                <a:off x="4781237" y="5181986"/>
                <a:ext cx="46301" cy="71682"/>
              </a:xfrm>
              <a:custGeom>
                <a:avLst/>
                <a:gdLst/>
                <a:ahLst/>
                <a:cxnLst/>
                <a:rect l="l" t="t" r="r" b="b"/>
                <a:pathLst>
                  <a:path w="46301" h="71682" extrusionOk="0">
                    <a:moveTo>
                      <a:pt x="8806" y="71682"/>
                    </a:moveTo>
                    <a:cubicBezTo>
                      <a:pt x="7414" y="71682"/>
                      <a:pt x="6000" y="71350"/>
                      <a:pt x="4684" y="70653"/>
                    </a:cubicBezTo>
                    <a:cubicBezTo>
                      <a:pt x="385" y="68372"/>
                      <a:pt x="-1251" y="63038"/>
                      <a:pt x="1029" y="58739"/>
                    </a:cubicBezTo>
                    <a:lnTo>
                      <a:pt x="29703" y="4684"/>
                    </a:lnTo>
                    <a:cubicBezTo>
                      <a:pt x="31985" y="384"/>
                      <a:pt x="37318" y="-1250"/>
                      <a:pt x="41618" y="1028"/>
                    </a:cubicBezTo>
                    <a:cubicBezTo>
                      <a:pt x="45917" y="3309"/>
                      <a:pt x="47553" y="8644"/>
                      <a:pt x="45273" y="12943"/>
                    </a:cubicBezTo>
                    <a:lnTo>
                      <a:pt x="16599" y="66998"/>
                    </a:lnTo>
                    <a:cubicBezTo>
                      <a:pt x="15015" y="69981"/>
                      <a:pt x="11963" y="71682"/>
                      <a:pt x="8806" y="7168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6" name="Google Shape;2669;p70">
                <a:extLst>
                  <a:ext uri="{FF2B5EF4-FFF2-40B4-BE49-F238E27FC236}">
                    <a16:creationId xmlns:a16="http://schemas.microsoft.com/office/drawing/2014/main" id="{45A43DE7-1EE9-A5A5-F2B7-68E6009AD0EF}"/>
                  </a:ext>
                </a:extLst>
              </p:cNvPr>
              <p:cNvGrpSpPr/>
              <p:nvPr/>
            </p:nvGrpSpPr>
            <p:grpSpPr>
              <a:xfrm>
                <a:off x="4767843" y="5190683"/>
                <a:ext cx="73088" cy="54286"/>
                <a:chOff x="4767843" y="5190683"/>
                <a:chExt cx="73088" cy="54286"/>
              </a:xfrm>
            </p:grpSpPr>
            <p:sp>
              <p:nvSpPr>
                <p:cNvPr id="27" name="Google Shape;2670;p70">
                  <a:extLst>
                    <a:ext uri="{FF2B5EF4-FFF2-40B4-BE49-F238E27FC236}">
                      <a16:creationId xmlns:a16="http://schemas.microsoft.com/office/drawing/2014/main" id="{773DFDD4-D678-F85A-596D-EE06D14208D9}"/>
                    </a:ext>
                  </a:extLst>
                </p:cNvPr>
                <p:cNvSpPr/>
                <p:nvPr/>
              </p:nvSpPr>
              <p:spPr>
                <a:xfrm>
                  <a:off x="4767843" y="5190683"/>
                  <a:ext cx="24112" cy="17623"/>
                </a:xfrm>
                <a:custGeom>
                  <a:avLst/>
                  <a:gdLst/>
                  <a:ahLst/>
                  <a:cxnLst/>
                  <a:rect l="l" t="t" r="r" b="b"/>
                  <a:pathLst>
                    <a:path w="24112" h="17623" extrusionOk="0">
                      <a:moveTo>
                        <a:pt x="15301" y="17623"/>
                      </a:moveTo>
                      <a:lnTo>
                        <a:pt x="8812" y="17623"/>
                      </a:lnTo>
                      <a:cubicBezTo>
                        <a:pt x="3944" y="17623"/>
                        <a:pt x="0" y="13678"/>
                        <a:pt x="0" y="8812"/>
                      </a:cubicBezTo>
                      <a:cubicBezTo>
                        <a:pt x="0" y="3944"/>
                        <a:pt x="3945" y="0"/>
                        <a:pt x="8812" y="0"/>
                      </a:cubicBezTo>
                      <a:lnTo>
                        <a:pt x="15301" y="0"/>
                      </a:lnTo>
                      <a:cubicBezTo>
                        <a:pt x="20169" y="0"/>
                        <a:pt x="24113" y="3945"/>
                        <a:pt x="24113" y="8812"/>
                      </a:cubicBezTo>
                      <a:cubicBezTo>
                        <a:pt x="24114" y="13678"/>
                        <a:pt x="20169" y="17623"/>
                        <a:pt x="15301" y="1762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 name="Google Shape;2671;p70">
                  <a:extLst>
                    <a:ext uri="{FF2B5EF4-FFF2-40B4-BE49-F238E27FC236}">
                      <a16:creationId xmlns:a16="http://schemas.microsoft.com/office/drawing/2014/main" id="{B1C5125A-0AB6-620F-5768-9E5344BF13D2}"/>
                    </a:ext>
                  </a:extLst>
                </p:cNvPr>
                <p:cNvSpPr/>
                <p:nvPr/>
              </p:nvSpPr>
              <p:spPr>
                <a:xfrm>
                  <a:off x="4816819" y="5227346"/>
                  <a:ext cx="24112" cy="17623"/>
                </a:xfrm>
                <a:custGeom>
                  <a:avLst/>
                  <a:gdLst/>
                  <a:ahLst/>
                  <a:cxnLst/>
                  <a:rect l="l" t="t" r="r" b="b"/>
                  <a:pathLst>
                    <a:path w="24112" h="17623" extrusionOk="0">
                      <a:moveTo>
                        <a:pt x="15301" y="17623"/>
                      </a:moveTo>
                      <a:lnTo>
                        <a:pt x="8812" y="17623"/>
                      </a:lnTo>
                      <a:cubicBezTo>
                        <a:pt x="3944" y="17623"/>
                        <a:pt x="0" y="13678"/>
                        <a:pt x="0" y="8812"/>
                      </a:cubicBezTo>
                      <a:cubicBezTo>
                        <a:pt x="0" y="3945"/>
                        <a:pt x="3945" y="0"/>
                        <a:pt x="8812" y="0"/>
                      </a:cubicBezTo>
                      <a:lnTo>
                        <a:pt x="15301" y="0"/>
                      </a:lnTo>
                      <a:cubicBezTo>
                        <a:pt x="20169" y="0"/>
                        <a:pt x="24113" y="3945"/>
                        <a:pt x="24113" y="8812"/>
                      </a:cubicBezTo>
                      <a:cubicBezTo>
                        <a:pt x="24113" y="13678"/>
                        <a:pt x="20169" y="17623"/>
                        <a:pt x="15301" y="1762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22" name="Google Shape;2672;p70">
              <a:extLst>
                <a:ext uri="{FF2B5EF4-FFF2-40B4-BE49-F238E27FC236}">
                  <a16:creationId xmlns:a16="http://schemas.microsoft.com/office/drawing/2014/main" id="{6AFDEB91-2CCB-0D50-534D-F04342ABD409}"/>
                </a:ext>
              </a:extLst>
            </p:cNvPr>
            <p:cNvSpPr/>
            <p:nvPr/>
          </p:nvSpPr>
          <p:spPr>
            <a:xfrm>
              <a:off x="3410427" y="4131803"/>
              <a:ext cx="108418" cy="146519"/>
            </a:xfrm>
            <a:custGeom>
              <a:avLst/>
              <a:gdLst/>
              <a:ahLst/>
              <a:cxnLst/>
              <a:rect l="l" t="t" r="r" b="b"/>
              <a:pathLst>
                <a:path w="153784" h="207829" extrusionOk="0">
                  <a:moveTo>
                    <a:pt x="8812" y="207829"/>
                  </a:moveTo>
                  <a:cubicBezTo>
                    <a:pt x="3944" y="207829"/>
                    <a:pt x="0" y="203884"/>
                    <a:pt x="0" y="199018"/>
                  </a:cubicBezTo>
                  <a:lnTo>
                    <a:pt x="0" y="87069"/>
                  </a:lnTo>
                  <a:cubicBezTo>
                    <a:pt x="0" y="39058"/>
                    <a:pt x="39058" y="0"/>
                    <a:pt x="87069" y="0"/>
                  </a:cubicBezTo>
                  <a:lnTo>
                    <a:pt x="144973" y="0"/>
                  </a:lnTo>
                  <a:cubicBezTo>
                    <a:pt x="149841" y="0"/>
                    <a:pt x="153785" y="3945"/>
                    <a:pt x="153785" y="8812"/>
                  </a:cubicBezTo>
                  <a:cubicBezTo>
                    <a:pt x="153785" y="13679"/>
                    <a:pt x="149840" y="17623"/>
                    <a:pt x="144973" y="17623"/>
                  </a:cubicBezTo>
                  <a:lnTo>
                    <a:pt x="87069" y="17623"/>
                  </a:lnTo>
                  <a:cubicBezTo>
                    <a:pt x="48778" y="17623"/>
                    <a:pt x="17624" y="48776"/>
                    <a:pt x="17624" y="87068"/>
                  </a:cubicBezTo>
                  <a:lnTo>
                    <a:pt x="17624" y="199017"/>
                  </a:lnTo>
                  <a:cubicBezTo>
                    <a:pt x="17624" y="203884"/>
                    <a:pt x="13679" y="207829"/>
                    <a:pt x="8812" y="20782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 name="Google Shape;2673;p70">
              <a:extLst>
                <a:ext uri="{FF2B5EF4-FFF2-40B4-BE49-F238E27FC236}">
                  <a16:creationId xmlns:a16="http://schemas.microsoft.com/office/drawing/2014/main" id="{FEA0B13A-6774-4BCF-2B11-7682828CA982}"/>
                </a:ext>
              </a:extLst>
            </p:cNvPr>
            <p:cNvSpPr/>
            <p:nvPr/>
          </p:nvSpPr>
          <p:spPr>
            <a:xfrm>
              <a:off x="3401863" y="4255810"/>
              <a:ext cx="29547" cy="53061"/>
            </a:xfrm>
            <a:custGeom>
              <a:avLst/>
              <a:gdLst/>
              <a:ahLst/>
              <a:cxnLst/>
              <a:rect l="l" t="t" r="r" b="b"/>
              <a:pathLst>
                <a:path w="41910" h="75264" extrusionOk="0">
                  <a:moveTo>
                    <a:pt x="30737" y="75265"/>
                  </a:moveTo>
                  <a:lnTo>
                    <a:pt x="11174" y="75265"/>
                  </a:lnTo>
                  <a:cubicBezTo>
                    <a:pt x="5003" y="75265"/>
                    <a:pt x="0" y="70263"/>
                    <a:pt x="0" y="64091"/>
                  </a:cubicBezTo>
                  <a:lnTo>
                    <a:pt x="0" y="11174"/>
                  </a:lnTo>
                  <a:cubicBezTo>
                    <a:pt x="0" y="5002"/>
                    <a:pt x="5002" y="0"/>
                    <a:pt x="11174" y="0"/>
                  </a:cubicBezTo>
                  <a:lnTo>
                    <a:pt x="30737" y="0"/>
                  </a:lnTo>
                  <a:cubicBezTo>
                    <a:pt x="36908" y="0"/>
                    <a:pt x="41911" y="5002"/>
                    <a:pt x="41911" y="11174"/>
                  </a:cubicBezTo>
                  <a:lnTo>
                    <a:pt x="41911" y="64092"/>
                  </a:lnTo>
                  <a:cubicBezTo>
                    <a:pt x="41911" y="70263"/>
                    <a:pt x="36908" y="75265"/>
                    <a:pt x="30737" y="7526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 name="Google Shape;2674;p70">
              <a:extLst>
                <a:ext uri="{FF2B5EF4-FFF2-40B4-BE49-F238E27FC236}">
                  <a16:creationId xmlns:a16="http://schemas.microsoft.com/office/drawing/2014/main" id="{98C46B89-545B-1BAA-B8F3-3B44336C6092}"/>
                </a:ext>
              </a:extLst>
            </p:cNvPr>
            <p:cNvSpPr/>
            <p:nvPr/>
          </p:nvSpPr>
          <p:spPr>
            <a:xfrm>
              <a:off x="3506455" y="4124869"/>
              <a:ext cx="12424" cy="24461"/>
            </a:xfrm>
            <a:custGeom>
              <a:avLst/>
              <a:gdLst/>
              <a:ahLst/>
              <a:cxnLst/>
              <a:rect l="l" t="t" r="r" b="b"/>
              <a:pathLst>
                <a:path w="17623" h="34697" extrusionOk="0">
                  <a:moveTo>
                    <a:pt x="8812" y="34698"/>
                  </a:moveTo>
                  <a:cubicBezTo>
                    <a:pt x="3944" y="34698"/>
                    <a:pt x="0" y="30753"/>
                    <a:pt x="0" y="25886"/>
                  </a:cubicBezTo>
                  <a:lnTo>
                    <a:pt x="0" y="8812"/>
                  </a:lnTo>
                  <a:cubicBezTo>
                    <a:pt x="0" y="3944"/>
                    <a:pt x="3945" y="0"/>
                    <a:pt x="8812" y="0"/>
                  </a:cubicBezTo>
                  <a:cubicBezTo>
                    <a:pt x="13678" y="0"/>
                    <a:pt x="17623" y="3945"/>
                    <a:pt x="17623" y="8812"/>
                  </a:cubicBezTo>
                  <a:lnTo>
                    <a:pt x="17623" y="25886"/>
                  </a:lnTo>
                  <a:cubicBezTo>
                    <a:pt x="17623" y="30753"/>
                    <a:pt x="13678" y="34698"/>
                    <a:pt x="8812" y="34698"/>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grpSp>
        <p:nvGrpSpPr>
          <p:cNvPr id="678" name="Google Shape;678;p39"/>
          <p:cNvGrpSpPr/>
          <p:nvPr/>
        </p:nvGrpSpPr>
        <p:grpSpPr>
          <a:xfrm>
            <a:off x="-24435" y="-9427"/>
            <a:ext cx="9195271" cy="5180716"/>
            <a:chOff x="-4601" y="-27915"/>
            <a:chExt cx="9195271" cy="5180716"/>
          </a:xfrm>
        </p:grpSpPr>
        <p:sp>
          <p:nvSpPr>
            <p:cNvPr id="679" name="Google Shape;679;p39"/>
            <p:cNvSpPr/>
            <p:nvPr/>
          </p:nvSpPr>
          <p:spPr>
            <a:xfrm>
              <a:off x="3698392" y="-27915"/>
              <a:ext cx="5492278" cy="1600364"/>
            </a:xfrm>
            <a:custGeom>
              <a:avLst/>
              <a:gdLst/>
              <a:ahLst/>
              <a:cxnLst/>
              <a:rect l="l" t="t" r="r" b="b"/>
              <a:pathLst>
                <a:path w="3761834" h="1096140" extrusionOk="0">
                  <a:moveTo>
                    <a:pt x="3752939" y="3822"/>
                  </a:moveTo>
                  <a:cubicBezTo>
                    <a:pt x="3772112" y="175599"/>
                    <a:pt x="3758698" y="307043"/>
                    <a:pt x="3730900" y="477637"/>
                  </a:cubicBezTo>
                  <a:cubicBezTo>
                    <a:pt x="3703103" y="648232"/>
                    <a:pt x="3583124" y="909907"/>
                    <a:pt x="3449805" y="1019964"/>
                  </a:cubicBezTo>
                  <a:cubicBezTo>
                    <a:pt x="3371346" y="1084733"/>
                    <a:pt x="3205180" y="1112730"/>
                    <a:pt x="3133639" y="979048"/>
                  </a:cubicBezTo>
                  <a:cubicBezTo>
                    <a:pt x="3071761" y="863420"/>
                    <a:pt x="2961015" y="570631"/>
                    <a:pt x="2685760" y="570631"/>
                  </a:cubicBezTo>
                  <a:cubicBezTo>
                    <a:pt x="2601048" y="570631"/>
                    <a:pt x="2512053" y="591298"/>
                    <a:pt x="2446894" y="645413"/>
                  </a:cubicBezTo>
                  <a:cubicBezTo>
                    <a:pt x="2340717" y="733595"/>
                    <a:pt x="2338291" y="900377"/>
                    <a:pt x="2245882" y="1002888"/>
                  </a:cubicBezTo>
                  <a:cubicBezTo>
                    <a:pt x="2148339" y="1111096"/>
                    <a:pt x="1975464" y="1116443"/>
                    <a:pt x="1839645" y="1063691"/>
                  </a:cubicBezTo>
                  <a:cubicBezTo>
                    <a:pt x="1703826" y="1010939"/>
                    <a:pt x="1591909" y="912326"/>
                    <a:pt x="1470543" y="831720"/>
                  </a:cubicBezTo>
                  <a:cubicBezTo>
                    <a:pt x="1283153" y="707264"/>
                    <a:pt x="1066498" y="621423"/>
                    <a:pt x="909521" y="460316"/>
                  </a:cubicBezTo>
                  <a:cubicBezTo>
                    <a:pt x="789078" y="336705"/>
                    <a:pt x="707192" y="171952"/>
                    <a:pt x="560116" y="81621"/>
                  </a:cubicBezTo>
                  <a:cubicBezTo>
                    <a:pt x="396889" y="-18630"/>
                    <a:pt x="190917" y="-4983"/>
                    <a:pt x="97" y="11985"/>
                  </a:cubicBezTo>
                  <a:close/>
                </a:path>
              </a:pathLst>
            </a:custGeom>
            <a:solidFill>
              <a:schemeClr val="dk2"/>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sp>
          <p:nvSpPr>
            <p:cNvPr id="680" name="Google Shape;680;p39"/>
            <p:cNvSpPr/>
            <p:nvPr/>
          </p:nvSpPr>
          <p:spPr>
            <a:xfrm>
              <a:off x="-4601" y="3552436"/>
              <a:ext cx="5373276" cy="1600365"/>
            </a:xfrm>
            <a:custGeom>
              <a:avLst/>
              <a:gdLst>
                <a:gd name="connsiteX0" fmla="*/ 0 w 3674183"/>
                <a:gd name="connsiteY0" fmla="*/ 1042407 h 1042407"/>
                <a:gd name="connsiteX1" fmla="*/ 327096 w 3674183"/>
                <a:gd name="connsiteY1" fmla="*/ 260491 h 1042407"/>
                <a:gd name="connsiteX2" fmla="*/ 1526687 w 3674183"/>
                <a:gd name="connsiteY2" fmla="*/ 69593 h 1042407"/>
                <a:gd name="connsiteX3" fmla="*/ 1805037 w 3674183"/>
                <a:gd name="connsiteY3" fmla="*/ 262293 h 1042407"/>
                <a:gd name="connsiteX4" fmla="*/ 1990244 w 3674183"/>
                <a:gd name="connsiteY4" fmla="*/ 541984 h 1042407"/>
                <a:gd name="connsiteX5" fmla="*/ 2368463 w 3674183"/>
                <a:gd name="connsiteY5" fmla="*/ 788127 h 1042407"/>
                <a:gd name="connsiteX6" fmla="*/ 2559301 w 3674183"/>
                <a:gd name="connsiteY6" fmla="*/ 719578 h 1042407"/>
                <a:gd name="connsiteX7" fmla="*/ 2874452 w 3674183"/>
                <a:gd name="connsiteY7" fmla="*/ 559072 h 1042407"/>
                <a:gd name="connsiteX8" fmla="*/ 3342327 w 3674183"/>
                <a:gd name="connsiteY8" fmla="*/ 459291 h 1042407"/>
                <a:gd name="connsiteX9" fmla="*/ 3674183 w 3674183"/>
                <a:gd name="connsiteY9" fmla="*/ 1023543 h 1042407"/>
                <a:gd name="connsiteX10" fmla="*/ 0 w 3674183"/>
                <a:gd name="connsiteY10" fmla="*/ 1042407 h 104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74183" h="1042407" extrusionOk="0">
                  <a:moveTo>
                    <a:pt x="0" y="1042407"/>
                  </a:moveTo>
                  <a:cubicBezTo>
                    <a:pt x="61666" y="818806"/>
                    <a:pt x="-75032" y="522081"/>
                    <a:pt x="327096" y="260491"/>
                  </a:cubicBezTo>
                  <a:cubicBezTo>
                    <a:pt x="639477" y="57281"/>
                    <a:pt x="1192134" y="-94605"/>
                    <a:pt x="1526687" y="69593"/>
                  </a:cubicBezTo>
                  <a:cubicBezTo>
                    <a:pt x="1628608" y="119615"/>
                    <a:pt x="1728554" y="178403"/>
                    <a:pt x="1805037" y="262293"/>
                  </a:cubicBezTo>
                  <a:cubicBezTo>
                    <a:pt x="1911947" y="379555"/>
                    <a:pt x="1907665" y="406494"/>
                    <a:pt x="1990244" y="541984"/>
                  </a:cubicBezTo>
                  <a:cubicBezTo>
                    <a:pt x="2072824" y="677474"/>
                    <a:pt x="2210424" y="802703"/>
                    <a:pt x="2368463" y="788127"/>
                  </a:cubicBezTo>
                  <a:cubicBezTo>
                    <a:pt x="2436204" y="781879"/>
                    <a:pt x="2498686" y="750449"/>
                    <a:pt x="2559301" y="719578"/>
                  </a:cubicBezTo>
                  <a:lnTo>
                    <a:pt x="2874452" y="559072"/>
                  </a:lnTo>
                  <a:cubicBezTo>
                    <a:pt x="3020526" y="484677"/>
                    <a:pt x="3186506" y="408358"/>
                    <a:pt x="3342327" y="459291"/>
                  </a:cubicBezTo>
                  <a:cubicBezTo>
                    <a:pt x="3528096" y="520013"/>
                    <a:pt x="3653569" y="829249"/>
                    <a:pt x="3674183" y="1023543"/>
                  </a:cubicBezTo>
                  <a:cubicBezTo>
                    <a:pt x="2462619" y="1061178"/>
                    <a:pt x="1211564" y="1004772"/>
                    <a:pt x="0" y="1042407"/>
                  </a:cubicBezTo>
                  <a:close/>
                </a:path>
              </a:pathLst>
            </a:custGeom>
            <a:solidFill>
              <a:schemeClr val="dk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681" name="Google Shape;681;p39"/>
          <p:cNvGrpSpPr/>
          <p:nvPr/>
        </p:nvGrpSpPr>
        <p:grpSpPr>
          <a:xfrm>
            <a:off x="5901959" y="-6730"/>
            <a:ext cx="2987361" cy="2245032"/>
            <a:chOff x="2928576" y="0"/>
            <a:chExt cx="2987361" cy="2245032"/>
          </a:xfrm>
        </p:grpSpPr>
        <p:sp>
          <p:nvSpPr>
            <p:cNvPr id="682" name="Google Shape;682;p39"/>
            <p:cNvSpPr/>
            <p:nvPr/>
          </p:nvSpPr>
          <p:spPr>
            <a:xfrm>
              <a:off x="5825274" y="2079638"/>
              <a:ext cx="27165" cy="68669"/>
            </a:xfrm>
            <a:custGeom>
              <a:avLst/>
              <a:gdLst/>
              <a:ahLst/>
              <a:cxnLst/>
              <a:rect l="l" t="t" r="r" b="b"/>
              <a:pathLst>
                <a:path w="27165" h="68669" extrusionOk="0">
                  <a:moveTo>
                    <a:pt x="12307" y="68533"/>
                  </a:moveTo>
                  <a:cubicBezTo>
                    <a:pt x="18940" y="70068"/>
                    <a:pt x="25561" y="65938"/>
                    <a:pt x="27097" y="59308"/>
                  </a:cubicBezTo>
                  <a:cubicBezTo>
                    <a:pt x="27318" y="58351"/>
                    <a:pt x="27425" y="57370"/>
                    <a:pt x="27414" y="56388"/>
                  </a:cubicBezTo>
                  <a:cubicBezTo>
                    <a:pt x="27228" y="41368"/>
                    <a:pt x="26355" y="26184"/>
                    <a:pt x="24818" y="11258"/>
                  </a:cubicBezTo>
                  <a:cubicBezTo>
                    <a:pt x="24134" y="4494"/>
                    <a:pt x="18094" y="-436"/>
                    <a:pt x="11327" y="247"/>
                  </a:cubicBezTo>
                  <a:cubicBezTo>
                    <a:pt x="4560" y="931"/>
                    <a:pt x="-371" y="6968"/>
                    <a:pt x="312" y="13732"/>
                  </a:cubicBezTo>
                  <a:cubicBezTo>
                    <a:pt x="314" y="13747"/>
                    <a:pt x="316" y="13762"/>
                    <a:pt x="317" y="13776"/>
                  </a:cubicBezTo>
                  <a:cubicBezTo>
                    <a:pt x="1777" y="27970"/>
                    <a:pt x="2608" y="42409"/>
                    <a:pt x="2785" y="56693"/>
                  </a:cubicBezTo>
                  <a:cubicBezTo>
                    <a:pt x="2855" y="62359"/>
                    <a:pt x="6785" y="67246"/>
                    <a:pt x="12307" y="68533"/>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83" name="Google Shape;683;p39"/>
            <p:cNvSpPr/>
            <p:nvPr/>
          </p:nvSpPr>
          <p:spPr>
            <a:xfrm>
              <a:off x="2942024" y="131258"/>
              <a:ext cx="2890745" cy="1885233"/>
            </a:xfrm>
            <a:custGeom>
              <a:avLst/>
              <a:gdLst/>
              <a:ahLst/>
              <a:cxnLst/>
              <a:rect l="l" t="t" r="r" b="b"/>
              <a:pathLst>
                <a:path w="2890745" h="1885233" extrusionOk="0">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84" name="Google Shape;684;p39"/>
            <p:cNvSpPr/>
            <p:nvPr/>
          </p:nvSpPr>
          <p:spPr>
            <a:xfrm>
              <a:off x="2928576" y="0"/>
              <a:ext cx="30338" cy="68295"/>
            </a:xfrm>
            <a:custGeom>
              <a:avLst/>
              <a:gdLst/>
              <a:ahLst/>
              <a:cxnLst/>
              <a:rect l="l" t="t" r="r" b="b"/>
              <a:pathLst>
                <a:path w="30338" h="68295" extrusionOk="0">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85" name="Google Shape;685;p39"/>
            <p:cNvSpPr/>
            <p:nvPr/>
          </p:nvSpPr>
          <p:spPr>
            <a:xfrm>
              <a:off x="5764137" y="2107604"/>
              <a:ext cx="151800" cy="137428"/>
            </a:xfrm>
            <a:custGeom>
              <a:avLst/>
              <a:gdLst/>
              <a:ahLst/>
              <a:cxnLst/>
              <a:rect l="l" t="t" r="r" b="b"/>
              <a:pathLst>
                <a:path w="151800" h="137428" extrusionOk="0">
                  <a:moveTo>
                    <a:pt x="0" y="0"/>
                  </a:moveTo>
                  <a:lnTo>
                    <a:pt x="65429" y="137429"/>
                  </a:lnTo>
                  <a:lnTo>
                    <a:pt x="151800" y="12080"/>
                  </a:lnTo>
                  <a:lnTo>
                    <a:pt x="0" y="0"/>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686" name="Google Shape;686;p39"/>
          <p:cNvGrpSpPr/>
          <p:nvPr/>
        </p:nvGrpSpPr>
        <p:grpSpPr>
          <a:xfrm>
            <a:off x="5326346" y="2141577"/>
            <a:ext cx="3817654" cy="2673094"/>
            <a:chOff x="4292121" y="1358329"/>
            <a:chExt cx="4035174" cy="2703557"/>
          </a:xfrm>
        </p:grpSpPr>
        <p:grpSp>
          <p:nvGrpSpPr>
            <p:cNvPr id="687" name="Google Shape;687;p39"/>
            <p:cNvGrpSpPr/>
            <p:nvPr/>
          </p:nvGrpSpPr>
          <p:grpSpPr>
            <a:xfrm>
              <a:off x="4292121" y="2251917"/>
              <a:ext cx="1645048" cy="1809970"/>
              <a:chOff x="4292121" y="2251917"/>
              <a:chExt cx="1645048" cy="1809970"/>
            </a:xfrm>
          </p:grpSpPr>
          <p:grpSp>
            <p:nvGrpSpPr>
              <p:cNvPr id="688" name="Google Shape;688;p39"/>
              <p:cNvGrpSpPr/>
              <p:nvPr/>
            </p:nvGrpSpPr>
            <p:grpSpPr>
              <a:xfrm rot="-2070756">
                <a:off x="4530171" y="2990584"/>
                <a:ext cx="1303663" cy="769717"/>
                <a:chOff x="4778337" y="5141250"/>
                <a:chExt cx="1335335" cy="788417"/>
              </a:xfrm>
            </p:grpSpPr>
            <p:sp>
              <p:nvSpPr>
                <p:cNvPr id="689" name="Google Shape;689;p39"/>
                <p:cNvSpPr/>
                <p:nvPr/>
              </p:nvSpPr>
              <p:spPr>
                <a:xfrm>
                  <a:off x="4778337" y="5141250"/>
                  <a:ext cx="1335334" cy="787760"/>
                </a:xfrm>
                <a:custGeom>
                  <a:avLst/>
                  <a:gdLst/>
                  <a:ahLst/>
                  <a:cxnLst/>
                  <a:rect l="l" t="t" r="r" b="b"/>
                  <a:pathLst>
                    <a:path w="1745534" h="1029752" extrusionOk="0">
                      <a:moveTo>
                        <a:pt x="5103" y="167486"/>
                      </a:moveTo>
                      <a:cubicBezTo>
                        <a:pt x="-86406" y="691790"/>
                        <a:pt x="1052911" y="1396174"/>
                        <a:pt x="1745445" y="803631"/>
                      </a:cubicBezTo>
                      <a:cubicBezTo>
                        <a:pt x="1467424" y="94438"/>
                        <a:pt x="387793" y="-221495"/>
                        <a:pt x="5103" y="167486"/>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90" name="Google Shape;690;p39"/>
                <p:cNvSpPr/>
                <p:nvPr/>
              </p:nvSpPr>
              <p:spPr>
                <a:xfrm>
                  <a:off x="5204163" y="5142875"/>
                  <a:ext cx="102221" cy="324991"/>
                </a:xfrm>
                <a:custGeom>
                  <a:avLst/>
                  <a:gdLst/>
                  <a:ahLst/>
                  <a:cxnLst/>
                  <a:rect l="l" t="t" r="r" b="b"/>
                  <a:pathLst>
                    <a:path w="133622" h="424825" extrusionOk="0">
                      <a:moveTo>
                        <a:pt x="133534" y="418484"/>
                      </a:moveTo>
                      <a:lnTo>
                        <a:pt x="23088" y="953"/>
                      </a:lnTo>
                      <a:cubicBezTo>
                        <a:pt x="15344" y="333"/>
                        <a:pt x="7606" y="-262"/>
                        <a:pt x="-89" y="-728"/>
                      </a:cubicBezTo>
                      <a:lnTo>
                        <a:pt x="112286" y="424098"/>
                      </a:ln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91" name="Google Shape;691;p39"/>
                <p:cNvSpPr/>
                <p:nvPr/>
              </p:nvSpPr>
              <p:spPr>
                <a:xfrm>
                  <a:off x="4817422" y="5352727"/>
                  <a:ext cx="187330" cy="134330"/>
                </a:xfrm>
                <a:custGeom>
                  <a:avLst/>
                  <a:gdLst/>
                  <a:ahLst/>
                  <a:cxnLst/>
                  <a:rect l="l" t="t" r="r" b="b"/>
                  <a:pathLst>
                    <a:path w="244876" h="175595" extrusionOk="0">
                      <a:moveTo>
                        <a:pt x="232548" y="-728"/>
                      </a:moveTo>
                      <a:lnTo>
                        <a:pt x="-89" y="155148"/>
                      </a:lnTo>
                      <a:cubicBezTo>
                        <a:pt x="3113" y="161731"/>
                        <a:pt x="6459" y="168305"/>
                        <a:pt x="9948" y="174867"/>
                      </a:cubicBezTo>
                      <a:lnTo>
                        <a:pt x="244788" y="17516"/>
                      </a:ln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92" name="Google Shape;692;p39"/>
                <p:cNvSpPr/>
                <p:nvPr/>
              </p:nvSpPr>
              <p:spPr>
                <a:xfrm>
                  <a:off x="5205180" y="5554833"/>
                  <a:ext cx="365072" cy="278678"/>
                </a:xfrm>
                <a:custGeom>
                  <a:avLst/>
                  <a:gdLst/>
                  <a:ahLst/>
                  <a:cxnLst/>
                  <a:rect l="l" t="t" r="r" b="b"/>
                  <a:pathLst>
                    <a:path w="477218" h="364285" extrusionOk="0">
                      <a:moveTo>
                        <a:pt x="463799" y="-728"/>
                      </a:moveTo>
                      <a:lnTo>
                        <a:pt x="-89" y="352899"/>
                      </a:lnTo>
                      <a:cubicBezTo>
                        <a:pt x="7290" y="356507"/>
                        <a:pt x="14709" y="360060"/>
                        <a:pt x="22169" y="363558"/>
                      </a:cubicBezTo>
                      <a:lnTo>
                        <a:pt x="477129" y="16737"/>
                      </a:ln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93" name="Google Shape;693;p39"/>
                <p:cNvSpPr/>
                <p:nvPr/>
              </p:nvSpPr>
              <p:spPr>
                <a:xfrm>
                  <a:off x="5728282" y="5315912"/>
                  <a:ext cx="66602" cy="325390"/>
                </a:xfrm>
                <a:custGeom>
                  <a:avLst/>
                  <a:gdLst/>
                  <a:ahLst/>
                  <a:cxnLst/>
                  <a:rect l="l" t="t" r="r" b="b"/>
                  <a:pathLst>
                    <a:path w="87062" h="425347" extrusionOk="0">
                      <a:moveTo>
                        <a:pt x="86974" y="421286"/>
                      </a:moveTo>
                      <a:lnTo>
                        <a:pt x="24541" y="14862"/>
                      </a:lnTo>
                      <a:cubicBezTo>
                        <a:pt x="16387" y="9574"/>
                        <a:pt x="8162" y="4400"/>
                        <a:pt x="-89" y="-728"/>
                      </a:cubicBezTo>
                      <a:lnTo>
                        <a:pt x="65250" y="424620"/>
                      </a:lnTo>
                      <a:close/>
                    </a:path>
                  </a:pathLst>
                </a:custGeom>
                <a:solidFill>
                  <a:schemeClr val="accen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94" name="Google Shape;694;p39"/>
                <p:cNvSpPr/>
                <p:nvPr/>
              </p:nvSpPr>
              <p:spPr>
                <a:xfrm>
                  <a:off x="5642170" y="5695733"/>
                  <a:ext cx="322891" cy="233935"/>
                </a:xfrm>
                <a:custGeom>
                  <a:avLst/>
                  <a:gdLst/>
                  <a:ahLst/>
                  <a:cxnLst/>
                  <a:rect l="l" t="t" r="r" b="b"/>
                  <a:pathLst>
                    <a:path w="422080" h="305797" extrusionOk="0">
                      <a:moveTo>
                        <a:pt x="421991" y="16860"/>
                      </a:moveTo>
                      <a:lnTo>
                        <a:pt x="408822" y="-728"/>
                      </a:lnTo>
                      <a:lnTo>
                        <a:pt x="-89" y="305069"/>
                      </a:lnTo>
                      <a:cubicBezTo>
                        <a:pt x="12556" y="304979"/>
                        <a:pt x="25200" y="304669"/>
                        <a:pt x="37842" y="304137"/>
                      </a:cubicBezTo>
                      <a:close/>
                    </a:path>
                  </a:pathLst>
                </a:custGeom>
                <a:solidFill>
                  <a:schemeClr val="accen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95" name="Google Shape;695;p39"/>
                <p:cNvSpPr/>
                <p:nvPr/>
              </p:nvSpPr>
              <p:spPr>
                <a:xfrm>
                  <a:off x="4779643" y="5272811"/>
                  <a:ext cx="1334029" cy="490484"/>
                </a:xfrm>
                <a:custGeom>
                  <a:avLst/>
                  <a:gdLst/>
                  <a:ahLst/>
                  <a:cxnLst/>
                  <a:rect l="l" t="t" r="r" b="b"/>
                  <a:pathLst>
                    <a:path w="1743829" h="641156" extrusionOk="0">
                      <a:moveTo>
                        <a:pt x="1738354" y="618832"/>
                      </a:moveTo>
                      <a:lnTo>
                        <a:pt x="2846" y="-728"/>
                      </a:lnTo>
                      <a:cubicBezTo>
                        <a:pt x="1635" y="6666"/>
                        <a:pt x="639" y="14090"/>
                        <a:pt x="-89" y="21550"/>
                      </a:cubicBezTo>
                      <a:lnTo>
                        <a:pt x="1733514" y="640429"/>
                      </a:lnTo>
                      <a:cubicBezTo>
                        <a:pt x="1736927" y="637589"/>
                        <a:pt x="1740349" y="634773"/>
                        <a:pt x="1743740" y="631872"/>
                      </a:cubicBezTo>
                      <a:cubicBezTo>
                        <a:pt x="1742022" y="627487"/>
                        <a:pt x="1740133" y="623186"/>
                        <a:pt x="1738354" y="618832"/>
                      </a:cubicBez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696" name="Google Shape;696;p39"/>
              <p:cNvGrpSpPr/>
              <p:nvPr/>
            </p:nvGrpSpPr>
            <p:grpSpPr>
              <a:xfrm rot="736030">
                <a:off x="4397871" y="2348070"/>
                <a:ext cx="1023891" cy="1105465"/>
                <a:chOff x="4921769" y="3642162"/>
                <a:chExt cx="1048829" cy="1132389"/>
              </a:xfrm>
            </p:grpSpPr>
            <p:sp>
              <p:nvSpPr>
                <p:cNvPr id="697" name="Google Shape;697;p39"/>
                <p:cNvSpPr/>
                <p:nvPr/>
              </p:nvSpPr>
              <p:spPr>
                <a:xfrm>
                  <a:off x="4921769" y="3642162"/>
                  <a:ext cx="1048829" cy="1132378"/>
                </a:xfrm>
                <a:custGeom>
                  <a:avLst/>
                  <a:gdLst/>
                  <a:ahLst/>
                  <a:cxnLst/>
                  <a:rect l="l" t="t" r="r" b="b"/>
                  <a:pathLst>
                    <a:path w="1371018" h="1480233" extrusionOk="0">
                      <a:moveTo>
                        <a:pt x="24217" y="13961"/>
                      </a:moveTo>
                      <a:cubicBezTo>
                        <a:pt x="-94878" y="497744"/>
                        <a:pt x="207410" y="1383284"/>
                        <a:pt x="1293296" y="1479506"/>
                      </a:cubicBezTo>
                      <a:cubicBezTo>
                        <a:pt x="1574677" y="888315"/>
                        <a:pt x="1077452" y="-135295"/>
                        <a:pt x="24217" y="13961"/>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98" name="Google Shape;698;p39"/>
                <p:cNvSpPr/>
                <p:nvPr/>
              </p:nvSpPr>
              <p:spPr>
                <a:xfrm>
                  <a:off x="4938097" y="3651132"/>
                  <a:ext cx="976193" cy="1123419"/>
                </a:xfrm>
                <a:custGeom>
                  <a:avLst/>
                  <a:gdLst/>
                  <a:ahLst/>
                  <a:cxnLst/>
                  <a:rect l="l" t="t" r="r" b="b"/>
                  <a:pathLst>
                    <a:path w="1276069" h="1468522" extrusionOk="0">
                      <a:moveTo>
                        <a:pt x="1275980" y="1459154"/>
                      </a:moveTo>
                      <a:lnTo>
                        <a:pt x="25185" y="-728"/>
                      </a:lnTo>
                      <a:cubicBezTo>
                        <a:pt x="17782" y="212"/>
                        <a:pt x="10353" y="1204"/>
                        <a:pt x="2899" y="2249"/>
                      </a:cubicBezTo>
                      <a:cubicBezTo>
                        <a:pt x="1845" y="6533"/>
                        <a:pt x="899" y="10919"/>
                        <a:pt x="-89" y="15265"/>
                      </a:cubicBezTo>
                      <a:lnTo>
                        <a:pt x="1241796" y="1464746"/>
                      </a:lnTo>
                      <a:cubicBezTo>
                        <a:pt x="1251834" y="1465785"/>
                        <a:pt x="1261804" y="1466893"/>
                        <a:pt x="1271979" y="1467795"/>
                      </a:cubicBezTo>
                      <a:cubicBezTo>
                        <a:pt x="1273342" y="1464931"/>
                        <a:pt x="1274653" y="1462037"/>
                        <a:pt x="1275980" y="1459154"/>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99" name="Google Shape;699;p39"/>
                <p:cNvSpPr/>
                <p:nvPr/>
              </p:nvSpPr>
              <p:spPr>
                <a:xfrm>
                  <a:off x="4965616" y="4023850"/>
                  <a:ext cx="307717" cy="85969"/>
                </a:xfrm>
                <a:custGeom>
                  <a:avLst/>
                  <a:gdLst/>
                  <a:ahLst/>
                  <a:cxnLst/>
                  <a:rect l="l" t="t" r="r" b="b"/>
                  <a:pathLst>
                    <a:path w="402245" h="112378" extrusionOk="0">
                      <a:moveTo>
                        <a:pt x="396002" y="-728"/>
                      </a:moveTo>
                      <a:lnTo>
                        <a:pt x="-89" y="83401"/>
                      </a:lnTo>
                      <a:cubicBezTo>
                        <a:pt x="2932" y="92818"/>
                        <a:pt x="6076" y="102234"/>
                        <a:pt x="9343" y="111651"/>
                      </a:cubicBezTo>
                      <a:lnTo>
                        <a:pt x="402156" y="28218"/>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00" name="Google Shape;700;p39"/>
                <p:cNvSpPr/>
                <p:nvPr/>
              </p:nvSpPr>
              <p:spPr>
                <a:xfrm>
                  <a:off x="5461021" y="3802587"/>
                  <a:ext cx="170353" cy="469223"/>
                </a:xfrm>
                <a:custGeom>
                  <a:avLst/>
                  <a:gdLst/>
                  <a:ahLst/>
                  <a:cxnLst/>
                  <a:rect l="l" t="t" r="r" b="b"/>
                  <a:pathLst>
                    <a:path w="222684" h="613364" extrusionOk="0">
                      <a:moveTo>
                        <a:pt x="28049" y="612637"/>
                      </a:moveTo>
                      <a:lnTo>
                        <a:pt x="222595" y="17894"/>
                      </a:lnTo>
                      <a:cubicBezTo>
                        <a:pt x="214348" y="11586"/>
                        <a:pt x="205997" y="5379"/>
                        <a:pt x="197541" y="-728"/>
                      </a:cubicBezTo>
                      <a:lnTo>
                        <a:pt x="-89" y="603444"/>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701" name="Google Shape;701;p39"/>
                <p:cNvGrpSpPr/>
                <p:nvPr/>
              </p:nvGrpSpPr>
              <p:grpSpPr>
                <a:xfrm>
                  <a:off x="5242608" y="4480691"/>
                  <a:ext cx="420919" cy="42073"/>
                  <a:chOff x="2422386" y="2810148"/>
                  <a:chExt cx="549503" cy="54926"/>
                </a:xfrm>
              </p:grpSpPr>
              <p:sp>
                <p:nvSpPr>
                  <p:cNvPr id="702" name="Google Shape;702;p39"/>
                  <p:cNvSpPr/>
                  <p:nvPr/>
                </p:nvSpPr>
                <p:spPr>
                  <a:xfrm>
                    <a:off x="2423063" y="2850164"/>
                    <a:ext cx="16318" cy="14910"/>
                  </a:xfrm>
                  <a:custGeom>
                    <a:avLst/>
                    <a:gdLst/>
                    <a:ahLst/>
                    <a:cxnLst/>
                    <a:rect l="l" t="t" r="r" b="b"/>
                    <a:pathLst>
                      <a:path w="16318" h="14910" extrusionOk="0">
                        <a:moveTo>
                          <a:pt x="600" y="14183"/>
                        </a:moveTo>
                        <a:lnTo>
                          <a:pt x="16230" y="13459"/>
                        </a:lnTo>
                        <a:cubicBezTo>
                          <a:pt x="10700" y="8781"/>
                          <a:pt x="5325" y="4016"/>
                          <a:pt x="-89" y="-728"/>
                        </a:cubicBezTo>
                        <a:close/>
                      </a:path>
                    </a:pathLst>
                  </a:custGeom>
                  <a:solidFill>
                    <a:schemeClr val="accen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03" name="Google Shape;703;p39"/>
                  <p:cNvSpPr/>
                  <p:nvPr/>
                </p:nvSpPr>
                <p:spPr>
                  <a:xfrm>
                    <a:off x="2422386" y="2810148"/>
                    <a:ext cx="549503" cy="54203"/>
                  </a:xfrm>
                  <a:custGeom>
                    <a:avLst/>
                    <a:gdLst/>
                    <a:ahLst/>
                    <a:cxnLst/>
                    <a:rect l="l" t="t" r="r" b="b"/>
                    <a:pathLst>
                      <a:path w="549503" h="54203" extrusionOk="0">
                        <a:moveTo>
                          <a:pt x="548046" y="-728"/>
                        </a:moveTo>
                        <a:lnTo>
                          <a:pt x="-89" y="24642"/>
                        </a:lnTo>
                        <a:lnTo>
                          <a:pt x="589" y="39288"/>
                        </a:lnTo>
                        <a:cubicBezTo>
                          <a:pt x="6002" y="44032"/>
                          <a:pt x="11378" y="48797"/>
                          <a:pt x="16907" y="53475"/>
                        </a:cubicBezTo>
                        <a:lnTo>
                          <a:pt x="549414" y="28827"/>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grpSp>
          <p:nvGrpSpPr>
            <p:cNvPr id="704" name="Google Shape;704;p39"/>
            <p:cNvGrpSpPr/>
            <p:nvPr/>
          </p:nvGrpSpPr>
          <p:grpSpPr>
            <a:xfrm>
              <a:off x="7090906" y="1830298"/>
              <a:ext cx="1236389" cy="2155100"/>
              <a:chOff x="7090906" y="1830298"/>
              <a:chExt cx="1236389" cy="2155100"/>
            </a:xfrm>
          </p:grpSpPr>
          <p:grpSp>
            <p:nvGrpSpPr>
              <p:cNvPr id="705" name="Google Shape;705;p39"/>
              <p:cNvGrpSpPr/>
              <p:nvPr/>
            </p:nvGrpSpPr>
            <p:grpSpPr>
              <a:xfrm rot="-647153" flipH="1">
                <a:off x="7197170" y="1916335"/>
                <a:ext cx="1023851" cy="1105421"/>
                <a:chOff x="4921769" y="3642162"/>
                <a:chExt cx="1048829" cy="1132389"/>
              </a:xfrm>
            </p:grpSpPr>
            <p:sp>
              <p:nvSpPr>
                <p:cNvPr id="706" name="Google Shape;706;p39"/>
                <p:cNvSpPr/>
                <p:nvPr/>
              </p:nvSpPr>
              <p:spPr>
                <a:xfrm>
                  <a:off x="4921769" y="3642162"/>
                  <a:ext cx="1048829" cy="1132378"/>
                </a:xfrm>
                <a:custGeom>
                  <a:avLst/>
                  <a:gdLst/>
                  <a:ahLst/>
                  <a:cxnLst/>
                  <a:rect l="l" t="t" r="r" b="b"/>
                  <a:pathLst>
                    <a:path w="1371018" h="1480233" extrusionOk="0">
                      <a:moveTo>
                        <a:pt x="24217" y="13961"/>
                      </a:moveTo>
                      <a:cubicBezTo>
                        <a:pt x="-94878" y="497744"/>
                        <a:pt x="207410" y="1383284"/>
                        <a:pt x="1293296" y="1479506"/>
                      </a:cubicBezTo>
                      <a:cubicBezTo>
                        <a:pt x="1574677" y="888315"/>
                        <a:pt x="1077452" y="-135295"/>
                        <a:pt x="24217" y="13961"/>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07" name="Google Shape;707;p39"/>
                <p:cNvSpPr/>
                <p:nvPr/>
              </p:nvSpPr>
              <p:spPr>
                <a:xfrm>
                  <a:off x="4938097" y="3651132"/>
                  <a:ext cx="976193" cy="1123419"/>
                </a:xfrm>
                <a:custGeom>
                  <a:avLst/>
                  <a:gdLst/>
                  <a:ahLst/>
                  <a:cxnLst/>
                  <a:rect l="l" t="t" r="r" b="b"/>
                  <a:pathLst>
                    <a:path w="1276069" h="1468522" extrusionOk="0">
                      <a:moveTo>
                        <a:pt x="1275980" y="1459154"/>
                      </a:moveTo>
                      <a:lnTo>
                        <a:pt x="25185" y="-728"/>
                      </a:lnTo>
                      <a:cubicBezTo>
                        <a:pt x="17782" y="212"/>
                        <a:pt x="10353" y="1204"/>
                        <a:pt x="2899" y="2249"/>
                      </a:cubicBezTo>
                      <a:cubicBezTo>
                        <a:pt x="1845" y="6533"/>
                        <a:pt x="899" y="10919"/>
                        <a:pt x="-89" y="15265"/>
                      </a:cubicBezTo>
                      <a:lnTo>
                        <a:pt x="1241796" y="1464746"/>
                      </a:lnTo>
                      <a:cubicBezTo>
                        <a:pt x="1251834" y="1465785"/>
                        <a:pt x="1261804" y="1466893"/>
                        <a:pt x="1271979" y="1467795"/>
                      </a:cubicBezTo>
                      <a:cubicBezTo>
                        <a:pt x="1273342" y="1464931"/>
                        <a:pt x="1274653" y="1462037"/>
                        <a:pt x="1275980" y="1459154"/>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08" name="Google Shape;708;p39"/>
                <p:cNvSpPr/>
                <p:nvPr/>
              </p:nvSpPr>
              <p:spPr>
                <a:xfrm>
                  <a:off x="4965616" y="4023850"/>
                  <a:ext cx="307717" cy="85969"/>
                </a:xfrm>
                <a:custGeom>
                  <a:avLst/>
                  <a:gdLst/>
                  <a:ahLst/>
                  <a:cxnLst/>
                  <a:rect l="l" t="t" r="r" b="b"/>
                  <a:pathLst>
                    <a:path w="402245" h="112378" extrusionOk="0">
                      <a:moveTo>
                        <a:pt x="396002" y="-728"/>
                      </a:moveTo>
                      <a:lnTo>
                        <a:pt x="-89" y="83401"/>
                      </a:lnTo>
                      <a:cubicBezTo>
                        <a:pt x="2932" y="92818"/>
                        <a:pt x="6076" y="102234"/>
                        <a:pt x="9343" y="111651"/>
                      </a:cubicBezTo>
                      <a:lnTo>
                        <a:pt x="402156" y="28218"/>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09" name="Google Shape;709;p39"/>
                <p:cNvSpPr/>
                <p:nvPr/>
              </p:nvSpPr>
              <p:spPr>
                <a:xfrm>
                  <a:off x="5461021" y="3802587"/>
                  <a:ext cx="170353" cy="469223"/>
                </a:xfrm>
                <a:custGeom>
                  <a:avLst/>
                  <a:gdLst/>
                  <a:ahLst/>
                  <a:cxnLst/>
                  <a:rect l="l" t="t" r="r" b="b"/>
                  <a:pathLst>
                    <a:path w="222684" h="613364" extrusionOk="0">
                      <a:moveTo>
                        <a:pt x="28049" y="612637"/>
                      </a:moveTo>
                      <a:lnTo>
                        <a:pt x="222595" y="17894"/>
                      </a:lnTo>
                      <a:cubicBezTo>
                        <a:pt x="214348" y="11586"/>
                        <a:pt x="205997" y="5379"/>
                        <a:pt x="197541" y="-728"/>
                      </a:cubicBezTo>
                      <a:lnTo>
                        <a:pt x="-89" y="603444"/>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710" name="Google Shape;710;p39"/>
                <p:cNvGrpSpPr/>
                <p:nvPr/>
              </p:nvGrpSpPr>
              <p:grpSpPr>
                <a:xfrm>
                  <a:off x="5242608" y="4480691"/>
                  <a:ext cx="420919" cy="42073"/>
                  <a:chOff x="2422386" y="2810148"/>
                  <a:chExt cx="549503" cy="54926"/>
                </a:xfrm>
              </p:grpSpPr>
              <p:sp>
                <p:nvSpPr>
                  <p:cNvPr id="711" name="Google Shape;711;p39"/>
                  <p:cNvSpPr/>
                  <p:nvPr/>
                </p:nvSpPr>
                <p:spPr>
                  <a:xfrm>
                    <a:off x="2423063" y="2850164"/>
                    <a:ext cx="16318" cy="14910"/>
                  </a:xfrm>
                  <a:custGeom>
                    <a:avLst/>
                    <a:gdLst/>
                    <a:ahLst/>
                    <a:cxnLst/>
                    <a:rect l="l" t="t" r="r" b="b"/>
                    <a:pathLst>
                      <a:path w="16318" h="14910" extrusionOk="0">
                        <a:moveTo>
                          <a:pt x="600" y="14183"/>
                        </a:moveTo>
                        <a:lnTo>
                          <a:pt x="16230" y="13459"/>
                        </a:lnTo>
                        <a:cubicBezTo>
                          <a:pt x="10700" y="8781"/>
                          <a:pt x="5325" y="4016"/>
                          <a:pt x="-89" y="-728"/>
                        </a:cubicBezTo>
                        <a:close/>
                      </a:path>
                    </a:pathLst>
                  </a:custGeom>
                  <a:solidFill>
                    <a:schemeClr val="accen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12" name="Google Shape;712;p39"/>
                  <p:cNvSpPr/>
                  <p:nvPr/>
                </p:nvSpPr>
                <p:spPr>
                  <a:xfrm>
                    <a:off x="2422386" y="2810148"/>
                    <a:ext cx="549503" cy="54203"/>
                  </a:xfrm>
                  <a:custGeom>
                    <a:avLst/>
                    <a:gdLst/>
                    <a:ahLst/>
                    <a:cxnLst/>
                    <a:rect l="l" t="t" r="r" b="b"/>
                    <a:pathLst>
                      <a:path w="549503" h="54203" extrusionOk="0">
                        <a:moveTo>
                          <a:pt x="548046" y="-728"/>
                        </a:moveTo>
                        <a:lnTo>
                          <a:pt x="-89" y="24642"/>
                        </a:lnTo>
                        <a:lnTo>
                          <a:pt x="589" y="39288"/>
                        </a:lnTo>
                        <a:cubicBezTo>
                          <a:pt x="6002" y="44032"/>
                          <a:pt x="11378" y="48797"/>
                          <a:pt x="16907" y="53475"/>
                        </a:cubicBezTo>
                        <a:lnTo>
                          <a:pt x="549414" y="28827"/>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713" name="Google Shape;713;p39"/>
              <p:cNvGrpSpPr/>
              <p:nvPr/>
            </p:nvGrpSpPr>
            <p:grpSpPr>
              <a:xfrm rot="1413143" flipH="1">
                <a:off x="7314309" y="2598355"/>
                <a:ext cx="789583" cy="1282722"/>
                <a:chOff x="6434831" y="3097962"/>
                <a:chExt cx="804739" cy="1313905"/>
              </a:xfrm>
            </p:grpSpPr>
            <p:sp>
              <p:nvSpPr>
                <p:cNvPr id="714" name="Google Shape;714;p39"/>
                <p:cNvSpPr/>
                <p:nvPr/>
              </p:nvSpPr>
              <p:spPr>
                <a:xfrm>
                  <a:off x="6434831" y="3097962"/>
                  <a:ext cx="804739" cy="1313905"/>
                </a:xfrm>
                <a:custGeom>
                  <a:avLst/>
                  <a:gdLst/>
                  <a:ahLst/>
                  <a:cxnLst/>
                  <a:rect l="l" t="t" r="r" b="b"/>
                  <a:pathLst>
                    <a:path w="1051946" h="1717523" extrusionOk="0">
                      <a:moveTo>
                        <a:pt x="252087" y="-728"/>
                      </a:moveTo>
                      <a:cubicBezTo>
                        <a:pt x="-192638" y="430159"/>
                        <a:pt x="-90454" y="1501261"/>
                        <a:pt x="892054" y="1716796"/>
                      </a:cubicBezTo>
                      <a:cubicBezTo>
                        <a:pt x="1157488" y="1327487"/>
                        <a:pt x="1182379" y="443081"/>
                        <a:pt x="252087" y="-728"/>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15" name="Google Shape;715;p39"/>
                <p:cNvSpPr/>
                <p:nvPr/>
              </p:nvSpPr>
              <p:spPr>
                <a:xfrm>
                  <a:off x="6623112" y="3097962"/>
                  <a:ext cx="499761" cy="1313905"/>
                </a:xfrm>
                <a:custGeom>
                  <a:avLst/>
                  <a:gdLst/>
                  <a:ahLst/>
                  <a:cxnLst/>
                  <a:rect l="l" t="t" r="r" b="b"/>
                  <a:pathLst>
                    <a:path w="653283" h="1717523" extrusionOk="0">
                      <a:moveTo>
                        <a:pt x="653195" y="1706248"/>
                      </a:moveTo>
                      <a:lnTo>
                        <a:pt x="32013" y="11941"/>
                      </a:lnTo>
                      <a:cubicBezTo>
                        <a:pt x="23462" y="7705"/>
                        <a:pt x="14995" y="3431"/>
                        <a:pt x="6276" y="-728"/>
                      </a:cubicBezTo>
                      <a:cubicBezTo>
                        <a:pt x="4113" y="1368"/>
                        <a:pt x="2049" y="3579"/>
                        <a:pt x="-89" y="5705"/>
                      </a:cubicBezTo>
                      <a:lnTo>
                        <a:pt x="625444" y="1711884"/>
                      </a:lnTo>
                      <a:cubicBezTo>
                        <a:pt x="632385" y="1713514"/>
                        <a:pt x="639212" y="1715253"/>
                        <a:pt x="646243" y="1716796"/>
                      </a:cubicBezTo>
                      <a:cubicBezTo>
                        <a:pt x="648594" y="1713348"/>
                        <a:pt x="650882" y="1709773"/>
                        <a:pt x="653195" y="1706248"/>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716" name="Google Shape;716;p39"/>
            <p:cNvGrpSpPr/>
            <p:nvPr/>
          </p:nvGrpSpPr>
          <p:grpSpPr>
            <a:xfrm>
              <a:off x="6574665" y="3233383"/>
              <a:ext cx="1268881" cy="573576"/>
              <a:chOff x="7655123" y="5196511"/>
              <a:chExt cx="579107" cy="261765"/>
            </a:xfrm>
          </p:grpSpPr>
          <p:sp>
            <p:nvSpPr>
              <p:cNvPr id="717" name="Google Shape;717;p39"/>
              <p:cNvSpPr/>
              <p:nvPr/>
            </p:nvSpPr>
            <p:spPr>
              <a:xfrm>
                <a:off x="7655123" y="5196511"/>
                <a:ext cx="579107" cy="261765"/>
              </a:xfrm>
              <a:custGeom>
                <a:avLst/>
                <a:gdLst/>
                <a:ahLst/>
                <a:cxnLst/>
                <a:rect l="l" t="t" r="r" b="b"/>
                <a:pathLst>
                  <a:path w="579107" h="261765" extrusionOk="0">
                    <a:moveTo>
                      <a:pt x="408" y="6208"/>
                    </a:moveTo>
                    <a:cubicBezTo>
                      <a:pt x="102453" y="-5618"/>
                      <a:pt x="558898" y="12637"/>
                      <a:pt x="577385" y="184"/>
                    </a:cubicBezTo>
                    <a:cubicBezTo>
                      <a:pt x="577385" y="52775"/>
                      <a:pt x="581821" y="237558"/>
                      <a:pt x="577384" y="261949"/>
                    </a:cubicBezTo>
                    <a:cubicBezTo>
                      <a:pt x="549285" y="253819"/>
                      <a:pt x="19093" y="247905"/>
                      <a:pt x="8741" y="257514"/>
                    </a:cubicBezTo>
                    <a:cubicBezTo>
                      <a:pt x="-1611" y="267123"/>
                      <a:pt x="408" y="6208"/>
                      <a:pt x="408" y="6208"/>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18" name="Google Shape;718;p39"/>
              <p:cNvSpPr/>
              <p:nvPr/>
            </p:nvSpPr>
            <p:spPr>
              <a:xfrm>
                <a:off x="7683402" y="5210117"/>
                <a:ext cx="522550" cy="234553"/>
              </a:xfrm>
              <a:custGeom>
                <a:avLst/>
                <a:gdLst/>
                <a:ahLst/>
                <a:cxnLst/>
                <a:rect l="l" t="t" r="r" b="b"/>
                <a:pathLst>
                  <a:path w="522550" h="234553" extrusionOk="0">
                    <a:moveTo>
                      <a:pt x="521022" y="234738"/>
                    </a:moveTo>
                    <a:cubicBezTo>
                      <a:pt x="501321" y="229039"/>
                      <a:pt x="208113" y="224542"/>
                      <a:pt x="73932" y="226890"/>
                    </a:cubicBezTo>
                    <a:cubicBezTo>
                      <a:pt x="74168" y="223945"/>
                      <a:pt x="74286" y="220961"/>
                      <a:pt x="74286" y="217941"/>
                    </a:cubicBezTo>
                    <a:cubicBezTo>
                      <a:pt x="74286" y="170378"/>
                      <a:pt x="44654" y="131827"/>
                      <a:pt x="8105" y="131827"/>
                    </a:cubicBezTo>
                    <a:cubicBezTo>
                      <a:pt x="5664" y="131826"/>
                      <a:pt x="3226" y="131999"/>
                      <a:pt x="809" y="132344"/>
                    </a:cubicBezTo>
                    <a:cubicBezTo>
                      <a:pt x="-125" y="71099"/>
                      <a:pt x="392" y="3969"/>
                      <a:pt x="392" y="3969"/>
                    </a:cubicBezTo>
                    <a:cubicBezTo>
                      <a:pt x="68841" y="-3959"/>
                      <a:pt x="313978" y="3104"/>
                      <a:pt x="442161" y="2630"/>
                    </a:cubicBezTo>
                    <a:cubicBezTo>
                      <a:pt x="445638" y="45927"/>
                      <a:pt x="473775" y="79676"/>
                      <a:pt x="507975" y="79676"/>
                    </a:cubicBezTo>
                    <a:cubicBezTo>
                      <a:pt x="512693" y="79676"/>
                      <a:pt x="517389" y="79031"/>
                      <a:pt x="521931" y="77757"/>
                    </a:cubicBezTo>
                    <a:cubicBezTo>
                      <a:pt x="522816" y="142503"/>
                      <a:pt x="523664" y="220202"/>
                      <a:pt x="521022" y="234738"/>
                    </a:cubicBezTo>
                    <a:close/>
                  </a:path>
                </a:pathLst>
              </a:custGeom>
              <a:solidFill>
                <a:srgbClr val="FFFFFF">
                  <a:alpha val="2975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19" name="Google Shape;719;p39"/>
              <p:cNvSpPr/>
              <p:nvPr/>
            </p:nvSpPr>
            <p:spPr>
              <a:xfrm rot="-2700000">
                <a:off x="7862627" y="5245315"/>
                <a:ext cx="164228" cy="164155"/>
              </a:xfrm>
              <a:custGeom>
                <a:avLst/>
                <a:gdLst/>
                <a:ahLst/>
                <a:cxnLst/>
                <a:rect l="l" t="t" r="r" b="b"/>
                <a:pathLst>
                  <a:path w="164137" h="164064" extrusionOk="0">
                    <a:moveTo>
                      <a:pt x="164386" y="82217"/>
                    </a:moveTo>
                    <a:cubicBezTo>
                      <a:pt x="164386" y="127522"/>
                      <a:pt x="127643" y="164249"/>
                      <a:pt x="82318" y="164249"/>
                    </a:cubicBezTo>
                    <a:cubicBezTo>
                      <a:pt x="36993" y="164249"/>
                      <a:pt x="249" y="127522"/>
                      <a:pt x="249" y="82217"/>
                    </a:cubicBezTo>
                    <a:cubicBezTo>
                      <a:pt x="249" y="36911"/>
                      <a:pt x="36993" y="184"/>
                      <a:pt x="82318" y="184"/>
                    </a:cubicBezTo>
                    <a:cubicBezTo>
                      <a:pt x="127643" y="184"/>
                      <a:pt x="164386" y="36911"/>
                      <a:pt x="164386" y="82217"/>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20" name="Google Shape;720;p39"/>
              <p:cNvSpPr/>
              <p:nvPr/>
            </p:nvSpPr>
            <p:spPr>
              <a:xfrm>
                <a:off x="7906256" y="5260196"/>
                <a:ext cx="76840" cy="134394"/>
              </a:xfrm>
              <a:custGeom>
                <a:avLst/>
                <a:gdLst/>
                <a:ahLst/>
                <a:cxnLst/>
                <a:rect l="l" t="t" r="r" b="b"/>
                <a:pathLst>
                  <a:path w="76840" h="134394" extrusionOk="0">
                    <a:moveTo>
                      <a:pt x="77090" y="88267"/>
                    </a:moveTo>
                    <a:cubicBezTo>
                      <a:pt x="77090" y="69661"/>
                      <a:pt x="61254" y="64559"/>
                      <a:pt x="46269" y="60901"/>
                    </a:cubicBezTo>
                    <a:lnTo>
                      <a:pt x="46269" y="33082"/>
                    </a:lnTo>
                    <a:cubicBezTo>
                      <a:pt x="53757" y="34013"/>
                      <a:pt x="60973" y="36475"/>
                      <a:pt x="67468" y="40313"/>
                    </a:cubicBezTo>
                    <a:lnTo>
                      <a:pt x="73103" y="26436"/>
                    </a:lnTo>
                    <a:cubicBezTo>
                      <a:pt x="64968" y="21526"/>
                      <a:pt x="55757" y="18671"/>
                      <a:pt x="46269" y="18119"/>
                    </a:cubicBezTo>
                    <a:lnTo>
                      <a:pt x="46269" y="184"/>
                    </a:lnTo>
                    <a:lnTo>
                      <a:pt x="31070" y="184"/>
                    </a:lnTo>
                    <a:lnTo>
                      <a:pt x="31070" y="18626"/>
                    </a:lnTo>
                    <a:cubicBezTo>
                      <a:pt x="11544" y="21555"/>
                      <a:pt x="2311" y="33222"/>
                      <a:pt x="2311" y="46634"/>
                    </a:cubicBezTo>
                    <a:cubicBezTo>
                      <a:pt x="2311" y="64566"/>
                      <a:pt x="16719" y="70069"/>
                      <a:pt x="31070" y="73727"/>
                    </a:cubicBezTo>
                    <a:lnTo>
                      <a:pt x="31070" y="101495"/>
                    </a:lnTo>
                    <a:cubicBezTo>
                      <a:pt x="22125" y="100322"/>
                      <a:pt x="13638" y="96853"/>
                      <a:pt x="6434" y="91426"/>
                    </a:cubicBezTo>
                    <a:lnTo>
                      <a:pt x="249" y="105304"/>
                    </a:lnTo>
                    <a:cubicBezTo>
                      <a:pt x="9229" y="111926"/>
                      <a:pt x="19932" y="115814"/>
                      <a:pt x="31070" y="116500"/>
                    </a:cubicBezTo>
                    <a:lnTo>
                      <a:pt x="31070" y="134579"/>
                    </a:lnTo>
                    <a:lnTo>
                      <a:pt x="46269" y="134579"/>
                    </a:lnTo>
                    <a:lnTo>
                      <a:pt x="46269" y="116396"/>
                    </a:lnTo>
                    <a:cubicBezTo>
                      <a:pt x="67141" y="113964"/>
                      <a:pt x="77090" y="101990"/>
                      <a:pt x="77090" y="88267"/>
                    </a:cubicBezTo>
                    <a:close/>
                    <a:moveTo>
                      <a:pt x="20043" y="45809"/>
                    </a:moveTo>
                    <a:cubicBezTo>
                      <a:pt x="20043" y="40427"/>
                      <a:pt x="23352" y="35874"/>
                      <a:pt x="31070" y="33862"/>
                    </a:cubicBezTo>
                    <a:lnTo>
                      <a:pt x="31070" y="56905"/>
                    </a:lnTo>
                    <a:cubicBezTo>
                      <a:pt x="24569" y="54660"/>
                      <a:pt x="20043" y="51575"/>
                      <a:pt x="20043" y="45809"/>
                    </a:cubicBezTo>
                    <a:close/>
                    <a:moveTo>
                      <a:pt x="46269" y="101368"/>
                    </a:moveTo>
                    <a:lnTo>
                      <a:pt x="46269" y="77573"/>
                    </a:lnTo>
                    <a:cubicBezTo>
                      <a:pt x="53929" y="79901"/>
                      <a:pt x="59495" y="83030"/>
                      <a:pt x="59495" y="89503"/>
                    </a:cubicBezTo>
                    <a:cubicBezTo>
                      <a:pt x="59495" y="95195"/>
                      <a:pt x="55476" y="99750"/>
                      <a:pt x="46269" y="101368"/>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721" name="Google Shape;721;p39"/>
              <p:cNvGrpSpPr/>
              <p:nvPr/>
            </p:nvGrpSpPr>
            <p:grpSpPr>
              <a:xfrm>
                <a:off x="7811076" y="5311616"/>
                <a:ext cx="267200" cy="31554"/>
                <a:chOff x="7811076" y="5311616"/>
                <a:chExt cx="267200" cy="31554"/>
              </a:xfrm>
            </p:grpSpPr>
            <p:sp>
              <p:nvSpPr>
                <p:cNvPr id="722" name="Google Shape;722;p39"/>
                <p:cNvSpPr/>
                <p:nvPr/>
              </p:nvSpPr>
              <p:spPr>
                <a:xfrm>
                  <a:off x="8046708" y="5311616"/>
                  <a:ext cx="31568" cy="31554"/>
                </a:xfrm>
                <a:custGeom>
                  <a:avLst/>
                  <a:gdLst/>
                  <a:ahLst/>
                  <a:cxnLst/>
                  <a:rect l="l" t="t" r="r" b="b"/>
                  <a:pathLst>
                    <a:path w="31568" h="31554" extrusionOk="0">
                      <a:moveTo>
                        <a:pt x="31818" y="15962"/>
                      </a:moveTo>
                      <a:cubicBezTo>
                        <a:pt x="31818" y="24675"/>
                        <a:pt x="24751" y="31739"/>
                        <a:pt x="16033" y="31739"/>
                      </a:cubicBezTo>
                      <a:cubicBezTo>
                        <a:pt x="7316" y="31739"/>
                        <a:pt x="249" y="24675"/>
                        <a:pt x="249" y="15961"/>
                      </a:cubicBezTo>
                      <a:cubicBezTo>
                        <a:pt x="249" y="7248"/>
                        <a:pt x="7316" y="184"/>
                        <a:pt x="16033" y="184"/>
                      </a:cubicBezTo>
                      <a:cubicBezTo>
                        <a:pt x="24751" y="184"/>
                        <a:pt x="31818" y="7248"/>
                        <a:pt x="31818" y="15962"/>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23" name="Google Shape;723;p39"/>
                <p:cNvSpPr/>
                <p:nvPr/>
              </p:nvSpPr>
              <p:spPr>
                <a:xfrm>
                  <a:off x="7811076" y="5311616"/>
                  <a:ext cx="31568" cy="31554"/>
                </a:xfrm>
                <a:custGeom>
                  <a:avLst/>
                  <a:gdLst/>
                  <a:ahLst/>
                  <a:cxnLst/>
                  <a:rect l="l" t="t" r="r" b="b"/>
                  <a:pathLst>
                    <a:path w="31568" h="31554" extrusionOk="0">
                      <a:moveTo>
                        <a:pt x="31818" y="15961"/>
                      </a:moveTo>
                      <a:cubicBezTo>
                        <a:pt x="31818" y="24675"/>
                        <a:pt x="24751" y="31739"/>
                        <a:pt x="16034" y="31739"/>
                      </a:cubicBezTo>
                      <a:cubicBezTo>
                        <a:pt x="7316" y="31739"/>
                        <a:pt x="249" y="24675"/>
                        <a:pt x="249" y="15962"/>
                      </a:cubicBezTo>
                      <a:cubicBezTo>
                        <a:pt x="249" y="7248"/>
                        <a:pt x="7316" y="184"/>
                        <a:pt x="16033" y="184"/>
                      </a:cubicBezTo>
                      <a:cubicBezTo>
                        <a:pt x="24750" y="184"/>
                        <a:pt x="31817" y="7248"/>
                        <a:pt x="31818" y="15961"/>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724" name="Google Shape;724;p39"/>
            <p:cNvGrpSpPr/>
            <p:nvPr/>
          </p:nvGrpSpPr>
          <p:grpSpPr>
            <a:xfrm>
              <a:off x="5083561" y="1358329"/>
              <a:ext cx="2303909" cy="2451951"/>
              <a:chOff x="6974497" y="4340709"/>
              <a:chExt cx="1051470" cy="1118985"/>
            </a:xfrm>
          </p:grpSpPr>
          <p:sp>
            <p:nvSpPr>
              <p:cNvPr id="725" name="Google Shape;725;p39"/>
              <p:cNvSpPr/>
              <p:nvPr/>
            </p:nvSpPr>
            <p:spPr>
              <a:xfrm>
                <a:off x="7531949" y="4412099"/>
                <a:ext cx="491948" cy="505671"/>
              </a:xfrm>
              <a:custGeom>
                <a:avLst/>
                <a:gdLst/>
                <a:ahLst/>
                <a:cxnLst/>
                <a:rect l="l" t="t" r="r" b="b"/>
                <a:pathLst>
                  <a:path w="491948" h="505671" extrusionOk="0">
                    <a:moveTo>
                      <a:pt x="26032" y="184"/>
                    </a:moveTo>
                    <a:lnTo>
                      <a:pt x="249" y="293424"/>
                    </a:lnTo>
                    <a:cubicBezTo>
                      <a:pt x="93533" y="306361"/>
                      <a:pt x="169661" y="374526"/>
                      <a:pt x="192752" y="465789"/>
                    </a:cubicBezTo>
                    <a:cubicBezTo>
                      <a:pt x="196092" y="478925"/>
                      <a:pt x="198242" y="492334"/>
                      <a:pt x="199175" y="505855"/>
                    </a:cubicBezTo>
                    <a:lnTo>
                      <a:pt x="492197" y="476969"/>
                    </a:lnTo>
                    <a:cubicBezTo>
                      <a:pt x="490479" y="456845"/>
                      <a:pt x="487578" y="436840"/>
                      <a:pt x="483510" y="417056"/>
                    </a:cubicBezTo>
                    <a:cubicBezTo>
                      <a:pt x="437703" y="193576"/>
                      <a:pt x="252882" y="25159"/>
                      <a:pt x="26032" y="184"/>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26" name="Google Shape;726;p39"/>
              <p:cNvSpPr/>
              <p:nvPr/>
            </p:nvSpPr>
            <p:spPr>
              <a:xfrm>
                <a:off x="6974497" y="4502019"/>
                <a:ext cx="399466" cy="858045"/>
              </a:xfrm>
              <a:custGeom>
                <a:avLst/>
                <a:gdLst/>
                <a:ahLst/>
                <a:cxnLst/>
                <a:rect l="l" t="t" r="r" b="b"/>
                <a:pathLst>
                  <a:path w="399466" h="858045" extrusionOk="0">
                    <a:moveTo>
                      <a:pt x="2991" y="379205"/>
                    </a:moveTo>
                    <a:cubicBezTo>
                      <a:pt x="-14975" y="554384"/>
                      <a:pt x="56155" y="726893"/>
                      <a:pt x="192389" y="838548"/>
                    </a:cubicBezTo>
                    <a:cubicBezTo>
                      <a:pt x="200691" y="845369"/>
                      <a:pt x="209196" y="851969"/>
                      <a:pt x="217917" y="858230"/>
                    </a:cubicBezTo>
                    <a:lnTo>
                      <a:pt x="399715" y="626145"/>
                    </a:lnTo>
                    <a:cubicBezTo>
                      <a:pt x="391087" y="620577"/>
                      <a:pt x="382857" y="614415"/>
                      <a:pt x="375087" y="607702"/>
                    </a:cubicBezTo>
                    <a:cubicBezTo>
                      <a:pt x="278264" y="524463"/>
                      <a:pt x="267283" y="378528"/>
                      <a:pt x="350559" y="281748"/>
                    </a:cubicBezTo>
                    <a:cubicBezTo>
                      <a:pt x="363788" y="266373"/>
                      <a:pt x="378985" y="252805"/>
                      <a:pt x="395757" y="241394"/>
                    </a:cubicBezTo>
                    <a:lnTo>
                      <a:pt x="227179" y="184"/>
                    </a:lnTo>
                    <a:cubicBezTo>
                      <a:pt x="100404" y="87498"/>
                      <a:pt x="18427" y="226093"/>
                      <a:pt x="2991" y="379205"/>
                    </a:cubicBezTo>
                    <a:close/>
                  </a:path>
                </a:pathLst>
              </a:custGeom>
              <a:solidFill>
                <a:schemeClr val="accen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27" name="Google Shape;727;p39"/>
              <p:cNvSpPr/>
              <p:nvPr/>
            </p:nvSpPr>
            <p:spPr>
              <a:xfrm>
                <a:off x="7166637" y="4828972"/>
                <a:ext cx="859330" cy="630722"/>
              </a:xfrm>
              <a:custGeom>
                <a:avLst/>
                <a:gdLst/>
                <a:ahLst/>
                <a:cxnLst/>
                <a:rect l="l" t="t" r="r" b="b"/>
                <a:pathLst>
                  <a:path w="859330" h="630722" extrusionOk="0">
                    <a:moveTo>
                      <a:pt x="310330" y="335488"/>
                    </a:moveTo>
                    <a:cubicBezTo>
                      <a:pt x="437480" y="348366"/>
                      <a:pt x="550999" y="255776"/>
                      <a:pt x="563882" y="128682"/>
                    </a:cubicBezTo>
                    <a:cubicBezTo>
                      <a:pt x="566591" y="101958"/>
                      <a:pt x="564622" y="74966"/>
                      <a:pt x="558064" y="48917"/>
                    </a:cubicBezTo>
                    <a:lnTo>
                      <a:pt x="848821" y="184"/>
                    </a:lnTo>
                    <a:cubicBezTo>
                      <a:pt x="906978" y="284506"/>
                      <a:pt x="723534" y="562120"/>
                      <a:pt x="439086" y="620252"/>
                    </a:cubicBezTo>
                    <a:cubicBezTo>
                      <a:pt x="283901" y="651967"/>
                      <a:pt x="122681" y="612049"/>
                      <a:pt x="249" y="511596"/>
                    </a:cubicBezTo>
                    <a:lnTo>
                      <a:pt x="182946" y="280749"/>
                    </a:lnTo>
                    <a:cubicBezTo>
                      <a:pt x="218769" y="311651"/>
                      <a:pt x="263248" y="330765"/>
                      <a:pt x="310330" y="335488"/>
                    </a:cubicBezTo>
                    <a:close/>
                  </a:path>
                </a:pathLst>
              </a:custGeom>
              <a:solidFill>
                <a:schemeClr val="accen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28" name="Google Shape;728;p39"/>
              <p:cNvSpPr/>
              <p:nvPr/>
            </p:nvSpPr>
            <p:spPr>
              <a:xfrm>
                <a:off x="7186718" y="4340709"/>
                <a:ext cx="351396" cy="338214"/>
              </a:xfrm>
              <a:custGeom>
                <a:avLst/>
                <a:gdLst/>
                <a:ahLst/>
                <a:cxnLst/>
                <a:rect l="l" t="t" r="r" b="b"/>
                <a:pathLst>
                  <a:path w="351396" h="338214" extrusionOk="0">
                    <a:moveTo>
                      <a:pt x="351645" y="2281"/>
                    </a:moveTo>
                    <a:lnTo>
                      <a:pt x="323680" y="295246"/>
                    </a:lnTo>
                    <a:cubicBezTo>
                      <a:pt x="269881" y="290840"/>
                      <a:pt x="216244" y="305486"/>
                      <a:pt x="172159" y="336621"/>
                    </a:cubicBezTo>
                    <a:cubicBezTo>
                      <a:pt x="171324" y="337208"/>
                      <a:pt x="170489" y="337796"/>
                      <a:pt x="169737" y="338399"/>
                    </a:cubicBezTo>
                    <a:lnTo>
                      <a:pt x="249" y="97846"/>
                    </a:lnTo>
                    <a:cubicBezTo>
                      <a:pt x="1050" y="97209"/>
                      <a:pt x="1835" y="96656"/>
                      <a:pt x="2670" y="96068"/>
                    </a:cubicBezTo>
                    <a:cubicBezTo>
                      <a:pt x="104183" y="24419"/>
                      <a:pt x="227873" y="-8823"/>
                      <a:pt x="351645" y="2281"/>
                    </a:cubicBez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729" name="Google Shape;729;p39"/>
            <p:cNvGrpSpPr/>
            <p:nvPr/>
          </p:nvGrpSpPr>
          <p:grpSpPr>
            <a:xfrm>
              <a:off x="6308435" y="2688993"/>
              <a:ext cx="1376995" cy="1101429"/>
              <a:chOff x="7533618" y="4948066"/>
              <a:chExt cx="628449" cy="502663"/>
            </a:xfrm>
          </p:grpSpPr>
          <p:sp>
            <p:nvSpPr>
              <p:cNvPr id="730" name="Google Shape;730;p39"/>
              <p:cNvSpPr/>
              <p:nvPr/>
            </p:nvSpPr>
            <p:spPr>
              <a:xfrm>
                <a:off x="7533618" y="4948066"/>
                <a:ext cx="628449" cy="502663"/>
              </a:xfrm>
              <a:custGeom>
                <a:avLst/>
                <a:gdLst/>
                <a:ahLst/>
                <a:cxnLst/>
                <a:rect l="l" t="t" r="r" b="b"/>
                <a:pathLst>
                  <a:path w="628449" h="502663" extrusionOk="0">
                    <a:moveTo>
                      <a:pt x="249" y="287030"/>
                    </a:moveTo>
                    <a:cubicBezTo>
                      <a:pt x="83527" y="226907"/>
                      <a:pt x="490784" y="20074"/>
                      <a:pt x="500834" y="184"/>
                    </a:cubicBezTo>
                    <a:cubicBezTo>
                      <a:pt x="526523" y="46080"/>
                      <a:pt x="620656" y="205176"/>
                      <a:pt x="628698" y="228627"/>
                    </a:cubicBezTo>
                    <a:cubicBezTo>
                      <a:pt x="600205" y="235246"/>
                      <a:pt x="134617" y="488839"/>
                      <a:pt x="130277" y="502277"/>
                    </a:cubicBezTo>
                    <a:cubicBezTo>
                      <a:pt x="125936" y="515715"/>
                      <a:pt x="249" y="287030"/>
                      <a:pt x="249" y="287030"/>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31" name="Google Shape;731;p39"/>
              <p:cNvSpPr/>
              <p:nvPr/>
            </p:nvSpPr>
            <p:spPr>
              <a:xfrm>
                <a:off x="7563834" y="5014269"/>
                <a:ext cx="567077" cy="375422"/>
              </a:xfrm>
              <a:custGeom>
                <a:avLst/>
                <a:gdLst/>
                <a:ahLst/>
                <a:cxnLst/>
                <a:rect l="l" t="t" r="r" b="b"/>
                <a:pathLst>
                  <a:path w="567077" h="375422" extrusionOk="0">
                    <a:moveTo>
                      <a:pt x="567327" y="164257"/>
                    </a:moveTo>
                    <a:cubicBezTo>
                      <a:pt x="547350" y="168899"/>
                      <a:pt x="289272" y="308071"/>
                      <a:pt x="173317" y="375607"/>
                    </a:cubicBezTo>
                    <a:cubicBezTo>
                      <a:pt x="172085" y="372920"/>
                      <a:pt x="170731" y="370259"/>
                      <a:pt x="169256" y="367623"/>
                    </a:cubicBezTo>
                    <a:cubicBezTo>
                      <a:pt x="146023" y="326116"/>
                      <a:pt x="101331" y="306934"/>
                      <a:pt x="69436" y="324771"/>
                    </a:cubicBezTo>
                    <a:cubicBezTo>
                      <a:pt x="67305" y="325962"/>
                      <a:pt x="65262" y="327302"/>
                      <a:pt x="63321" y="328783"/>
                    </a:cubicBezTo>
                    <a:cubicBezTo>
                      <a:pt x="32588" y="275791"/>
                      <a:pt x="249" y="216954"/>
                      <a:pt x="249" y="216954"/>
                    </a:cubicBezTo>
                    <a:cubicBezTo>
                      <a:pt x="56113" y="176629"/>
                      <a:pt x="273494" y="63156"/>
                      <a:pt x="385128" y="184"/>
                    </a:cubicBezTo>
                    <a:cubicBezTo>
                      <a:pt x="409311" y="36272"/>
                      <a:pt x="450352" y="51993"/>
                      <a:pt x="480198" y="35302"/>
                    </a:cubicBezTo>
                    <a:cubicBezTo>
                      <a:pt x="484316" y="32999"/>
                      <a:pt x="488099" y="30144"/>
                      <a:pt x="491441" y="26816"/>
                    </a:cubicBezTo>
                    <a:cubicBezTo>
                      <a:pt x="523839" y="82888"/>
                      <a:pt x="562532" y="150282"/>
                      <a:pt x="567327" y="164257"/>
                    </a:cubicBezTo>
                    <a:close/>
                  </a:path>
                </a:pathLst>
              </a:custGeom>
              <a:solidFill>
                <a:srgbClr val="FFFFFF">
                  <a:alpha val="2975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32" name="Google Shape;732;p39"/>
              <p:cNvSpPr/>
              <p:nvPr/>
            </p:nvSpPr>
            <p:spPr>
              <a:xfrm rot="-1174028">
                <a:off x="7765051" y="5120699"/>
                <a:ext cx="164181" cy="164108"/>
              </a:xfrm>
              <a:custGeom>
                <a:avLst/>
                <a:gdLst/>
                <a:ahLst/>
                <a:cxnLst/>
                <a:rect l="l" t="t" r="r" b="b"/>
                <a:pathLst>
                  <a:path w="164137" h="164064" extrusionOk="0">
                    <a:moveTo>
                      <a:pt x="164386" y="82217"/>
                    </a:moveTo>
                    <a:cubicBezTo>
                      <a:pt x="164386" y="127522"/>
                      <a:pt x="127643" y="164249"/>
                      <a:pt x="82318" y="164249"/>
                    </a:cubicBezTo>
                    <a:cubicBezTo>
                      <a:pt x="36993" y="164249"/>
                      <a:pt x="249" y="127522"/>
                      <a:pt x="249" y="82217"/>
                    </a:cubicBezTo>
                    <a:cubicBezTo>
                      <a:pt x="249" y="36911"/>
                      <a:pt x="36993" y="184"/>
                      <a:pt x="82318" y="184"/>
                    </a:cubicBezTo>
                    <a:cubicBezTo>
                      <a:pt x="127643" y="184"/>
                      <a:pt x="164386" y="36911"/>
                      <a:pt x="164386" y="82217"/>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33" name="Google Shape;733;p39"/>
              <p:cNvSpPr/>
              <p:nvPr/>
            </p:nvSpPr>
            <p:spPr>
              <a:xfrm>
                <a:off x="7801876" y="5140287"/>
                <a:ext cx="92371" cy="124704"/>
              </a:xfrm>
              <a:custGeom>
                <a:avLst/>
                <a:gdLst/>
                <a:ahLst/>
                <a:cxnLst/>
                <a:rect l="l" t="t" r="r" b="b"/>
                <a:pathLst>
                  <a:path w="92371" h="124704" extrusionOk="0">
                    <a:moveTo>
                      <a:pt x="89266" y="62011"/>
                    </a:moveTo>
                    <a:cubicBezTo>
                      <a:pt x="80178" y="45775"/>
                      <a:pt x="63866" y="49051"/>
                      <a:pt x="49002" y="53172"/>
                    </a:cubicBezTo>
                    <a:lnTo>
                      <a:pt x="35413" y="28894"/>
                    </a:lnTo>
                    <a:cubicBezTo>
                      <a:pt x="42403" y="26053"/>
                      <a:pt x="49902" y="24679"/>
                      <a:pt x="57445" y="24859"/>
                    </a:cubicBezTo>
                    <a:lnTo>
                      <a:pt x="55585" y="9998"/>
                    </a:lnTo>
                    <a:cubicBezTo>
                      <a:pt x="46087" y="9683"/>
                      <a:pt x="36654" y="11687"/>
                      <a:pt x="28105" y="15836"/>
                    </a:cubicBezTo>
                    <a:lnTo>
                      <a:pt x="19344" y="184"/>
                    </a:lnTo>
                    <a:lnTo>
                      <a:pt x="6079" y="7602"/>
                    </a:lnTo>
                    <a:lnTo>
                      <a:pt x="15087" y="23695"/>
                    </a:lnTo>
                    <a:cubicBezTo>
                      <a:pt x="-522" y="35781"/>
                      <a:pt x="-2880" y="50470"/>
                      <a:pt x="3671" y="62174"/>
                    </a:cubicBezTo>
                    <a:cubicBezTo>
                      <a:pt x="12429" y="77823"/>
                      <a:pt x="27691" y="75595"/>
                      <a:pt x="42003" y="71783"/>
                    </a:cubicBezTo>
                    <a:lnTo>
                      <a:pt x="55566" y="96016"/>
                    </a:lnTo>
                    <a:cubicBezTo>
                      <a:pt x="47188" y="99357"/>
                      <a:pt x="38087" y="100472"/>
                      <a:pt x="29149" y="99252"/>
                    </a:cubicBezTo>
                    <a:lnTo>
                      <a:pt x="30529" y="114382"/>
                    </a:lnTo>
                    <a:cubicBezTo>
                      <a:pt x="41601" y="115778"/>
                      <a:pt x="52840" y="113948"/>
                      <a:pt x="62896" y="109111"/>
                    </a:cubicBezTo>
                    <a:lnTo>
                      <a:pt x="71727" y="124888"/>
                    </a:lnTo>
                    <a:lnTo>
                      <a:pt x="84991" y="117470"/>
                    </a:lnTo>
                    <a:lnTo>
                      <a:pt x="76109" y="101602"/>
                    </a:lnTo>
                    <a:cubicBezTo>
                      <a:pt x="93137" y="89294"/>
                      <a:pt x="95970" y="73989"/>
                      <a:pt x="89266" y="62011"/>
                    </a:cubicBezTo>
                    <a:close/>
                    <a:moveTo>
                      <a:pt x="18743" y="52800"/>
                    </a:moveTo>
                    <a:cubicBezTo>
                      <a:pt x="16114" y="48103"/>
                      <a:pt x="16777" y="42515"/>
                      <a:pt x="22530" y="36993"/>
                    </a:cubicBezTo>
                    <a:lnTo>
                      <a:pt x="33786" y="57103"/>
                    </a:lnTo>
                    <a:cubicBezTo>
                      <a:pt x="27016" y="58316"/>
                      <a:pt x="21559" y="57832"/>
                      <a:pt x="18743" y="52800"/>
                    </a:cubicBezTo>
                    <a:close/>
                    <a:moveTo>
                      <a:pt x="68769" y="88487"/>
                    </a:moveTo>
                    <a:lnTo>
                      <a:pt x="57146" y="67722"/>
                    </a:lnTo>
                    <a:cubicBezTo>
                      <a:pt x="64967" y="66015"/>
                      <a:pt x="71353" y="66029"/>
                      <a:pt x="74515" y="71678"/>
                    </a:cubicBezTo>
                    <a:cubicBezTo>
                      <a:pt x="77296" y="76645"/>
                      <a:pt x="76013" y="82582"/>
                      <a:pt x="68769" y="88487"/>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734" name="Google Shape;734;p39"/>
              <p:cNvGrpSpPr/>
              <p:nvPr/>
            </p:nvGrpSpPr>
            <p:grpSpPr>
              <a:xfrm>
                <a:off x="7728557" y="5129363"/>
                <a:ext cx="237207" cy="146554"/>
                <a:chOff x="7728557" y="5129363"/>
                <a:chExt cx="237207" cy="146554"/>
              </a:xfrm>
            </p:grpSpPr>
            <p:sp>
              <p:nvSpPr>
                <p:cNvPr id="735" name="Google Shape;735;p39"/>
                <p:cNvSpPr/>
                <p:nvPr/>
              </p:nvSpPr>
              <p:spPr>
                <a:xfrm>
                  <a:off x="7934196" y="5129363"/>
                  <a:ext cx="31568" cy="31554"/>
                </a:xfrm>
                <a:custGeom>
                  <a:avLst/>
                  <a:gdLst/>
                  <a:ahLst/>
                  <a:cxnLst/>
                  <a:rect l="l" t="t" r="r" b="b"/>
                  <a:pathLst>
                    <a:path w="31568" h="31554" extrusionOk="0">
                      <a:moveTo>
                        <a:pt x="31568" y="15777"/>
                      </a:moveTo>
                      <a:cubicBezTo>
                        <a:pt x="31568" y="24491"/>
                        <a:pt x="24502" y="31555"/>
                        <a:pt x="15784" y="31555"/>
                      </a:cubicBezTo>
                      <a:cubicBezTo>
                        <a:pt x="7067" y="31555"/>
                        <a:pt x="-1" y="24491"/>
                        <a:pt x="-1" y="15777"/>
                      </a:cubicBezTo>
                      <a:cubicBezTo>
                        <a:pt x="-1" y="7064"/>
                        <a:pt x="7066" y="0"/>
                        <a:pt x="15784" y="0"/>
                      </a:cubicBezTo>
                      <a:cubicBezTo>
                        <a:pt x="24501" y="0"/>
                        <a:pt x="31568" y="7063"/>
                        <a:pt x="31568" y="15777"/>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36" name="Google Shape;736;p39"/>
                <p:cNvSpPr/>
                <p:nvPr/>
              </p:nvSpPr>
              <p:spPr>
                <a:xfrm>
                  <a:off x="7728557" y="5244358"/>
                  <a:ext cx="31573" cy="31559"/>
                </a:xfrm>
                <a:custGeom>
                  <a:avLst/>
                  <a:gdLst/>
                  <a:ahLst/>
                  <a:cxnLst/>
                  <a:rect l="l" t="t" r="r" b="b"/>
                  <a:pathLst>
                    <a:path w="31573" h="31559" extrusionOk="0">
                      <a:moveTo>
                        <a:pt x="29811" y="8261"/>
                      </a:moveTo>
                      <a:cubicBezTo>
                        <a:pt x="34067" y="15865"/>
                        <a:pt x="31350" y="25478"/>
                        <a:pt x="23743" y="29733"/>
                      </a:cubicBezTo>
                      <a:cubicBezTo>
                        <a:pt x="16135" y="33987"/>
                        <a:pt x="6517" y="31271"/>
                        <a:pt x="2261" y="23667"/>
                      </a:cubicBezTo>
                      <a:cubicBezTo>
                        <a:pt x="-1995" y="16063"/>
                        <a:pt x="722" y="6450"/>
                        <a:pt x="8329" y="2195"/>
                      </a:cubicBezTo>
                      <a:cubicBezTo>
                        <a:pt x="15937" y="-2059"/>
                        <a:pt x="25554" y="656"/>
                        <a:pt x="29810" y="8260"/>
                      </a:cubicBezTo>
                      <a:cubicBezTo>
                        <a:pt x="29810" y="8260"/>
                        <a:pt x="29811" y="8260"/>
                        <a:pt x="29811" y="8261"/>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737" name="Google Shape;737;p39"/>
            <p:cNvGrpSpPr/>
            <p:nvPr/>
          </p:nvGrpSpPr>
          <p:grpSpPr>
            <a:xfrm>
              <a:off x="6492104" y="3492521"/>
              <a:ext cx="502652" cy="331104"/>
              <a:chOff x="5001278" y="4119044"/>
              <a:chExt cx="1082152" cy="712694"/>
            </a:xfrm>
          </p:grpSpPr>
          <p:grpSp>
            <p:nvGrpSpPr>
              <p:cNvPr id="738" name="Google Shape;738;p39"/>
              <p:cNvGrpSpPr/>
              <p:nvPr/>
            </p:nvGrpSpPr>
            <p:grpSpPr>
              <a:xfrm>
                <a:off x="5071681" y="4687425"/>
                <a:ext cx="971753" cy="144313"/>
                <a:chOff x="6979691" y="5407002"/>
                <a:chExt cx="391268" cy="58104"/>
              </a:xfrm>
            </p:grpSpPr>
            <p:sp>
              <p:nvSpPr>
                <p:cNvPr id="739" name="Google Shape;739;p39"/>
                <p:cNvSpPr/>
                <p:nvPr/>
              </p:nvSpPr>
              <p:spPr>
                <a:xfrm>
                  <a:off x="7240198" y="5408616"/>
                  <a:ext cx="129745" cy="54877"/>
                </a:xfrm>
                <a:custGeom>
                  <a:avLst/>
                  <a:gdLst/>
                  <a:ahLst/>
                  <a:cxnLst/>
                  <a:rect l="l" t="t" r="r" b="b"/>
                  <a:pathLst>
                    <a:path w="129745" h="54877" extrusionOk="0">
                      <a:moveTo>
                        <a:pt x="0" y="0"/>
                      </a:moveTo>
                      <a:lnTo>
                        <a:pt x="129745" y="0"/>
                      </a:lnTo>
                      <a:lnTo>
                        <a:pt x="129745"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40" name="Google Shape;740;p39"/>
                <p:cNvSpPr/>
                <p:nvPr/>
              </p:nvSpPr>
              <p:spPr>
                <a:xfrm>
                  <a:off x="7110452" y="5408616"/>
                  <a:ext cx="129745" cy="54877"/>
                </a:xfrm>
                <a:custGeom>
                  <a:avLst/>
                  <a:gdLst/>
                  <a:ahLst/>
                  <a:cxnLst/>
                  <a:rect l="l" t="t" r="r" b="b"/>
                  <a:pathLst>
                    <a:path w="129745" h="54877" extrusionOk="0">
                      <a:moveTo>
                        <a:pt x="0" y="0"/>
                      </a:moveTo>
                      <a:lnTo>
                        <a:pt x="129746" y="0"/>
                      </a:lnTo>
                      <a:lnTo>
                        <a:pt x="129746"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41" name="Google Shape;741;p39"/>
                <p:cNvSpPr/>
                <p:nvPr/>
              </p:nvSpPr>
              <p:spPr>
                <a:xfrm>
                  <a:off x="6980707" y="5408616"/>
                  <a:ext cx="129745" cy="54877"/>
                </a:xfrm>
                <a:custGeom>
                  <a:avLst/>
                  <a:gdLst/>
                  <a:ahLst/>
                  <a:cxnLst/>
                  <a:rect l="l" t="t" r="r" b="b"/>
                  <a:pathLst>
                    <a:path w="129745" h="54877" extrusionOk="0">
                      <a:moveTo>
                        <a:pt x="0" y="0"/>
                      </a:moveTo>
                      <a:lnTo>
                        <a:pt x="129745" y="0"/>
                      </a:lnTo>
                      <a:lnTo>
                        <a:pt x="129745"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42" name="Google Shape;742;p39"/>
                <p:cNvSpPr/>
                <p:nvPr/>
              </p:nvSpPr>
              <p:spPr>
                <a:xfrm>
                  <a:off x="6979691" y="5407002"/>
                  <a:ext cx="391268" cy="58104"/>
                </a:xfrm>
                <a:custGeom>
                  <a:avLst/>
                  <a:gdLst/>
                  <a:ahLst/>
                  <a:cxnLst/>
                  <a:rect l="l" t="t" r="r" b="b"/>
                  <a:pathLst>
                    <a:path w="391268" h="58104" extrusionOk="0">
                      <a:moveTo>
                        <a:pt x="391518" y="58288"/>
                      </a:moveTo>
                      <a:lnTo>
                        <a:pt x="249" y="58288"/>
                      </a:lnTo>
                      <a:lnTo>
                        <a:pt x="249" y="184"/>
                      </a:lnTo>
                      <a:lnTo>
                        <a:pt x="391518" y="184"/>
                      </a:lnTo>
                      <a:close/>
                      <a:moveTo>
                        <a:pt x="2281" y="55063"/>
                      </a:moveTo>
                      <a:lnTo>
                        <a:pt x="389485" y="55063"/>
                      </a:lnTo>
                      <a:lnTo>
                        <a:pt x="389485" y="3410"/>
                      </a:lnTo>
                      <a:lnTo>
                        <a:pt x="2281" y="3410"/>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743" name="Google Shape;743;p39"/>
              <p:cNvGrpSpPr/>
              <p:nvPr/>
            </p:nvGrpSpPr>
            <p:grpSpPr>
              <a:xfrm>
                <a:off x="5001278" y="4542997"/>
                <a:ext cx="971756" cy="144315"/>
                <a:chOff x="6951344" y="5348069"/>
                <a:chExt cx="391269" cy="58105"/>
              </a:xfrm>
            </p:grpSpPr>
            <p:sp>
              <p:nvSpPr>
                <p:cNvPr id="744" name="Google Shape;744;p39"/>
                <p:cNvSpPr/>
                <p:nvPr/>
              </p:nvSpPr>
              <p:spPr>
                <a:xfrm>
                  <a:off x="7211851" y="5349683"/>
                  <a:ext cx="129745" cy="54877"/>
                </a:xfrm>
                <a:custGeom>
                  <a:avLst/>
                  <a:gdLst/>
                  <a:ahLst/>
                  <a:cxnLst/>
                  <a:rect l="l" t="t" r="r" b="b"/>
                  <a:pathLst>
                    <a:path w="129745" h="54877" extrusionOk="0">
                      <a:moveTo>
                        <a:pt x="0" y="0"/>
                      </a:moveTo>
                      <a:lnTo>
                        <a:pt x="129746" y="0"/>
                      </a:lnTo>
                      <a:lnTo>
                        <a:pt x="129746"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45" name="Google Shape;745;p39"/>
                <p:cNvSpPr/>
                <p:nvPr/>
              </p:nvSpPr>
              <p:spPr>
                <a:xfrm>
                  <a:off x="7082106" y="5349683"/>
                  <a:ext cx="129745" cy="54877"/>
                </a:xfrm>
                <a:custGeom>
                  <a:avLst/>
                  <a:gdLst/>
                  <a:ahLst/>
                  <a:cxnLst/>
                  <a:rect l="l" t="t" r="r" b="b"/>
                  <a:pathLst>
                    <a:path w="129745" h="54877" extrusionOk="0">
                      <a:moveTo>
                        <a:pt x="0" y="0"/>
                      </a:moveTo>
                      <a:lnTo>
                        <a:pt x="129745" y="0"/>
                      </a:lnTo>
                      <a:lnTo>
                        <a:pt x="129745"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46" name="Google Shape;746;p39"/>
                <p:cNvSpPr/>
                <p:nvPr/>
              </p:nvSpPr>
              <p:spPr>
                <a:xfrm>
                  <a:off x="6952361" y="5349683"/>
                  <a:ext cx="129745" cy="54877"/>
                </a:xfrm>
                <a:custGeom>
                  <a:avLst/>
                  <a:gdLst/>
                  <a:ahLst/>
                  <a:cxnLst/>
                  <a:rect l="l" t="t" r="r" b="b"/>
                  <a:pathLst>
                    <a:path w="129745" h="54877" extrusionOk="0">
                      <a:moveTo>
                        <a:pt x="0" y="0"/>
                      </a:moveTo>
                      <a:lnTo>
                        <a:pt x="129745" y="0"/>
                      </a:lnTo>
                      <a:lnTo>
                        <a:pt x="129745"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47" name="Google Shape;747;p39"/>
                <p:cNvSpPr/>
                <p:nvPr/>
              </p:nvSpPr>
              <p:spPr>
                <a:xfrm>
                  <a:off x="6951344" y="5348069"/>
                  <a:ext cx="391269" cy="58105"/>
                </a:xfrm>
                <a:custGeom>
                  <a:avLst/>
                  <a:gdLst/>
                  <a:ahLst/>
                  <a:cxnLst/>
                  <a:rect l="l" t="t" r="r" b="b"/>
                  <a:pathLst>
                    <a:path w="391269" h="58105" extrusionOk="0">
                      <a:moveTo>
                        <a:pt x="391518" y="58289"/>
                      </a:moveTo>
                      <a:lnTo>
                        <a:pt x="249" y="58289"/>
                      </a:lnTo>
                      <a:lnTo>
                        <a:pt x="249" y="184"/>
                      </a:lnTo>
                      <a:lnTo>
                        <a:pt x="391518" y="184"/>
                      </a:lnTo>
                      <a:close/>
                      <a:moveTo>
                        <a:pt x="2282" y="55063"/>
                      </a:moveTo>
                      <a:lnTo>
                        <a:pt x="389486" y="55063"/>
                      </a:lnTo>
                      <a:lnTo>
                        <a:pt x="389486" y="3410"/>
                      </a:lnTo>
                      <a:lnTo>
                        <a:pt x="2282" y="3410"/>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748" name="Google Shape;748;p39"/>
              <p:cNvGrpSpPr/>
              <p:nvPr/>
            </p:nvGrpSpPr>
            <p:grpSpPr>
              <a:xfrm>
                <a:off x="5111674" y="4402861"/>
                <a:ext cx="971756" cy="144313"/>
                <a:chOff x="6995794" y="5290864"/>
                <a:chExt cx="391269" cy="58104"/>
              </a:xfrm>
            </p:grpSpPr>
            <p:sp>
              <p:nvSpPr>
                <p:cNvPr id="749" name="Google Shape;749;p39"/>
                <p:cNvSpPr/>
                <p:nvPr/>
              </p:nvSpPr>
              <p:spPr>
                <a:xfrm>
                  <a:off x="7256302" y="5292477"/>
                  <a:ext cx="129745" cy="54877"/>
                </a:xfrm>
                <a:custGeom>
                  <a:avLst/>
                  <a:gdLst/>
                  <a:ahLst/>
                  <a:cxnLst/>
                  <a:rect l="l" t="t" r="r" b="b"/>
                  <a:pathLst>
                    <a:path w="129745" h="54877" extrusionOk="0">
                      <a:moveTo>
                        <a:pt x="0" y="0"/>
                      </a:moveTo>
                      <a:lnTo>
                        <a:pt x="129746" y="0"/>
                      </a:lnTo>
                      <a:lnTo>
                        <a:pt x="129746"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50" name="Google Shape;750;p39"/>
                <p:cNvSpPr/>
                <p:nvPr/>
              </p:nvSpPr>
              <p:spPr>
                <a:xfrm>
                  <a:off x="7126556" y="5292477"/>
                  <a:ext cx="129745" cy="54877"/>
                </a:xfrm>
                <a:custGeom>
                  <a:avLst/>
                  <a:gdLst/>
                  <a:ahLst/>
                  <a:cxnLst/>
                  <a:rect l="l" t="t" r="r" b="b"/>
                  <a:pathLst>
                    <a:path w="129745" h="54877" extrusionOk="0">
                      <a:moveTo>
                        <a:pt x="0" y="0"/>
                      </a:moveTo>
                      <a:lnTo>
                        <a:pt x="129745" y="0"/>
                      </a:lnTo>
                      <a:lnTo>
                        <a:pt x="129745"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51" name="Google Shape;751;p39"/>
                <p:cNvSpPr/>
                <p:nvPr/>
              </p:nvSpPr>
              <p:spPr>
                <a:xfrm>
                  <a:off x="6996811" y="5292477"/>
                  <a:ext cx="129745" cy="54877"/>
                </a:xfrm>
                <a:custGeom>
                  <a:avLst/>
                  <a:gdLst/>
                  <a:ahLst/>
                  <a:cxnLst/>
                  <a:rect l="l" t="t" r="r" b="b"/>
                  <a:pathLst>
                    <a:path w="129745" h="54877" extrusionOk="0">
                      <a:moveTo>
                        <a:pt x="0" y="0"/>
                      </a:moveTo>
                      <a:lnTo>
                        <a:pt x="129745" y="0"/>
                      </a:lnTo>
                      <a:lnTo>
                        <a:pt x="129745"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52" name="Google Shape;752;p39"/>
                <p:cNvSpPr/>
                <p:nvPr/>
              </p:nvSpPr>
              <p:spPr>
                <a:xfrm>
                  <a:off x="6995794" y="5290864"/>
                  <a:ext cx="391269" cy="58104"/>
                </a:xfrm>
                <a:custGeom>
                  <a:avLst/>
                  <a:gdLst/>
                  <a:ahLst/>
                  <a:cxnLst/>
                  <a:rect l="l" t="t" r="r" b="b"/>
                  <a:pathLst>
                    <a:path w="391269" h="58104" extrusionOk="0">
                      <a:moveTo>
                        <a:pt x="391518" y="58289"/>
                      </a:moveTo>
                      <a:lnTo>
                        <a:pt x="249" y="58289"/>
                      </a:lnTo>
                      <a:lnTo>
                        <a:pt x="249" y="184"/>
                      </a:lnTo>
                      <a:lnTo>
                        <a:pt x="391518" y="184"/>
                      </a:lnTo>
                      <a:close/>
                      <a:moveTo>
                        <a:pt x="2282" y="55063"/>
                      </a:moveTo>
                      <a:lnTo>
                        <a:pt x="389486" y="55063"/>
                      </a:lnTo>
                      <a:lnTo>
                        <a:pt x="389486" y="3409"/>
                      </a:lnTo>
                      <a:lnTo>
                        <a:pt x="2282" y="3409"/>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753" name="Google Shape;753;p39"/>
              <p:cNvGrpSpPr/>
              <p:nvPr/>
            </p:nvGrpSpPr>
            <p:grpSpPr>
              <a:xfrm>
                <a:off x="5039804" y="4260670"/>
                <a:ext cx="971756" cy="144313"/>
                <a:chOff x="6966856" y="5232049"/>
                <a:chExt cx="391269" cy="58104"/>
              </a:xfrm>
            </p:grpSpPr>
            <p:sp>
              <p:nvSpPr>
                <p:cNvPr id="754" name="Google Shape;754;p39"/>
                <p:cNvSpPr/>
                <p:nvPr/>
              </p:nvSpPr>
              <p:spPr>
                <a:xfrm>
                  <a:off x="7227363" y="5233662"/>
                  <a:ext cx="129745" cy="54877"/>
                </a:xfrm>
                <a:custGeom>
                  <a:avLst/>
                  <a:gdLst/>
                  <a:ahLst/>
                  <a:cxnLst/>
                  <a:rect l="l" t="t" r="r" b="b"/>
                  <a:pathLst>
                    <a:path w="129745" h="54877" extrusionOk="0">
                      <a:moveTo>
                        <a:pt x="0" y="0"/>
                      </a:moveTo>
                      <a:lnTo>
                        <a:pt x="129746" y="0"/>
                      </a:lnTo>
                      <a:lnTo>
                        <a:pt x="129746"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55" name="Google Shape;755;p39"/>
                <p:cNvSpPr/>
                <p:nvPr/>
              </p:nvSpPr>
              <p:spPr>
                <a:xfrm>
                  <a:off x="7097617" y="5233662"/>
                  <a:ext cx="129745" cy="54877"/>
                </a:xfrm>
                <a:custGeom>
                  <a:avLst/>
                  <a:gdLst/>
                  <a:ahLst/>
                  <a:cxnLst/>
                  <a:rect l="l" t="t" r="r" b="b"/>
                  <a:pathLst>
                    <a:path w="129745" h="54877" extrusionOk="0">
                      <a:moveTo>
                        <a:pt x="0" y="0"/>
                      </a:moveTo>
                      <a:lnTo>
                        <a:pt x="129746" y="0"/>
                      </a:lnTo>
                      <a:lnTo>
                        <a:pt x="129746"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56" name="Google Shape;756;p39"/>
                <p:cNvSpPr/>
                <p:nvPr/>
              </p:nvSpPr>
              <p:spPr>
                <a:xfrm>
                  <a:off x="6967872" y="5233662"/>
                  <a:ext cx="129745" cy="54877"/>
                </a:xfrm>
                <a:custGeom>
                  <a:avLst/>
                  <a:gdLst/>
                  <a:ahLst/>
                  <a:cxnLst/>
                  <a:rect l="l" t="t" r="r" b="b"/>
                  <a:pathLst>
                    <a:path w="129745" h="54877" extrusionOk="0">
                      <a:moveTo>
                        <a:pt x="0" y="0"/>
                      </a:moveTo>
                      <a:lnTo>
                        <a:pt x="129745" y="0"/>
                      </a:lnTo>
                      <a:lnTo>
                        <a:pt x="129745"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57" name="Google Shape;757;p39"/>
                <p:cNvSpPr/>
                <p:nvPr/>
              </p:nvSpPr>
              <p:spPr>
                <a:xfrm>
                  <a:off x="6966856" y="5232049"/>
                  <a:ext cx="391269" cy="58104"/>
                </a:xfrm>
                <a:custGeom>
                  <a:avLst/>
                  <a:gdLst/>
                  <a:ahLst/>
                  <a:cxnLst/>
                  <a:rect l="l" t="t" r="r" b="b"/>
                  <a:pathLst>
                    <a:path w="391269" h="58104" extrusionOk="0">
                      <a:moveTo>
                        <a:pt x="391518" y="58289"/>
                      </a:moveTo>
                      <a:lnTo>
                        <a:pt x="249" y="58289"/>
                      </a:lnTo>
                      <a:lnTo>
                        <a:pt x="249" y="184"/>
                      </a:lnTo>
                      <a:lnTo>
                        <a:pt x="391518" y="184"/>
                      </a:lnTo>
                      <a:close/>
                      <a:moveTo>
                        <a:pt x="2282" y="55063"/>
                      </a:moveTo>
                      <a:lnTo>
                        <a:pt x="389485" y="55063"/>
                      </a:lnTo>
                      <a:lnTo>
                        <a:pt x="389485" y="3410"/>
                      </a:lnTo>
                      <a:lnTo>
                        <a:pt x="2282" y="3410"/>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758" name="Google Shape;758;p39"/>
              <p:cNvGrpSpPr/>
              <p:nvPr/>
            </p:nvGrpSpPr>
            <p:grpSpPr>
              <a:xfrm>
                <a:off x="5072508" y="4119044"/>
                <a:ext cx="971756" cy="144313"/>
                <a:chOff x="6980024" y="5176592"/>
                <a:chExt cx="391269" cy="58104"/>
              </a:xfrm>
            </p:grpSpPr>
            <p:sp>
              <p:nvSpPr>
                <p:cNvPr id="759" name="Google Shape;759;p39"/>
                <p:cNvSpPr/>
                <p:nvPr/>
              </p:nvSpPr>
              <p:spPr>
                <a:xfrm>
                  <a:off x="7240532" y="5178205"/>
                  <a:ext cx="129745" cy="54877"/>
                </a:xfrm>
                <a:custGeom>
                  <a:avLst/>
                  <a:gdLst/>
                  <a:ahLst/>
                  <a:cxnLst/>
                  <a:rect l="l" t="t" r="r" b="b"/>
                  <a:pathLst>
                    <a:path w="129745" h="54877" extrusionOk="0">
                      <a:moveTo>
                        <a:pt x="0" y="0"/>
                      </a:moveTo>
                      <a:lnTo>
                        <a:pt x="129745" y="0"/>
                      </a:lnTo>
                      <a:lnTo>
                        <a:pt x="129745"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60" name="Google Shape;760;p39"/>
                <p:cNvSpPr/>
                <p:nvPr/>
              </p:nvSpPr>
              <p:spPr>
                <a:xfrm>
                  <a:off x="7110786" y="5178205"/>
                  <a:ext cx="129745" cy="54877"/>
                </a:xfrm>
                <a:custGeom>
                  <a:avLst/>
                  <a:gdLst/>
                  <a:ahLst/>
                  <a:cxnLst/>
                  <a:rect l="l" t="t" r="r" b="b"/>
                  <a:pathLst>
                    <a:path w="129745" h="54877" extrusionOk="0">
                      <a:moveTo>
                        <a:pt x="0" y="0"/>
                      </a:moveTo>
                      <a:lnTo>
                        <a:pt x="129746" y="0"/>
                      </a:lnTo>
                      <a:lnTo>
                        <a:pt x="129746"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61" name="Google Shape;761;p39"/>
                <p:cNvSpPr/>
                <p:nvPr/>
              </p:nvSpPr>
              <p:spPr>
                <a:xfrm>
                  <a:off x="6981040" y="5178205"/>
                  <a:ext cx="129745" cy="54877"/>
                </a:xfrm>
                <a:custGeom>
                  <a:avLst/>
                  <a:gdLst/>
                  <a:ahLst/>
                  <a:cxnLst/>
                  <a:rect l="l" t="t" r="r" b="b"/>
                  <a:pathLst>
                    <a:path w="129745" h="54877" extrusionOk="0">
                      <a:moveTo>
                        <a:pt x="0" y="0"/>
                      </a:moveTo>
                      <a:lnTo>
                        <a:pt x="129745" y="0"/>
                      </a:lnTo>
                      <a:lnTo>
                        <a:pt x="129745"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62" name="Google Shape;762;p39"/>
                <p:cNvSpPr/>
                <p:nvPr/>
              </p:nvSpPr>
              <p:spPr>
                <a:xfrm>
                  <a:off x="6980024" y="5176592"/>
                  <a:ext cx="391269" cy="58104"/>
                </a:xfrm>
                <a:custGeom>
                  <a:avLst/>
                  <a:gdLst/>
                  <a:ahLst/>
                  <a:cxnLst/>
                  <a:rect l="l" t="t" r="r" b="b"/>
                  <a:pathLst>
                    <a:path w="391269" h="58104" extrusionOk="0">
                      <a:moveTo>
                        <a:pt x="391519" y="58289"/>
                      </a:moveTo>
                      <a:lnTo>
                        <a:pt x="249" y="58289"/>
                      </a:lnTo>
                      <a:lnTo>
                        <a:pt x="249" y="184"/>
                      </a:lnTo>
                      <a:lnTo>
                        <a:pt x="391519" y="184"/>
                      </a:lnTo>
                      <a:close/>
                      <a:moveTo>
                        <a:pt x="2282" y="55063"/>
                      </a:moveTo>
                      <a:lnTo>
                        <a:pt x="389486" y="55063"/>
                      </a:lnTo>
                      <a:lnTo>
                        <a:pt x="389486" y="3410"/>
                      </a:lnTo>
                      <a:lnTo>
                        <a:pt x="2282" y="3410"/>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sp>
            <p:nvSpPr>
              <p:cNvPr id="763" name="Google Shape;763;p39"/>
              <p:cNvSpPr/>
              <p:nvPr/>
            </p:nvSpPr>
            <p:spPr>
              <a:xfrm>
                <a:off x="5718676" y="4691434"/>
                <a:ext cx="322092" cy="136232"/>
              </a:xfrm>
              <a:custGeom>
                <a:avLst/>
                <a:gdLst/>
                <a:ahLst/>
                <a:cxnLst/>
                <a:rect l="l" t="t" r="r" b="b"/>
                <a:pathLst>
                  <a:path w="129745" h="54877" extrusionOk="0">
                    <a:moveTo>
                      <a:pt x="0" y="0"/>
                    </a:moveTo>
                    <a:lnTo>
                      <a:pt x="129745" y="0"/>
                    </a:lnTo>
                    <a:lnTo>
                      <a:pt x="129745" y="54877"/>
                    </a:lnTo>
                    <a:lnTo>
                      <a:pt x="0" y="54877"/>
                    </a:lnTo>
                    <a:close/>
                  </a:path>
                </a:pathLst>
              </a:custGeom>
              <a:solidFill>
                <a:srgbClr val="000000">
                  <a:alpha val="1013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64" name="Google Shape;764;p39"/>
              <p:cNvSpPr/>
              <p:nvPr/>
            </p:nvSpPr>
            <p:spPr>
              <a:xfrm>
                <a:off x="5074204" y="4691434"/>
                <a:ext cx="322092" cy="136232"/>
              </a:xfrm>
              <a:custGeom>
                <a:avLst/>
                <a:gdLst/>
                <a:ahLst/>
                <a:cxnLst/>
                <a:rect l="l" t="t" r="r" b="b"/>
                <a:pathLst>
                  <a:path w="129745" h="54877" extrusionOk="0">
                    <a:moveTo>
                      <a:pt x="0" y="0"/>
                    </a:moveTo>
                    <a:lnTo>
                      <a:pt x="129745" y="0"/>
                    </a:lnTo>
                    <a:lnTo>
                      <a:pt x="129745" y="54877"/>
                    </a:lnTo>
                    <a:lnTo>
                      <a:pt x="0" y="54877"/>
                    </a:lnTo>
                    <a:close/>
                  </a:path>
                </a:pathLst>
              </a:custGeom>
              <a:solidFill>
                <a:srgbClr val="FFFFFF">
                  <a:alpha val="1962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65" name="Google Shape;765;p39"/>
              <p:cNvSpPr/>
              <p:nvPr/>
            </p:nvSpPr>
            <p:spPr>
              <a:xfrm>
                <a:off x="5648274" y="4547006"/>
                <a:ext cx="322092" cy="136232"/>
              </a:xfrm>
              <a:custGeom>
                <a:avLst/>
                <a:gdLst/>
                <a:ahLst/>
                <a:cxnLst/>
                <a:rect l="l" t="t" r="r" b="b"/>
                <a:pathLst>
                  <a:path w="129745" h="54877" extrusionOk="0">
                    <a:moveTo>
                      <a:pt x="0" y="0"/>
                    </a:moveTo>
                    <a:lnTo>
                      <a:pt x="129746" y="0"/>
                    </a:lnTo>
                    <a:lnTo>
                      <a:pt x="129746" y="54877"/>
                    </a:lnTo>
                    <a:lnTo>
                      <a:pt x="0" y="54877"/>
                    </a:lnTo>
                    <a:close/>
                  </a:path>
                </a:pathLst>
              </a:custGeom>
              <a:solidFill>
                <a:srgbClr val="000000">
                  <a:alpha val="1013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66" name="Google Shape;766;p39"/>
              <p:cNvSpPr/>
              <p:nvPr/>
            </p:nvSpPr>
            <p:spPr>
              <a:xfrm>
                <a:off x="5003804" y="4547006"/>
                <a:ext cx="322092" cy="136232"/>
              </a:xfrm>
              <a:custGeom>
                <a:avLst/>
                <a:gdLst/>
                <a:ahLst/>
                <a:cxnLst/>
                <a:rect l="l" t="t" r="r" b="b"/>
                <a:pathLst>
                  <a:path w="129745" h="54877" extrusionOk="0">
                    <a:moveTo>
                      <a:pt x="0" y="0"/>
                    </a:moveTo>
                    <a:lnTo>
                      <a:pt x="129745" y="0"/>
                    </a:lnTo>
                    <a:lnTo>
                      <a:pt x="129745" y="54877"/>
                    </a:lnTo>
                    <a:lnTo>
                      <a:pt x="0" y="54877"/>
                    </a:lnTo>
                    <a:close/>
                  </a:path>
                </a:pathLst>
              </a:custGeom>
              <a:solidFill>
                <a:srgbClr val="FFFFFF">
                  <a:alpha val="1962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67" name="Google Shape;767;p39"/>
              <p:cNvSpPr/>
              <p:nvPr/>
            </p:nvSpPr>
            <p:spPr>
              <a:xfrm>
                <a:off x="5758672" y="4406867"/>
                <a:ext cx="322092" cy="136232"/>
              </a:xfrm>
              <a:custGeom>
                <a:avLst/>
                <a:gdLst/>
                <a:ahLst/>
                <a:cxnLst/>
                <a:rect l="l" t="t" r="r" b="b"/>
                <a:pathLst>
                  <a:path w="129745" h="54877" extrusionOk="0">
                    <a:moveTo>
                      <a:pt x="0" y="0"/>
                    </a:moveTo>
                    <a:lnTo>
                      <a:pt x="129746" y="0"/>
                    </a:lnTo>
                    <a:lnTo>
                      <a:pt x="129746" y="54877"/>
                    </a:lnTo>
                    <a:lnTo>
                      <a:pt x="0" y="54877"/>
                    </a:lnTo>
                    <a:close/>
                  </a:path>
                </a:pathLst>
              </a:custGeom>
              <a:solidFill>
                <a:srgbClr val="000000">
                  <a:alpha val="1013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68" name="Google Shape;768;p39"/>
              <p:cNvSpPr/>
              <p:nvPr/>
            </p:nvSpPr>
            <p:spPr>
              <a:xfrm>
                <a:off x="5114200" y="4406867"/>
                <a:ext cx="322092" cy="136232"/>
              </a:xfrm>
              <a:custGeom>
                <a:avLst/>
                <a:gdLst/>
                <a:ahLst/>
                <a:cxnLst/>
                <a:rect l="l" t="t" r="r" b="b"/>
                <a:pathLst>
                  <a:path w="129745" h="54877" extrusionOk="0">
                    <a:moveTo>
                      <a:pt x="0" y="0"/>
                    </a:moveTo>
                    <a:lnTo>
                      <a:pt x="129745" y="0"/>
                    </a:lnTo>
                    <a:lnTo>
                      <a:pt x="129745" y="54877"/>
                    </a:lnTo>
                    <a:lnTo>
                      <a:pt x="0" y="54877"/>
                    </a:lnTo>
                    <a:close/>
                  </a:path>
                </a:pathLst>
              </a:custGeom>
              <a:solidFill>
                <a:srgbClr val="FFFFFF">
                  <a:alpha val="1962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69" name="Google Shape;769;p39"/>
              <p:cNvSpPr/>
              <p:nvPr/>
            </p:nvSpPr>
            <p:spPr>
              <a:xfrm>
                <a:off x="5686799" y="4264676"/>
                <a:ext cx="322092" cy="136232"/>
              </a:xfrm>
              <a:custGeom>
                <a:avLst/>
                <a:gdLst/>
                <a:ahLst/>
                <a:cxnLst/>
                <a:rect l="l" t="t" r="r" b="b"/>
                <a:pathLst>
                  <a:path w="129745" h="54877" extrusionOk="0">
                    <a:moveTo>
                      <a:pt x="0" y="0"/>
                    </a:moveTo>
                    <a:lnTo>
                      <a:pt x="129746" y="0"/>
                    </a:lnTo>
                    <a:lnTo>
                      <a:pt x="129746" y="54877"/>
                    </a:lnTo>
                    <a:lnTo>
                      <a:pt x="0" y="54877"/>
                    </a:lnTo>
                    <a:close/>
                  </a:path>
                </a:pathLst>
              </a:custGeom>
              <a:solidFill>
                <a:srgbClr val="000000">
                  <a:alpha val="1013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70" name="Google Shape;770;p39"/>
              <p:cNvSpPr/>
              <p:nvPr/>
            </p:nvSpPr>
            <p:spPr>
              <a:xfrm>
                <a:off x="5042327" y="4264676"/>
                <a:ext cx="322092" cy="136232"/>
              </a:xfrm>
              <a:custGeom>
                <a:avLst/>
                <a:gdLst/>
                <a:ahLst/>
                <a:cxnLst/>
                <a:rect l="l" t="t" r="r" b="b"/>
                <a:pathLst>
                  <a:path w="129745" h="54877" extrusionOk="0">
                    <a:moveTo>
                      <a:pt x="0" y="0"/>
                    </a:moveTo>
                    <a:lnTo>
                      <a:pt x="129745" y="0"/>
                    </a:lnTo>
                    <a:lnTo>
                      <a:pt x="129745" y="54877"/>
                    </a:lnTo>
                    <a:lnTo>
                      <a:pt x="0" y="54877"/>
                    </a:lnTo>
                    <a:close/>
                  </a:path>
                </a:pathLst>
              </a:custGeom>
              <a:solidFill>
                <a:srgbClr val="FFFFFF">
                  <a:alpha val="1962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71" name="Google Shape;771;p39"/>
              <p:cNvSpPr/>
              <p:nvPr/>
            </p:nvSpPr>
            <p:spPr>
              <a:xfrm>
                <a:off x="5719506" y="4123050"/>
                <a:ext cx="322092" cy="136232"/>
              </a:xfrm>
              <a:custGeom>
                <a:avLst/>
                <a:gdLst/>
                <a:ahLst/>
                <a:cxnLst/>
                <a:rect l="l" t="t" r="r" b="b"/>
                <a:pathLst>
                  <a:path w="129745" h="54877" extrusionOk="0">
                    <a:moveTo>
                      <a:pt x="0" y="0"/>
                    </a:moveTo>
                    <a:lnTo>
                      <a:pt x="129745" y="0"/>
                    </a:lnTo>
                    <a:lnTo>
                      <a:pt x="129745" y="54877"/>
                    </a:lnTo>
                    <a:lnTo>
                      <a:pt x="0" y="54877"/>
                    </a:lnTo>
                    <a:close/>
                  </a:path>
                </a:pathLst>
              </a:custGeom>
              <a:solidFill>
                <a:srgbClr val="000000">
                  <a:alpha val="1013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72" name="Google Shape;772;p39"/>
              <p:cNvSpPr/>
              <p:nvPr/>
            </p:nvSpPr>
            <p:spPr>
              <a:xfrm>
                <a:off x="5075031" y="4123050"/>
                <a:ext cx="322092" cy="136232"/>
              </a:xfrm>
              <a:custGeom>
                <a:avLst/>
                <a:gdLst/>
                <a:ahLst/>
                <a:cxnLst/>
                <a:rect l="l" t="t" r="r" b="b"/>
                <a:pathLst>
                  <a:path w="129745" h="54877" extrusionOk="0">
                    <a:moveTo>
                      <a:pt x="0" y="0"/>
                    </a:moveTo>
                    <a:lnTo>
                      <a:pt x="129745" y="0"/>
                    </a:lnTo>
                    <a:lnTo>
                      <a:pt x="129745" y="54877"/>
                    </a:lnTo>
                    <a:lnTo>
                      <a:pt x="0" y="54877"/>
                    </a:lnTo>
                    <a:close/>
                  </a:path>
                </a:pathLst>
              </a:custGeom>
              <a:solidFill>
                <a:srgbClr val="FFFFFF">
                  <a:alpha val="1962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773" name="Google Shape;773;p39"/>
            <p:cNvGrpSpPr/>
            <p:nvPr/>
          </p:nvGrpSpPr>
          <p:grpSpPr>
            <a:xfrm>
              <a:off x="5613373" y="2542580"/>
              <a:ext cx="981939" cy="1279409"/>
              <a:chOff x="7216398" y="4881221"/>
              <a:chExt cx="448149" cy="583885"/>
            </a:xfrm>
          </p:grpSpPr>
          <p:sp>
            <p:nvSpPr>
              <p:cNvPr id="774" name="Google Shape;774;p39"/>
              <p:cNvSpPr/>
              <p:nvPr/>
            </p:nvSpPr>
            <p:spPr>
              <a:xfrm>
                <a:off x="7216398" y="4881221"/>
                <a:ext cx="448149" cy="583885"/>
              </a:xfrm>
              <a:custGeom>
                <a:avLst/>
                <a:gdLst/>
                <a:ahLst/>
                <a:cxnLst/>
                <a:rect l="l" t="t" r="r" b="b"/>
                <a:pathLst>
                  <a:path w="448149" h="583885" extrusionOk="0">
                    <a:moveTo>
                      <a:pt x="410765" y="184"/>
                    </a:moveTo>
                    <a:lnTo>
                      <a:pt x="34944" y="2080"/>
                    </a:lnTo>
                    <a:cubicBezTo>
                      <a:pt x="15267" y="2615"/>
                      <a:pt x="-255" y="18983"/>
                      <a:pt x="262" y="38652"/>
                    </a:cubicBezTo>
                    <a:lnTo>
                      <a:pt x="2833" y="547850"/>
                    </a:lnTo>
                    <a:cubicBezTo>
                      <a:pt x="2514" y="567523"/>
                      <a:pt x="18202" y="583734"/>
                      <a:pt x="37883" y="584070"/>
                    </a:cubicBezTo>
                    <a:lnTo>
                      <a:pt x="413703" y="582174"/>
                    </a:lnTo>
                    <a:cubicBezTo>
                      <a:pt x="433380" y="581639"/>
                      <a:pt x="448903" y="565271"/>
                      <a:pt x="448386" y="545603"/>
                    </a:cubicBezTo>
                    <a:lnTo>
                      <a:pt x="445815" y="36404"/>
                    </a:lnTo>
                    <a:cubicBezTo>
                      <a:pt x="446133" y="16731"/>
                      <a:pt x="430446" y="520"/>
                      <a:pt x="410765" y="184"/>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75" name="Google Shape;775;p39"/>
              <p:cNvSpPr/>
              <p:nvPr/>
            </p:nvSpPr>
            <p:spPr>
              <a:xfrm>
                <a:off x="7229973" y="4904033"/>
                <a:ext cx="379042" cy="523033"/>
              </a:xfrm>
              <a:custGeom>
                <a:avLst/>
                <a:gdLst/>
                <a:ahLst/>
                <a:cxnLst/>
                <a:rect l="l" t="t" r="r" b="b"/>
                <a:pathLst>
                  <a:path w="379042" h="523033" extrusionOk="0">
                    <a:moveTo>
                      <a:pt x="20858" y="2856"/>
                    </a:moveTo>
                    <a:cubicBezTo>
                      <a:pt x="9066" y="12818"/>
                      <a:pt x="-21188" y="442554"/>
                      <a:pt x="25269" y="496044"/>
                    </a:cubicBezTo>
                    <a:cubicBezTo>
                      <a:pt x="78121" y="556898"/>
                      <a:pt x="379460" y="501309"/>
                      <a:pt x="379292" y="467309"/>
                    </a:cubicBezTo>
                    <a:cubicBezTo>
                      <a:pt x="378675" y="343183"/>
                      <a:pt x="122695" y="438752"/>
                      <a:pt x="103892" y="344569"/>
                    </a:cubicBezTo>
                    <a:cubicBezTo>
                      <a:pt x="85088" y="250387"/>
                      <a:pt x="59829" y="-30068"/>
                      <a:pt x="20858" y="2856"/>
                    </a:cubicBezTo>
                    <a:close/>
                  </a:path>
                </a:pathLst>
              </a:custGeom>
              <a:solidFill>
                <a:srgbClr val="000000">
                  <a:alpha val="1013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76" name="Google Shape;776;p39"/>
              <p:cNvSpPr/>
              <p:nvPr/>
            </p:nvSpPr>
            <p:spPr>
              <a:xfrm>
                <a:off x="7219414" y="5432207"/>
                <a:ext cx="444744" cy="32899"/>
              </a:xfrm>
              <a:custGeom>
                <a:avLst/>
                <a:gdLst/>
                <a:ahLst/>
                <a:cxnLst/>
                <a:rect l="l" t="t" r="r" b="b"/>
                <a:pathLst>
                  <a:path w="444744" h="32899" extrusionOk="0">
                    <a:moveTo>
                      <a:pt x="444994" y="184"/>
                    </a:moveTo>
                    <a:cubicBezTo>
                      <a:pt x="442834" y="17593"/>
                      <a:pt x="428234" y="30788"/>
                      <a:pt x="410689" y="31188"/>
                    </a:cubicBezTo>
                    <a:lnTo>
                      <a:pt x="34865" y="33084"/>
                    </a:lnTo>
                    <a:cubicBezTo>
                      <a:pt x="17317" y="32861"/>
                      <a:pt x="2584" y="19814"/>
                      <a:pt x="249" y="2427"/>
                    </a:cubicBezTo>
                    <a:cubicBezTo>
                      <a:pt x="4190" y="6049"/>
                      <a:pt x="9353" y="8050"/>
                      <a:pt x="14706" y="8033"/>
                    </a:cubicBezTo>
                    <a:lnTo>
                      <a:pt x="430594" y="5935"/>
                    </a:lnTo>
                    <a:cubicBezTo>
                      <a:pt x="435947" y="5899"/>
                      <a:pt x="441089" y="3845"/>
                      <a:pt x="444994" y="185"/>
                    </a:cubicBezTo>
                    <a:close/>
                  </a:path>
                </a:pathLst>
              </a:custGeom>
              <a:solidFill>
                <a:srgbClr val="000000">
                  <a:alpha val="1013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77" name="Google Shape;777;p39"/>
              <p:cNvSpPr/>
              <p:nvPr/>
            </p:nvSpPr>
            <p:spPr>
              <a:xfrm rot="-17189">
                <a:off x="7255783" y="4930905"/>
                <a:ext cx="367290" cy="70460"/>
              </a:xfrm>
              <a:custGeom>
                <a:avLst/>
                <a:gdLst/>
                <a:ahLst/>
                <a:cxnLst/>
                <a:rect l="l" t="t" r="r" b="b"/>
                <a:pathLst>
                  <a:path w="367285" h="70459" extrusionOk="0">
                    <a:moveTo>
                      <a:pt x="20691" y="184"/>
                    </a:moveTo>
                    <a:lnTo>
                      <a:pt x="347093" y="184"/>
                    </a:lnTo>
                    <a:cubicBezTo>
                      <a:pt x="358382" y="184"/>
                      <a:pt x="367535" y="9332"/>
                      <a:pt x="367535" y="20617"/>
                    </a:cubicBezTo>
                    <a:lnTo>
                      <a:pt x="367535" y="50211"/>
                    </a:lnTo>
                    <a:cubicBezTo>
                      <a:pt x="367535" y="61495"/>
                      <a:pt x="358382" y="70643"/>
                      <a:pt x="347093" y="70643"/>
                    </a:cubicBezTo>
                    <a:lnTo>
                      <a:pt x="20691" y="70644"/>
                    </a:lnTo>
                    <a:cubicBezTo>
                      <a:pt x="9401" y="70644"/>
                      <a:pt x="249" y="61495"/>
                      <a:pt x="249" y="50211"/>
                    </a:cubicBezTo>
                    <a:lnTo>
                      <a:pt x="250" y="20617"/>
                    </a:lnTo>
                    <a:cubicBezTo>
                      <a:pt x="250" y="9332"/>
                      <a:pt x="9402" y="184"/>
                      <a:pt x="20692" y="184"/>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778" name="Google Shape;778;p39"/>
              <p:cNvGrpSpPr/>
              <p:nvPr/>
            </p:nvGrpSpPr>
            <p:grpSpPr>
              <a:xfrm>
                <a:off x="7257715" y="5039386"/>
                <a:ext cx="265972" cy="350327"/>
                <a:chOff x="7257715" y="5039386"/>
                <a:chExt cx="265972" cy="350327"/>
              </a:xfrm>
            </p:grpSpPr>
            <p:grpSp>
              <p:nvGrpSpPr>
                <p:cNvPr id="779" name="Google Shape;779;p39"/>
                <p:cNvGrpSpPr/>
                <p:nvPr/>
              </p:nvGrpSpPr>
              <p:grpSpPr>
                <a:xfrm>
                  <a:off x="7257715" y="5039386"/>
                  <a:ext cx="265972" cy="350253"/>
                  <a:chOff x="7257715" y="5039386"/>
                  <a:chExt cx="265972" cy="350253"/>
                </a:xfrm>
              </p:grpSpPr>
              <p:sp>
                <p:nvSpPr>
                  <p:cNvPr id="780" name="Google Shape;780;p39"/>
                  <p:cNvSpPr/>
                  <p:nvPr/>
                </p:nvSpPr>
                <p:spPr>
                  <a:xfrm>
                    <a:off x="7257925" y="5039386"/>
                    <a:ext cx="68260" cy="74255"/>
                  </a:xfrm>
                  <a:custGeom>
                    <a:avLst/>
                    <a:gdLst/>
                    <a:ahLst/>
                    <a:cxnLst/>
                    <a:rect l="l" t="t" r="r" b="b"/>
                    <a:pathLst>
                      <a:path w="68260" h="74255" extrusionOk="0">
                        <a:moveTo>
                          <a:pt x="2896" y="6290"/>
                        </a:moveTo>
                        <a:cubicBezTo>
                          <a:pt x="5881" y="-3520"/>
                          <a:pt x="56935" y="452"/>
                          <a:pt x="63135" y="4676"/>
                        </a:cubicBezTo>
                        <a:cubicBezTo>
                          <a:pt x="71673" y="10493"/>
                          <a:pt x="68353" y="69008"/>
                          <a:pt x="64667" y="71496"/>
                        </a:cubicBezTo>
                        <a:cubicBezTo>
                          <a:pt x="60980" y="73983"/>
                          <a:pt x="3478" y="77674"/>
                          <a:pt x="2347" y="68958"/>
                        </a:cubicBezTo>
                        <a:cubicBezTo>
                          <a:pt x="1217" y="60242"/>
                          <a:pt x="-2030" y="22473"/>
                          <a:pt x="2896" y="6290"/>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81" name="Google Shape;781;p39"/>
                  <p:cNvSpPr/>
                  <p:nvPr/>
                </p:nvSpPr>
                <p:spPr>
                  <a:xfrm>
                    <a:off x="7356676" y="5039460"/>
                    <a:ext cx="68259" cy="74255"/>
                  </a:xfrm>
                  <a:custGeom>
                    <a:avLst/>
                    <a:gdLst/>
                    <a:ahLst/>
                    <a:cxnLst/>
                    <a:rect l="l" t="t" r="r" b="b"/>
                    <a:pathLst>
                      <a:path w="68259" h="74255" extrusionOk="0">
                        <a:moveTo>
                          <a:pt x="2896" y="6291"/>
                        </a:moveTo>
                        <a:cubicBezTo>
                          <a:pt x="5882" y="-3520"/>
                          <a:pt x="56934" y="452"/>
                          <a:pt x="63135" y="4676"/>
                        </a:cubicBezTo>
                        <a:cubicBezTo>
                          <a:pt x="71673" y="10493"/>
                          <a:pt x="68353" y="69008"/>
                          <a:pt x="64666" y="71496"/>
                        </a:cubicBezTo>
                        <a:cubicBezTo>
                          <a:pt x="60980" y="73983"/>
                          <a:pt x="3478" y="77675"/>
                          <a:pt x="2347" y="68958"/>
                        </a:cubicBezTo>
                        <a:cubicBezTo>
                          <a:pt x="1217" y="60242"/>
                          <a:pt x="-2030" y="22473"/>
                          <a:pt x="2896" y="6291"/>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82" name="Google Shape;782;p39"/>
                  <p:cNvSpPr/>
                  <p:nvPr/>
                </p:nvSpPr>
                <p:spPr>
                  <a:xfrm>
                    <a:off x="7455427" y="5039535"/>
                    <a:ext cx="68260" cy="74255"/>
                  </a:xfrm>
                  <a:custGeom>
                    <a:avLst/>
                    <a:gdLst/>
                    <a:ahLst/>
                    <a:cxnLst/>
                    <a:rect l="l" t="t" r="r" b="b"/>
                    <a:pathLst>
                      <a:path w="68260" h="74255" extrusionOk="0">
                        <a:moveTo>
                          <a:pt x="2895" y="6291"/>
                        </a:moveTo>
                        <a:cubicBezTo>
                          <a:pt x="5881" y="-3520"/>
                          <a:pt x="56934" y="452"/>
                          <a:pt x="63135" y="4676"/>
                        </a:cubicBezTo>
                        <a:cubicBezTo>
                          <a:pt x="71673" y="10493"/>
                          <a:pt x="68353" y="69008"/>
                          <a:pt x="64667" y="71496"/>
                        </a:cubicBezTo>
                        <a:cubicBezTo>
                          <a:pt x="60980" y="73983"/>
                          <a:pt x="3478" y="77675"/>
                          <a:pt x="2347" y="68959"/>
                        </a:cubicBezTo>
                        <a:cubicBezTo>
                          <a:pt x="1216" y="60242"/>
                          <a:pt x="-2029" y="22473"/>
                          <a:pt x="2895" y="6291"/>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83" name="Google Shape;783;p39"/>
                  <p:cNvSpPr/>
                  <p:nvPr/>
                </p:nvSpPr>
                <p:spPr>
                  <a:xfrm>
                    <a:off x="7257855" y="5131385"/>
                    <a:ext cx="68260" cy="74255"/>
                  </a:xfrm>
                  <a:custGeom>
                    <a:avLst/>
                    <a:gdLst/>
                    <a:ahLst/>
                    <a:cxnLst/>
                    <a:rect l="l" t="t" r="r" b="b"/>
                    <a:pathLst>
                      <a:path w="68260" h="74255" extrusionOk="0">
                        <a:moveTo>
                          <a:pt x="2896" y="6291"/>
                        </a:moveTo>
                        <a:cubicBezTo>
                          <a:pt x="5882" y="-3520"/>
                          <a:pt x="56935" y="452"/>
                          <a:pt x="63135" y="4676"/>
                        </a:cubicBezTo>
                        <a:cubicBezTo>
                          <a:pt x="71673" y="10493"/>
                          <a:pt x="68354" y="69008"/>
                          <a:pt x="64666" y="71496"/>
                        </a:cubicBezTo>
                        <a:cubicBezTo>
                          <a:pt x="60980" y="73983"/>
                          <a:pt x="3478" y="77675"/>
                          <a:pt x="2347" y="68959"/>
                        </a:cubicBezTo>
                        <a:cubicBezTo>
                          <a:pt x="1217" y="60242"/>
                          <a:pt x="-2030" y="22473"/>
                          <a:pt x="2896" y="6291"/>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84" name="Google Shape;784;p39"/>
                  <p:cNvSpPr/>
                  <p:nvPr/>
                </p:nvSpPr>
                <p:spPr>
                  <a:xfrm>
                    <a:off x="7356606" y="5131460"/>
                    <a:ext cx="68259" cy="74255"/>
                  </a:xfrm>
                  <a:custGeom>
                    <a:avLst/>
                    <a:gdLst/>
                    <a:ahLst/>
                    <a:cxnLst/>
                    <a:rect l="l" t="t" r="r" b="b"/>
                    <a:pathLst>
                      <a:path w="68259" h="74255" extrusionOk="0">
                        <a:moveTo>
                          <a:pt x="2895" y="6291"/>
                        </a:moveTo>
                        <a:cubicBezTo>
                          <a:pt x="5881" y="-3520"/>
                          <a:pt x="56934" y="452"/>
                          <a:pt x="63135" y="4676"/>
                        </a:cubicBezTo>
                        <a:cubicBezTo>
                          <a:pt x="71673" y="10493"/>
                          <a:pt x="68353" y="69008"/>
                          <a:pt x="64667" y="71496"/>
                        </a:cubicBezTo>
                        <a:cubicBezTo>
                          <a:pt x="60980" y="73983"/>
                          <a:pt x="3477" y="77674"/>
                          <a:pt x="2347" y="68958"/>
                        </a:cubicBezTo>
                        <a:cubicBezTo>
                          <a:pt x="1217" y="60242"/>
                          <a:pt x="-2030" y="22472"/>
                          <a:pt x="2895" y="6291"/>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85" name="Google Shape;785;p39"/>
                  <p:cNvSpPr/>
                  <p:nvPr/>
                </p:nvSpPr>
                <p:spPr>
                  <a:xfrm>
                    <a:off x="7455357" y="5131535"/>
                    <a:ext cx="68260" cy="74255"/>
                  </a:xfrm>
                  <a:custGeom>
                    <a:avLst/>
                    <a:gdLst/>
                    <a:ahLst/>
                    <a:cxnLst/>
                    <a:rect l="l" t="t" r="r" b="b"/>
                    <a:pathLst>
                      <a:path w="68260" h="74255" extrusionOk="0">
                        <a:moveTo>
                          <a:pt x="2896" y="6291"/>
                        </a:moveTo>
                        <a:cubicBezTo>
                          <a:pt x="5881" y="-3520"/>
                          <a:pt x="56934" y="452"/>
                          <a:pt x="63135" y="4676"/>
                        </a:cubicBezTo>
                        <a:cubicBezTo>
                          <a:pt x="71673" y="10493"/>
                          <a:pt x="68354" y="69009"/>
                          <a:pt x="64667" y="71496"/>
                        </a:cubicBezTo>
                        <a:cubicBezTo>
                          <a:pt x="60981" y="73983"/>
                          <a:pt x="3478" y="77675"/>
                          <a:pt x="2347" y="68958"/>
                        </a:cubicBezTo>
                        <a:cubicBezTo>
                          <a:pt x="1217" y="60242"/>
                          <a:pt x="-2030" y="22473"/>
                          <a:pt x="2896" y="6291"/>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86" name="Google Shape;786;p39"/>
                  <p:cNvSpPr/>
                  <p:nvPr/>
                </p:nvSpPr>
                <p:spPr>
                  <a:xfrm>
                    <a:off x="7257785" y="5223384"/>
                    <a:ext cx="68260" cy="74255"/>
                  </a:xfrm>
                  <a:custGeom>
                    <a:avLst/>
                    <a:gdLst/>
                    <a:ahLst/>
                    <a:cxnLst/>
                    <a:rect l="l" t="t" r="r" b="b"/>
                    <a:pathLst>
                      <a:path w="68260" h="74255" extrusionOk="0">
                        <a:moveTo>
                          <a:pt x="2895" y="6291"/>
                        </a:moveTo>
                        <a:cubicBezTo>
                          <a:pt x="5881" y="-3520"/>
                          <a:pt x="56934" y="452"/>
                          <a:pt x="63135" y="4676"/>
                        </a:cubicBezTo>
                        <a:cubicBezTo>
                          <a:pt x="71673" y="10493"/>
                          <a:pt x="68353" y="69008"/>
                          <a:pt x="64667" y="71496"/>
                        </a:cubicBezTo>
                        <a:cubicBezTo>
                          <a:pt x="60980" y="73983"/>
                          <a:pt x="3478" y="77674"/>
                          <a:pt x="2347" y="68958"/>
                        </a:cubicBezTo>
                        <a:cubicBezTo>
                          <a:pt x="1216" y="60242"/>
                          <a:pt x="-2029" y="22472"/>
                          <a:pt x="2895" y="6291"/>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87" name="Google Shape;787;p39"/>
                  <p:cNvSpPr/>
                  <p:nvPr/>
                </p:nvSpPr>
                <p:spPr>
                  <a:xfrm>
                    <a:off x="7356536" y="5223459"/>
                    <a:ext cx="68260" cy="74255"/>
                  </a:xfrm>
                  <a:custGeom>
                    <a:avLst/>
                    <a:gdLst/>
                    <a:ahLst/>
                    <a:cxnLst/>
                    <a:rect l="l" t="t" r="r" b="b"/>
                    <a:pathLst>
                      <a:path w="68260" h="74255" extrusionOk="0">
                        <a:moveTo>
                          <a:pt x="2896" y="6291"/>
                        </a:moveTo>
                        <a:cubicBezTo>
                          <a:pt x="5881" y="-3520"/>
                          <a:pt x="56934" y="452"/>
                          <a:pt x="63135" y="4676"/>
                        </a:cubicBezTo>
                        <a:cubicBezTo>
                          <a:pt x="71673" y="10493"/>
                          <a:pt x="68353" y="69009"/>
                          <a:pt x="64667" y="71496"/>
                        </a:cubicBezTo>
                        <a:cubicBezTo>
                          <a:pt x="60980" y="73982"/>
                          <a:pt x="3477" y="77675"/>
                          <a:pt x="2347" y="68958"/>
                        </a:cubicBezTo>
                        <a:cubicBezTo>
                          <a:pt x="1217" y="60242"/>
                          <a:pt x="-2030" y="22472"/>
                          <a:pt x="2896" y="6291"/>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88" name="Google Shape;788;p39"/>
                  <p:cNvSpPr/>
                  <p:nvPr/>
                </p:nvSpPr>
                <p:spPr>
                  <a:xfrm>
                    <a:off x="7455288" y="5223534"/>
                    <a:ext cx="68259" cy="74255"/>
                  </a:xfrm>
                  <a:custGeom>
                    <a:avLst/>
                    <a:gdLst/>
                    <a:ahLst/>
                    <a:cxnLst/>
                    <a:rect l="l" t="t" r="r" b="b"/>
                    <a:pathLst>
                      <a:path w="68259" h="74255" extrusionOk="0">
                        <a:moveTo>
                          <a:pt x="2896" y="6291"/>
                        </a:moveTo>
                        <a:cubicBezTo>
                          <a:pt x="5882" y="-3520"/>
                          <a:pt x="56935" y="452"/>
                          <a:pt x="63135" y="4676"/>
                        </a:cubicBezTo>
                        <a:cubicBezTo>
                          <a:pt x="71673" y="10493"/>
                          <a:pt x="68353" y="69008"/>
                          <a:pt x="64666" y="71496"/>
                        </a:cubicBezTo>
                        <a:cubicBezTo>
                          <a:pt x="60980" y="73983"/>
                          <a:pt x="3478" y="77675"/>
                          <a:pt x="2347" y="68958"/>
                        </a:cubicBezTo>
                        <a:cubicBezTo>
                          <a:pt x="1217" y="60242"/>
                          <a:pt x="-2030" y="22473"/>
                          <a:pt x="2896" y="6291"/>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89" name="Google Shape;789;p39"/>
                  <p:cNvSpPr/>
                  <p:nvPr/>
                </p:nvSpPr>
                <p:spPr>
                  <a:xfrm>
                    <a:off x="7257715" y="5315384"/>
                    <a:ext cx="68260" cy="74255"/>
                  </a:xfrm>
                  <a:custGeom>
                    <a:avLst/>
                    <a:gdLst/>
                    <a:ahLst/>
                    <a:cxnLst/>
                    <a:rect l="l" t="t" r="r" b="b"/>
                    <a:pathLst>
                      <a:path w="68260" h="74255" extrusionOk="0">
                        <a:moveTo>
                          <a:pt x="2896" y="6290"/>
                        </a:moveTo>
                        <a:cubicBezTo>
                          <a:pt x="5881" y="-3520"/>
                          <a:pt x="56935" y="452"/>
                          <a:pt x="63135" y="4676"/>
                        </a:cubicBezTo>
                        <a:cubicBezTo>
                          <a:pt x="71673" y="10493"/>
                          <a:pt x="68353" y="69008"/>
                          <a:pt x="64667" y="71495"/>
                        </a:cubicBezTo>
                        <a:cubicBezTo>
                          <a:pt x="60980" y="73983"/>
                          <a:pt x="3478" y="77674"/>
                          <a:pt x="2347" y="68958"/>
                        </a:cubicBezTo>
                        <a:cubicBezTo>
                          <a:pt x="1217" y="60242"/>
                          <a:pt x="-2030" y="22473"/>
                          <a:pt x="2896" y="6290"/>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sp>
              <p:nvSpPr>
                <p:cNvPr id="790" name="Google Shape;790;p39"/>
                <p:cNvSpPr/>
                <p:nvPr/>
              </p:nvSpPr>
              <p:spPr>
                <a:xfrm>
                  <a:off x="7356467" y="5315458"/>
                  <a:ext cx="68259" cy="74255"/>
                </a:xfrm>
                <a:custGeom>
                  <a:avLst/>
                  <a:gdLst/>
                  <a:ahLst/>
                  <a:cxnLst/>
                  <a:rect l="l" t="t" r="r" b="b"/>
                  <a:pathLst>
                    <a:path w="68259" h="74255" extrusionOk="0">
                      <a:moveTo>
                        <a:pt x="2896" y="6291"/>
                      </a:moveTo>
                      <a:cubicBezTo>
                        <a:pt x="5882" y="-3520"/>
                        <a:pt x="56935" y="452"/>
                        <a:pt x="63135" y="4676"/>
                      </a:cubicBezTo>
                      <a:cubicBezTo>
                        <a:pt x="71673" y="10493"/>
                        <a:pt x="68353" y="69009"/>
                        <a:pt x="64667" y="71496"/>
                      </a:cubicBezTo>
                      <a:cubicBezTo>
                        <a:pt x="60980" y="73983"/>
                        <a:pt x="3478" y="77675"/>
                        <a:pt x="2347" y="68958"/>
                      </a:cubicBezTo>
                      <a:cubicBezTo>
                        <a:pt x="1217" y="60242"/>
                        <a:pt x="-2030" y="22473"/>
                        <a:pt x="2896" y="6291"/>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sp>
            <p:nvSpPr>
              <p:cNvPr id="791" name="Google Shape;791;p39"/>
              <p:cNvSpPr/>
              <p:nvPr/>
            </p:nvSpPr>
            <p:spPr>
              <a:xfrm>
                <a:off x="7455218" y="5315533"/>
                <a:ext cx="68260" cy="74255"/>
              </a:xfrm>
              <a:custGeom>
                <a:avLst/>
                <a:gdLst/>
                <a:ahLst/>
                <a:cxnLst/>
                <a:rect l="l" t="t" r="r" b="b"/>
                <a:pathLst>
                  <a:path w="68260" h="74255" extrusionOk="0">
                    <a:moveTo>
                      <a:pt x="2895" y="6291"/>
                    </a:moveTo>
                    <a:cubicBezTo>
                      <a:pt x="5881" y="-3520"/>
                      <a:pt x="56934" y="452"/>
                      <a:pt x="63135" y="4676"/>
                    </a:cubicBezTo>
                    <a:cubicBezTo>
                      <a:pt x="71673" y="10493"/>
                      <a:pt x="68354" y="69008"/>
                      <a:pt x="64666" y="71496"/>
                    </a:cubicBezTo>
                    <a:cubicBezTo>
                      <a:pt x="60979" y="73983"/>
                      <a:pt x="3477" y="77675"/>
                      <a:pt x="2347" y="68958"/>
                    </a:cubicBezTo>
                    <a:cubicBezTo>
                      <a:pt x="1217" y="60242"/>
                      <a:pt x="-2030" y="22473"/>
                      <a:pt x="2895" y="6291"/>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792" name="Google Shape;792;p39"/>
              <p:cNvGrpSpPr/>
              <p:nvPr/>
            </p:nvGrpSpPr>
            <p:grpSpPr>
              <a:xfrm>
                <a:off x="7553969" y="5039611"/>
                <a:ext cx="69652" cy="350252"/>
                <a:chOff x="7553969" y="5039611"/>
                <a:chExt cx="69652" cy="350252"/>
              </a:xfrm>
            </p:grpSpPr>
            <p:sp>
              <p:nvSpPr>
                <p:cNvPr id="793" name="Google Shape;793;p39"/>
                <p:cNvSpPr/>
                <p:nvPr/>
              </p:nvSpPr>
              <p:spPr>
                <a:xfrm>
                  <a:off x="7555361" y="5039611"/>
                  <a:ext cx="68260" cy="74255"/>
                </a:xfrm>
                <a:custGeom>
                  <a:avLst/>
                  <a:gdLst/>
                  <a:ahLst/>
                  <a:cxnLst/>
                  <a:rect l="l" t="t" r="r" b="b"/>
                  <a:pathLst>
                    <a:path w="68260" h="74255" extrusionOk="0">
                      <a:moveTo>
                        <a:pt x="2896" y="6291"/>
                      </a:moveTo>
                      <a:cubicBezTo>
                        <a:pt x="5881" y="-3520"/>
                        <a:pt x="56935" y="452"/>
                        <a:pt x="63135" y="4676"/>
                      </a:cubicBezTo>
                      <a:cubicBezTo>
                        <a:pt x="71673" y="10493"/>
                        <a:pt x="68353" y="69008"/>
                        <a:pt x="64667" y="71496"/>
                      </a:cubicBezTo>
                      <a:cubicBezTo>
                        <a:pt x="60980" y="73983"/>
                        <a:pt x="3478" y="77674"/>
                        <a:pt x="2347" y="68958"/>
                      </a:cubicBezTo>
                      <a:cubicBezTo>
                        <a:pt x="1217" y="60242"/>
                        <a:pt x="-2030" y="22472"/>
                        <a:pt x="2896" y="6291"/>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94" name="Google Shape;794;p39"/>
                <p:cNvSpPr/>
                <p:nvPr/>
              </p:nvSpPr>
              <p:spPr>
                <a:xfrm>
                  <a:off x="7554109" y="5131610"/>
                  <a:ext cx="68260" cy="74255"/>
                </a:xfrm>
                <a:custGeom>
                  <a:avLst/>
                  <a:gdLst/>
                  <a:ahLst/>
                  <a:cxnLst/>
                  <a:rect l="l" t="t" r="r" b="b"/>
                  <a:pathLst>
                    <a:path w="68260" h="74255" extrusionOk="0">
                      <a:moveTo>
                        <a:pt x="2895" y="6290"/>
                      </a:moveTo>
                      <a:cubicBezTo>
                        <a:pt x="5881" y="-3520"/>
                        <a:pt x="56934" y="452"/>
                        <a:pt x="63135" y="4676"/>
                      </a:cubicBezTo>
                      <a:cubicBezTo>
                        <a:pt x="71673" y="10493"/>
                        <a:pt x="68353" y="69008"/>
                        <a:pt x="64667" y="71496"/>
                      </a:cubicBezTo>
                      <a:cubicBezTo>
                        <a:pt x="60979" y="73983"/>
                        <a:pt x="3478" y="77674"/>
                        <a:pt x="2348" y="68958"/>
                      </a:cubicBezTo>
                      <a:cubicBezTo>
                        <a:pt x="1217" y="60242"/>
                        <a:pt x="-2030" y="22473"/>
                        <a:pt x="2895" y="6290"/>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95" name="Google Shape;795;p39"/>
                <p:cNvSpPr/>
                <p:nvPr/>
              </p:nvSpPr>
              <p:spPr>
                <a:xfrm>
                  <a:off x="7554039" y="5223609"/>
                  <a:ext cx="68260" cy="74255"/>
                </a:xfrm>
                <a:custGeom>
                  <a:avLst/>
                  <a:gdLst/>
                  <a:ahLst/>
                  <a:cxnLst/>
                  <a:rect l="l" t="t" r="r" b="b"/>
                  <a:pathLst>
                    <a:path w="68260" h="74255" extrusionOk="0">
                      <a:moveTo>
                        <a:pt x="2896" y="6291"/>
                      </a:moveTo>
                      <a:cubicBezTo>
                        <a:pt x="5882" y="-3520"/>
                        <a:pt x="56935" y="452"/>
                        <a:pt x="63135" y="4676"/>
                      </a:cubicBezTo>
                      <a:cubicBezTo>
                        <a:pt x="71673" y="10493"/>
                        <a:pt x="68353" y="69008"/>
                        <a:pt x="64667" y="71496"/>
                      </a:cubicBezTo>
                      <a:cubicBezTo>
                        <a:pt x="60980" y="73983"/>
                        <a:pt x="3477" y="77675"/>
                        <a:pt x="2347" y="68959"/>
                      </a:cubicBezTo>
                      <a:cubicBezTo>
                        <a:pt x="1217" y="60242"/>
                        <a:pt x="-2030" y="22473"/>
                        <a:pt x="2896" y="6291"/>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96" name="Google Shape;796;p39"/>
                <p:cNvSpPr/>
                <p:nvPr/>
              </p:nvSpPr>
              <p:spPr>
                <a:xfrm>
                  <a:off x="7553969" y="5315608"/>
                  <a:ext cx="68259" cy="74255"/>
                </a:xfrm>
                <a:custGeom>
                  <a:avLst/>
                  <a:gdLst/>
                  <a:ahLst/>
                  <a:cxnLst/>
                  <a:rect l="l" t="t" r="r" b="b"/>
                  <a:pathLst>
                    <a:path w="68259" h="74255" extrusionOk="0">
                      <a:moveTo>
                        <a:pt x="2895" y="6291"/>
                      </a:moveTo>
                      <a:cubicBezTo>
                        <a:pt x="5881" y="-3520"/>
                        <a:pt x="56934" y="452"/>
                        <a:pt x="63135" y="4676"/>
                      </a:cubicBezTo>
                      <a:cubicBezTo>
                        <a:pt x="71673" y="10493"/>
                        <a:pt x="68353" y="69008"/>
                        <a:pt x="64667" y="71496"/>
                      </a:cubicBezTo>
                      <a:cubicBezTo>
                        <a:pt x="60980" y="73983"/>
                        <a:pt x="3477" y="77674"/>
                        <a:pt x="2347" y="68958"/>
                      </a:cubicBezTo>
                      <a:cubicBezTo>
                        <a:pt x="1217" y="60242"/>
                        <a:pt x="-2030" y="22472"/>
                        <a:pt x="2895" y="6291"/>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sp>
            <p:nvSpPr>
              <p:cNvPr id="797" name="Google Shape;797;p39"/>
              <p:cNvSpPr/>
              <p:nvPr/>
            </p:nvSpPr>
            <p:spPr>
              <a:xfrm>
                <a:off x="7576724" y="5063478"/>
                <a:ext cx="25341" cy="25776"/>
              </a:xfrm>
              <a:custGeom>
                <a:avLst/>
                <a:gdLst/>
                <a:ahLst/>
                <a:cxnLst/>
                <a:rect l="l" t="t" r="r" b="b"/>
                <a:pathLst>
                  <a:path w="25341" h="25776" extrusionOk="0">
                    <a:moveTo>
                      <a:pt x="254" y="10110"/>
                    </a:moveTo>
                    <a:lnTo>
                      <a:pt x="25590" y="10129"/>
                    </a:lnTo>
                    <a:lnTo>
                      <a:pt x="25586" y="16034"/>
                    </a:lnTo>
                    <a:lnTo>
                      <a:pt x="249" y="16015"/>
                    </a:lnTo>
                    <a:close/>
                    <a:moveTo>
                      <a:pt x="8936" y="21927"/>
                    </a:moveTo>
                    <a:cubicBezTo>
                      <a:pt x="8932" y="21386"/>
                      <a:pt x="9043" y="20851"/>
                      <a:pt x="9262" y="20357"/>
                    </a:cubicBezTo>
                    <a:cubicBezTo>
                      <a:pt x="9673" y="19409"/>
                      <a:pt x="10424" y="18650"/>
                      <a:pt x="11366" y="18226"/>
                    </a:cubicBezTo>
                    <a:cubicBezTo>
                      <a:pt x="12353" y="17790"/>
                      <a:pt x="13478" y="17791"/>
                      <a:pt x="14464" y="18228"/>
                    </a:cubicBezTo>
                    <a:cubicBezTo>
                      <a:pt x="14929" y="18439"/>
                      <a:pt x="15352" y="18734"/>
                      <a:pt x="15712" y="19096"/>
                    </a:cubicBezTo>
                    <a:cubicBezTo>
                      <a:pt x="16071" y="19464"/>
                      <a:pt x="16360" y="19893"/>
                      <a:pt x="16566" y="20363"/>
                    </a:cubicBezTo>
                    <a:cubicBezTo>
                      <a:pt x="16997" y="21365"/>
                      <a:pt x="16996" y="22501"/>
                      <a:pt x="16563" y="23503"/>
                    </a:cubicBezTo>
                    <a:cubicBezTo>
                      <a:pt x="16357" y="23973"/>
                      <a:pt x="16067" y="24401"/>
                      <a:pt x="15708" y="24768"/>
                    </a:cubicBezTo>
                    <a:cubicBezTo>
                      <a:pt x="15348" y="25131"/>
                      <a:pt x="14924" y="25425"/>
                      <a:pt x="14458" y="25634"/>
                    </a:cubicBezTo>
                    <a:cubicBezTo>
                      <a:pt x="13471" y="26071"/>
                      <a:pt x="12346" y="26070"/>
                      <a:pt x="11361" y="25632"/>
                    </a:cubicBezTo>
                    <a:cubicBezTo>
                      <a:pt x="10895" y="25422"/>
                      <a:pt x="10472" y="25127"/>
                      <a:pt x="10113" y="24763"/>
                    </a:cubicBezTo>
                    <a:cubicBezTo>
                      <a:pt x="9753" y="24397"/>
                      <a:pt x="9464" y="23968"/>
                      <a:pt x="9259" y="23498"/>
                    </a:cubicBezTo>
                    <a:cubicBezTo>
                      <a:pt x="9041" y="23003"/>
                      <a:pt x="8931" y="22468"/>
                      <a:pt x="8936" y="21927"/>
                    </a:cubicBezTo>
                    <a:close/>
                    <a:moveTo>
                      <a:pt x="8949" y="4211"/>
                    </a:moveTo>
                    <a:cubicBezTo>
                      <a:pt x="8945" y="3671"/>
                      <a:pt x="9056" y="3136"/>
                      <a:pt x="9275" y="2641"/>
                    </a:cubicBezTo>
                    <a:cubicBezTo>
                      <a:pt x="9686" y="1694"/>
                      <a:pt x="10437" y="934"/>
                      <a:pt x="11380" y="511"/>
                    </a:cubicBezTo>
                    <a:cubicBezTo>
                      <a:pt x="12367" y="74"/>
                      <a:pt x="13492" y="75"/>
                      <a:pt x="14478" y="513"/>
                    </a:cubicBezTo>
                    <a:cubicBezTo>
                      <a:pt x="14943" y="724"/>
                      <a:pt x="15366" y="1018"/>
                      <a:pt x="15726" y="1381"/>
                    </a:cubicBezTo>
                    <a:cubicBezTo>
                      <a:pt x="16084" y="1748"/>
                      <a:pt x="16373" y="2177"/>
                      <a:pt x="16580" y="2647"/>
                    </a:cubicBezTo>
                    <a:cubicBezTo>
                      <a:pt x="17011" y="3650"/>
                      <a:pt x="17010" y="4785"/>
                      <a:pt x="16578" y="5787"/>
                    </a:cubicBezTo>
                    <a:cubicBezTo>
                      <a:pt x="16372" y="6257"/>
                      <a:pt x="16082" y="6686"/>
                      <a:pt x="15722" y="7052"/>
                    </a:cubicBezTo>
                    <a:cubicBezTo>
                      <a:pt x="15363" y="7415"/>
                      <a:pt x="14939" y="7709"/>
                      <a:pt x="14473" y="7918"/>
                    </a:cubicBezTo>
                    <a:cubicBezTo>
                      <a:pt x="13486" y="8355"/>
                      <a:pt x="12361" y="8354"/>
                      <a:pt x="11375" y="7916"/>
                    </a:cubicBezTo>
                    <a:cubicBezTo>
                      <a:pt x="10909" y="7706"/>
                      <a:pt x="10487" y="7412"/>
                      <a:pt x="10128" y="7048"/>
                    </a:cubicBezTo>
                    <a:cubicBezTo>
                      <a:pt x="9768" y="6682"/>
                      <a:pt x="9479" y="6253"/>
                      <a:pt x="9274" y="5782"/>
                    </a:cubicBezTo>
                    <a:cubicBezTo>
                      <a:pt x="9056" y="5287"/>
                      <a:pt x="8945" y="4752"/>
                      <a:pt x="8951" y="4212"/>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98" name="Google Shape;798;p39"/>
              <p:cNvSpPr/>
              <p:nvPr/>
            </p:nvSpPr>
            <p:spPr>
              <a:xfrm>
                <a:off x="7576894" y="5156278"/>
                <a:ext cx="24861" cy="25026"/>
              </a:xfrm>
              <a:custGeom>
                <a:avLst/>
                <a:gdLst/>
                <a:ahLst/>
                <a:cxnLst/>
                <a:rect l="l" t="t" r="r" b="b"/>
                <a:pathLst>
                  <a:path w="24861" h="25026" extrusionOk="0">
                    <a:moveTo>
                      <a:pt x="4552" y="184"/>
                    </a:moveTo>
                    <a:lnTo>
                      <a:pt x="12729" y="8392"/>
                    </a:lnTo>
                    <a:lnTo>
                      <a:pt x="20688" y="243"/>
                    </a:lnTo>
                    <a:lnTo>
                      <a:pt x="24799" y="4277"/>
                    </a:lnTo>
                    <a:lnTo>
                      <a:pt x="16795" y="12706"/>
                    </a:lnTo>
                    <a:lnTo>
                      <a:pt x="25110" y="20821"/>
                    </a:lnTo>
                    <a:lnTo>
                      <a:pt x="20854" y="25176"/>
                    </a:lnTo>
                    <a:lnTo>
                      <a:pt x="12723" y="16921"/>
                    </a:lnTo>
                    <a:lnTo>
                      <a:pt x="4533" y="25211"/>
                    </a:lnTo>
                    <a:lnTo>
                      <a:pt x="421" y="21177"/>
                    </a:lnTo>
                    <a:lnTo>
                      <a:pt x="8473" y="12700"/>
                    </a:lnTo>
                    <a:lnTo>
                      <a:pt x="249" y="4633"/>
                    </a:ln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799" name="Google Shape;799;p39"/>
              <p:cNvSpPr/>
              <p:nvPr/>
            </p:nvSpPr>
            <p:spPr>
              <a:xfrm>
                <a:off x="7582719" y="5258340"/>
                <a:ext cx="11378" cy="5631"/>
              </a:xfrm>
              <a:custGeom>
                <a:avLst/>
                <a:gdLst/>
                <a:ahLst/>
                <a:cxnLst/>
                <a:rect l="l" t="t" r="r" b="b"/>
                <a:pathLst>
                  <a:path w="11378" h="5631" extrusionOk="0">
                    <a:moveTo>
                      <a:pt x="11623" y="5816"/>
                    </a:moveTo>
                    <a:lnTo>
                      <a:pt x="249" y="5808"/>
                    </a:lnTo>
                    <a:lnTo>
                      <a:pt x="253" y="184"/>
                    </a:lnTo>
                    <a:lnTo>
                      <a:pt x="11627" y="192"/>
                    </a:ln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00" name="Google Shape;800;p39"/>
              <p:cNvSpPr/>
              <p:nvPr/>
            </p:nvSpPr>
            <p:spPr>
              <a:xfrm>
                <a:off x="7575736" y="5337854"/>
                <a:ext cx="25340" cy="25686"/>
              </a:xfrm>
              <a:custGeom>
                <a:avLst/>
                <a:gdLst/>
                <a:ahLst/>
                <a:cxnLst/>
                <a:rect l="l" t="t" r="r" b="b"/>
                <a:pathLst>
                  <a:path w="25340" h="25686" extrusionOk="0">
                    <a:moveTo>
                      <a:pt x="254" y="10065"/>
                    </a:moveTo>
                    <a:lnTo>
                      <a:pt x="10009" y="10073"/>
                    </a:lnTo>
                    <a:lnTo>
                      <a:pt x="10016" y="184"/>
                    </a:lnTo>
                    <a:lnTo>
                      <a:pt x="15841" y="188"/>
                    </a:lnTo>
                    <a:lnTo>
                      <a:pt x="15834" y="10077"/>
                    </a:lnTo>
                    <a:lnTo>
                      <a:pt x="25590" y="10084"/>
                    </a:lnTo>
                    <a:lnTo>
                      <a:pt x="25585" y="15990"/>
                    </a:lnTo>
                    <a:lnTo>
                      <a:pt x="15830" y="15982"/>
                    </a:lnTo>
                    <a:lnTo>
                      <a:pt x="15822" y="25871"/>
                    </a:lnTo>
                    <a:lnTo>
                      <a:pt x="9997" y="25867"/>
                    </a:lnTo>
                    <a:lnTo>
                      <a:pt x="10004" y="15978"/>
                    </a:lnTo>
                    <a:lnTo>
                      <a:pt x="249" y="15970"/>
                    </a:ln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01" name="Google Shape;801;p39"/>
              <p:cNvSpPr/>
              <p:nvPr/>
            </p:nvSpPr>
            <p:spPr>
              <a:xfrm>
                <a:off x="7477791" y="5345051"/>
                <a:ext cx="25345" cy="14922"/>
              </a:xfrm>
              <a:custGeom>
                <a:avLst/>
                <a:gdLst/>
                <a:ahLst/>
                <a:cxnLst/>
                <a:rect l="l" t="t" r="r" b="b"/>
                <a:pathLst>
                  <a:path w="25345" h="14922" extrusionOk="0">
                    <a:moveTo>
                      <a:pt x="253" y="9182"/>
                    </a:moveTo>
                    <a:lnTo>
                      <a:pt x="25589" y="9201"/>
                    </a:lnTo>
                    <a:lnTo>
                      <a:pt x="25585" y="15107"/>
                    </a:lnTo>
                    <a:lnTo>
                      <a:pt x="249" y="15087"/>
                    </a:lnTo>
                    <a:close/>
                    <a:moveTo>
                      <a:pt x="260" y="184"/>
                    </a:moveTo>
                    <a:lnTo>
                      <a:pt x="25595" y="203"/>
                    </a:lnTo>
                    <a:lnTo>
                      <a:pt x="25591" y="6108"/>
                    </a:lnTo>
                    <a:lnTo>
                      <a:pt x="256" y="6089"/>
                    </a:ln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02" name="Google Shape;802;p39"/>
              <p:cNvSpPr/>
              <p:nvPr/>
            </p:nvSpPr>
            <p:spPr>
              <a:xfrm>
                <a:off x="7280024" y="5059993"/>
                <a:ext cx="17159" cy="33186"/>
              </a:xfrm>
              <a:custGeom>
                <a:avLst/>
                <a:gdLst/>
                <a:ahLst/>
                <a:cxnLst/>
                <a:rect l="l" t="t" r="r" b="b"/>
                <a:pathLst>
                  <a:path w="17159" h="33186" extrusionOk="0">
                    <a:moveTo>
                      <a:pt x="10745" y="8058"/>
                    </a:moveTo>
                    <a:lnTo>
                      <a:pt x="4176" y="13911"/>
                    </a:lnTo>
                    <a:lnTo>
                      <a:pt x="249" y="9315"/>
                    </a:lnTo>
                    <a:lnTo>
                      <a:pt x="10936" y="184"/>
                    </a:lnTo>
                    <a:lnTo>
                      <a:pt x="17408" y="189"/>
                    </a:lnTo>
                    <a:lnTo>
                      <a:pt x="17383" y="33371"/>
                    </a:lnTo>
                    <a:lnTo>
                      <a:pt x="10726" y="33366"/>
                    </a:ln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03" name="Google Shape;803;p39"/>
              <p:cNvSpPr/>
              <p:nvPr/>
            </p:nvSpPr>
            <p:spPr>
              <a:xfrm>
                <a:off x="7379019" y="5059507"/>
                <a:ext cx="22843" cy="33753"/>
              </a:xfrm>
              <a:custGeom>
                <a:avLst/>
                <a:gdLst/>
                <a:ahLst/>
                <a:cxnLst/>
                <a:rect l="l" t="t" r="r" b="b"/>
                <a:pathLst>
                  <a:path w="22843" h="33753" extrusionOk="0">
                    <a:moveTo>
                      <a:pt x="255" y="26467"/>
                    </a:moveTo>
                    <a:lnTo>
                      <a:pt x="12977" y="14901"/>
                    </a:lnTo>
                    <a:cubicBezTo>
                      <a:pt x="13663" y="14268"/>
                      <a:pt x="14312" y="13596"/>
                      <a:pt x="14920" y="12887"/>
                    </a:cubicBezTo>
                    <a:cubicBezTo>
                      <a:pt x="15559" y="12164"/>
                      <a:pt x="15905" y="11229"/>
                      <a:pt x="15893" y="10264"/>
                    </a:cubicBezTo>
                    <a:cubicBezTo>
                      <a:pt x="15940" y="9240"/>
                      <a:pt x="15494" y="8255"/>
                      <a:pt x="14693" y="7615"/>
                    </a:cubicBezTo>
                    <a:cubicBezTo>
                      <a:pt x="13894" y="6974"/>
                      <a:pt x="12897" y="6634"/>
                      <a:pt x="11874" y="6652"/>
                    </a:cubicBezTo>
                    <a:cubicBezTo>
                      <a:pt x="10733" y="6588"/>
                      <a:pt x="9623" y="7033"/>
                      <a:pt x="8844" y="7868"/>
                    </a:cubicBezTo>
                    <a:cubicBezTo>
                      <a:pt x="8110" y="8702"/>
                      <a:pt x="7678" y="9758"/>
                      <a:pt x="7616" y="10866"/>
                    </a:cubicBezTo>
                    <a:lnTo>
                      <a:pt x="683" y="10346"/>
                    </a:lnTo>
                    <a:cubicBezTo>
                      <a:pt x="735" y="8798"/>
                      <a:pt x="1098" y="7276"/>
                      <a:pt x="1750" y="5871"/>
                    </a:cubicBezTo>
                    <a:cubicBezTo>
                      <a:pt x="2331" y="4653"/>
                      <a:pt x="3167" y="3574"/>
                      <a:pt x="4203" y="2709"/>
                    </a:cubicBezTo>
                    <a:cubicBezTo>
                      <a:pt x="5260" y="1845"/>
                      <a:pt x="6478" y="1201"/>
                      <a:pt x="7787" y="814"/>
                    </a:cubicBezTo>
                    <a:cubicBezTo>
                      <a:pt x="9234" y="382"/>
                      <a:pt x="10739" y="170"/>
                      <a:pt x="12249" y="185"/>
                    </a:cubicBezTo>
                    <a:cubicBezTo>
                      <a:pt x="13660" y="175"/>
                      <a:pt x="15065" y="390"/>
                      <a:pt x="16409" y="821"/>
                    </a:cubicBezTo>
                    <a:cubicBezTo>
                      <a:pt x="17649" y="1213"/>
                      <a:pt x="18797" y="1851"/>
                      <a:pt x="19783" y="2697"/>
                    </a:cubicBezTo>
                    <a:cubicBezTo>
                      <a:pt x="20757" y="3553"/>
                      <a:pt x="21523" y="4620"/>
                      <a:pt x="22023" y="5816"/>
                    </a:cubicBezTo>
                    <a:cubicBezTo>
                      <a:pt x="22586" y="7199"/>
                      <a:pt x="22861" y="8682"/>
                      <a:pt x="22829" y="10175"/>
                    </a:cubicBezTo>
                    <a:cubicBezTo>
                      <a:pt x="22839" y="11146"/>
                      <a:pt x="22729" y="12113"/>
                      <a:pt x="22503" y="13057"/>
                    </a:cubicBezTo>
                    <a:cubicBezTo>
                      <a:pt x="22303" y="13874"/>
                      <a:pt x="21999" y="14661"/>
                      <a:pt x="21599" y="15400"/>
                    </a:cubicBezTo>
                    <a:cubicBezTo>
                      <a:pt x="21218" y="16097"/>
                      <a:pt x="20760" y="16749"/>
                      <a:pt x="20234" y="17344"/>
                    </a:cubicBezTo>
                    <a:cubicBezTo>
                      <a:pt x="19695" y="17952"/>
                      <a:pt x="19123" y="18530"/>
                      <a:pt x="18522" y="19077"/>
                    </a:cubicBezTo>
                    <a:lnTo>
                      <a:pt x="8576" y="27739"/>
                    </a:lnTo>
                    <a:lnTo>
                      <a:pt x="23093" y="27750"/>
                    </a:lnTo>
                    <a:lnTo>
                      <a:pt x="23088" y="33937"/>
                    </a:lnTo>
                    <a:lnTo>
                      <a:pt x="249" y="33919"/>
                    </a:ln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04" name="Google Shape;804;p39"/>
              <p:cNvSpPr/>
              <p:nvPr/>
            </p:nvSpPr>
            <p:spPr>
              <a:xfrm>
                <a:off x="7477007" y="5058632"/>
                <a:ext cx="23535" cy="34311"/>
              </a:xfrm>
              <a:custGeom>
                <a:avLst/>
                <a:gdLst/>
                <a:ahLst/>
                <a:cxnLst/>
                <a:rect l="l" t="t" r="r" b="b"/>
                <a:pathLst>
                  <a:path w="23535" h="34311" extrusionOk="0">
                    <a:moveTo>
                      <a:pt x="8765" y="13820"/>
                    </a:moveTo>
                    <a:lnTo>
                      <a:pt x="11030" y="13822"/>
                    </a:lnTo>
                    <a:cubicBezTo>
                      <a:pt x="11665" y="13823"/>
                      <a:pt x="12298" y="13776"/>
                      <a:pt x="12926" y="13683"/>
                    </a:cubicBezTo>
                    <a:cubicBezTo>
                      <a:pt x="13514" y="13599"/>
                      <a:pt x="14085" y="13417"/>
                      <a:pt x="14613" y="13145"/>
                    </a:cubicBezTo>
                    <a:cubicBezTo>
                      <a:pt x="15115" y="12886"/>
                      <a:pt x="15539" y="12498"/>
                      <a:pt x="15840" y="12021"/>
                    </a:cubicBezTo>
                    <a:cubicBezTo>
                      <a:pt x="16172" y="11445"/>
                      <a:pt x="16332" y="10787"/>
                      <a:pt x="16303" y="10123"/>
                    </a:cubicBezTo>
                    <a:cubicBezTo>
                      <a:pt x="16320" y="9157"/>
                      <a:pt x="15885" y="8238"/>
                      <a:pt x="15126" y="7639"/>
                    </a:cubicBezTo>
                    <a:cubicBezTo>
                      <a:pt x="14314" y="6972"/>
                      <a:pt x="13288" y="6622"/>
                      <a:pt x="12237" y="6652"/>
                    </a:cubicBezTo>
                    <a:cubicBezTo>
                      <a:pt x="11266" y="6615"/>
                      <a:pt x="10313" y="6931"/>
                      <a:pt x="9555" y="7541"/>
                    </a:cubicBezTo>
                    <a:cubicBezTo>
                      <a:pt x="8864" y="8104"/>
                      <a:pt x="8377" y="8877"/>
                      <a:pt x="8166" y="9742"/>
                    </a:cubicBezTo>
                    <a:lnTo>
                      <a:pt x="540" y="8143"/>
                    </a:lnTo>
                    <a:cubicBezTo>
                      <a:pt x="858" y="6822"/>
                      <a:pt x="1423" y="5574"/>
                      <a:pt x="2207" y="4465"/>
                    </a:cubicBezTo>
                    <a:cubicBezTo>
                      <a:pt x="2915" y="3480"/>
                      <a:pt x="3811" y="2645"/>
                      <a:pt x="4843" y="2007"/>
                    </a:cubicBezTo>
                    <a:cubicBezTo>
                      <a:pt x="5895" y="1368"/>
                      <a:pt x="7043" y="903"/>
                      <a:pt x="8242" y="627"/>
                    </a:cubicBezTo>
                    <a:cubicBezTo>
                      <a:pt x="9538" y="325"/>
                      <a:pt x="10865" y="177"/>
                      <a:pt x="12196" y="184"/>
                    </a:cubicBezTo>
                    <a:cubicBezTo>
                      <a:pt x="13608" y="181"/>
                      <a:pt x="15015" y="363"/>
                      <a:pt x="16380" y="726"/>
                    </a:cubicBezTo>
                    <a:cubicBezTo>
                      <a:pt x="17657" y="1056"/>
                      <a:pt x="18857" y="1630"/>
                      <a:pt x="19915" y="2416"/>
                    </a:cubicBezTo>
                    <a:cubicBezTo>
                      <a:pt x="20931" y="3182"/>
                      <a:pt x="21760" y="4168"/>
                      <a:pt x="22340" y="5300"/>
                    </a:cubicBezTo>
                    <a:cubicBezTo>
                      <a:pt x="22969" y="6582"/>
                      <a:pt x="23277" y="7998"/>
                      <a:pt x="23239" y="9425"/>
                    </a:cubicBezTo>
                    <a:cubicBezTo>
                      <a:pt x="23284" y="11116"/>
                      <a:pt x="22780" y="12777"/>
                      <a:pt x="21802" y="14158"/>
                    </a:cubicBezTo>
                    <a:cubicBezTo>
                      <a:pt x="20790" y="15504"/>
                      <a:pt x="19300" y="16409"/>
                      <a:pt x="17639" y="16685"/>
                    </a:cubicBezTo>
                    <a:lnTo>
                      <a:pt x="17639" y="16826"/>
                    </a:lnTo>
                    <a:cubicBezTo>
                      <a:pt x="18564" y="16931"/>
                      <a:pt x="19455" y="17236"/>
                      <a:pt x="20251" y="17719"/>
                    </a:cubicBezTo>
                    <a:cubicBezTo>
                      <a:pt x="20990" y="18175"/>
                      <a:pt x="21640" y="18763"/>
                      <a:pt x="22168" y="19454"/>
                    </a:cubicBezTo>
                    <a:cubicBezTo>
                      <a:pt x="22701" y="20160"/>
                      <a:pt x="23107" y="20954"/>
                      <a:pt x="23368" y="21798"/>
                    </a:cubicBezTo>
                    <a:cubicBezTo>
                      <a:pt x="23649" y="22693"/>
                      <a:pt x="23788" y="23626"/>
                      <a:pt x="23782" y="24564"/>
                    </a:cubicBezTo>
                    <a:cubicBezTo>
                      <a:pt x="23814" y="26071"/>
                      <a:pt x="23489" y="27564"/>
                      <a:pt x="22832" y="28922"/>
                    </a:cubicBezTo>
                    <a:cubicBezTo>
                      <a:pt x="22226" y="30137"/>
                      <a:pt x="21356" y="31202"/>
                      <a:pt x="20285" y="32036"/>
                    </a:cubicBezTo>
                    <a:cubicBezTo>
                      <a:pt x="19169" y="32890"/>
                      <a:pt x="17896" y="33518"/>
                      <a:pt x="16539" y="33885"/>
                    </a:cubicBezTo>
                    <a:cubicBezTo>
                      <a:pt x="15056" y="34297"/>
                      <a:pt x="13524" y="34500"/>
                      <a:pt x="11985" y="34491"/>
                    </a:cubicBezTo>
                    <a:cubicBezTo>
                      <a:pt x="9317" y="34562"/>
                      <a:pt x="6687" y="33842"/>
                      <a:pt x="4427" y="32423"/>
                    </a:cubicBezTo>
                    <a:cubicBezTo>
                      <a:pt x="2218" y="30897"/>
                      <a:pt x="713" y="28549"/>
                      <a:pt x="249" y="25905"/>
                    </a:cubicBezTo>
                    <a:lnTo>
                      <a:pt x="7555" y="24176"/>
                    </a:lnTo>
                    <a:cubicBezTo>
                      <a:pt x="7739" y="25252"/>
                      <a:pt x="8266" y="26238"/>
                      <a:pt x="9056" y="26990"/>
                    </a:cubicBezTo>
                    <a:cubicBezTo>
                      <a:pt x="10004" y="27742"/>
                      <a:pt x="11199" y="28111"/>
                      <a:pt x="12407" y="28023"/>
                    </a:cubicBezTo>
                    <a:cubicBezTo>
                      <a:pt x="13644" y="28127"/>
                      <a:pt x="14866" y="27692"/>
                      <a:pt x="15759" y="26831"/>
                    </a:cubicBezTo>
                    <a:cubicBezTo>
                      <a:pt x="16503" y="25985"/>
                      <a:pt x="16892" y="24886"/>
                      <a:pt x="16848" y="23762"/>
                    </a:cubicBezTo>
                    <a:cubicBezTo>
                      <a:pt x="16896" y="22992"/>
                      <a:pt x="16693" y="22228"/>
                      <a:pt x="16272" y="21582"/>
                    </a:cubicBezTo>
                    <a:cubicBezTo>
                      <a:pt x="15888" y="21068"/>
                      <a:pt x="15368" y="20670"/>
                      <a:pt x="14770" y="20433"/>
                    </a:cubicBezTo>
                    <a:cubicBezTo>
                      <a:pt x="14106" y="20172"/>
                      <a:pt x="13403" y="20021"/>
                      <a:pt x="12690" y="19986"/>
                    </a:cubicBezTo>
                    <a:cubicBezTo>
                      <a:pt x="11919" y="19939"/>
                      <a:pt x="11148" y="19915"/>
                      <a:pt x="10378" y="19914"/>
                    </a:cubicBezTo>
                    <a:lnTo>
                      <a:pt x="8761" y="19913"/>
                    </a:ln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05" name="Google Shape;805;p39"/>
              <p:cNvSpPr/>
              <p:nvPr/>
            </p:nvSpPr>
            <p:spPr>
              <a:xfrm>
                <a:off x="7278230" y="5150536"/>
                <a:ext cx="25155" cy="33188"/>
              </a:xfrm>
              <a:custGeom>
                <a:avLst/>
                <a:gdLst/>
                <a:ahLst/>
                <a:cxnLst/>
                <a:rect l="l" t="t" r="r" b="b"/>
                <a:pathLst>
                  <a:path w="25155" h="33188" extrusionOk="0">
                    <a:moveTo>
                      <a:pt x="14535" y="26712"/>
                    </a:moveTo>
                    <a:lnTo>
                      <a:pt x="249" y="26701"/>
                    </a:lnTo>
                    <a:lnTo>
                      <a:pt x="253" y="20796"/>
                    </a:lnTo>
                    <a:lnTo>
                      <a:pt x="13631" y="184"/>
                    </a:lnTo>
                    <a:lnTo>
                      <a:pt x="21213" y="190"/>
                    </a:lnTo>
                    <a:lnTo>
                      <a:pt x="21197" y="20812"/>
                    </a:lnTo>
                    <a:lnTo>
                      <a:pt x="25404" y="20815"/>
                    </a:lnTo>
                    <a:lnTo>
                      <a:pt x="25400" y="26720"/>
                    </a:lnTo>
                    <a:lnTo>
                      <a:pt x="21192" y="26717"/>
                    </a:lnTo>
                    <a:lnTo>
                      <a:pt x="21188" y="33372"/>
                    </a:lnTo>
                    <a:lnTo>
                      <a:pt x="14531" y="33367"/>
                    </a:lnTo>
                    <a:close/>
                    <a:moveTo>
                      <a:pt x="14549" y="9371"/>
                    </a:moveTo>
                    <a:lnTo>
                      <a:pt x="14456" y="9371"/>
                    </a:lnTo>
                    <a:lnTo>
                      <a:pt x="7189" y="20801"/>
                    </a:lnTo>
                    <a:lnTo>
                      <a:pt x="14540" y="20806"/>
                    </a:ln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06" name="Google Shape;806;p39"/>
              <p:cNvSpPr/>
              <p:nvPr/>
            </p:nvSpPr>
            <p:spPr>
              <a:xfrm>
                <a:off x="7378167" y="5151549"/>
                <a:ext cx="23537" cy="33758"/>
              </a:xfrm>
              <a:custGeom>
                <a:avLst/>
                <a:gdLst/>
                <a:ahLst/>
                <a:cxnLst/>
                <a:rect l="l" t="t" r="r" b="b"/>
                <a:pathLst>
                  <a:path w="23537" h="33758" extrusionOk="0">
                    <a:moveTo>
                      <a:pt x="22687" y="6385"/>
                    </a:moveTo>
                    <a:lnTo>
                      <a:pt x="9695" y="6376"/>
                    </a:lnTo>
                    <a:lnTo>
                      <a:pt x="9552" y="11485"/>
                    </a:lnTo>
                    <a:cubicBezTo>
                      <a:pt x="10497" y="11203"/>
                      <a:pt x="11481" y="11076"/>
                      <a:pt x="12466" y="11112"/>
                    </a:cubicBezTo>
                    <a:cubicBezTo>
                      <a:pt x="14024" y="11095"/>
                      <a:pt x="15572" y="11350"/>
                      <a:pt x="17042" y="11865"/>
                    </a:cubicBezTo>
                    <a:cubicBezTo>
                      <a:pt x="18376" y="12334"/>
                      <a:pt x="19595" y="13077"/>
                      <a:pt x="20624" y="14047"/>
                    </a:cubicBezTo>
                    <a:cubicBezTo>
                      <a:pt x="21640" y="15024"/>
                      <a:pt x="22435" y="16207"/>
                      <a:pt x="22955" y="17517"/>
                    </a:cubicBezTo>
                    <a:cubicBezTo>
                      <a:pt x="23527" y="18972"/>
                      <a:pt x="23809" y="20524"/>
                      <a:pt x="23785" y="22087"/>
                    </a:cubicBezTo>
                    <a:cubicBezTo>
                      <a:pt x="23814" y="23806"/>
                      <a:pt x="23490" y="25512"/>
                      <a:pt x="22833" y="27101"/>
                    </a:cubicBezTo>
                    <a:cubicBezTo>
                      <a:pt x="22238" y="28515"/>
                      <a:pt x="21347" y="29785"/>
                      <a:pt x="20218" y="30825"/>
                    </a:cubicBezTo>
                    <a:cubicBezTo>
                      <a:pt x="19073" y="31860"/>
                      <a:pt x="17727" y="32649"/>
                      <a:pt x="16263" y="33142"/>
                    </a:cubicBezTo>
                    <a:cubicBezTo>
                      <a:pt x="14663" y="33684"/>
                      <a:pt x="12982" y="33953"/>
                      <a:pt x="11293" y="33935"/>
                    </a:cubicBezTo>
                    <a:cubicBezTo>
                      <a:pt x="8753" y="34023"/>
                      <a:pt x="6254" y="33280"/>
                      <a:pt x="4175" y="31820"/>
                    </a:cubicBezTo>
                    <a:cubicBezTo>
                      <a:pt x="2148" y="30230"/>
                      <a:pt x="756" y="27969"/>
                      <a:pt x="249" y="25444"/>
                    </a:cubicBezTo>
                    <a:lnTo>
                      <a:pt x="7509" y="23762"/>
                    </a:lnTo>
                    <a:cubicBezTo>
                      <a:pt x="7650" y="24866"/>
                      <a:pt x="8172" y="25886"/>
                      <a:pt x="8987" y="26645"/>
                    </a:cubicBezTo>
                    <a:cubicBezTo>
                      <a:pt x="9807" y="27388"/>
                      <a:pt x="10884" y="27783"/>
                      <a:pt x="11990" y="27749"/>
                    </a:cubicBezTo>
                    <a:cubicBezTo>
                      <a:pt x="13317" y="27812"/>
                      <a:pt x="14606" y="27300"/>
                      <a:pt x="15529" y="26346"/>
                    </a:cubicBezTo>
                    <a:cubicBezTo>
                      <a:pt x="16420" y="25378"/>
                      <a:pt x="16894" y="24099"/>
                      <a:pt x="16849" y="22785"/>
                    </a:cubicBezTo>
                    <a:cubicBezTo>
                      <a:pt x="16887" y="21841"/>
                      <a:pt x="16656" y="20906"/>
                      <a:pt x="16181" y="20089"/>
                    </a:cubicBezTo>
                    <a:cubicBezTo>
                      <a:pt x="15740" y="19393"/>
                      <a:pt x="15138" y="18814"/>
                      <a:pt x="14425" y="18401"/>
                    </a:cubicBezTo>
                    <a:cubicBezTo>
                      <a:pt x="13674" y="17970"/>
                      <a:pt x="12852" y="17675"/>
                      <a:pt x="11998" y="17533"/>
                    </a:cubicBezTo>
                    <a:cubicBezTo>
                      <a:pt x="11113" y="17376"/>
                      <a:pt x="10215" y="17297"/>
                      <a:pt x="9317" y="17296"/>
                    </a:cubicBezTo>
                    <a:cubicBezTo>
                      <a:pt x="8161" y="17297"/>
                      <a:pt x="7008" y="17406"/>
                      <a:pt x="5872" y="17622"/>
                    </a:cubicBezTo>
                    <a:cubicBezTo>
                      <a:pt x="4735" y="17834"/>
                      <a:pt x="3615" y="18131"/>
                      <a:pt x="2520" y="18509"/>
                    </a:cubicBezTo>
                    <a:lnTo>
                      <a:pt x="2904" y="184"/>
                    </a:lnTo>
                    <a:lnTo>
                      <a:pt x="22691" y="199"/>
                    </a:ln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07" name="Google Shape;807;p39"/>
              <p:cNvSpPr/>
              <p:nvPr/>
            </p:nvSpPr>
            <p:spPr>
              <a:xfrm>
                <a:off x="7475643" y="5151627"/>
                <a:ext cx="24412" cy="33745"/>
              </a:xfrm>
              <a:custGeom>
                <a:avLst/>
                <a:gdLst/>
                <a:ahLst/>
                <a:cxnLst/>
                <a:rect l="l" t="t" r="r" b="b"/>
                <a:pathLst>
                  <a:path w="24412" h="33745" extrusionOk="0">
                    <a:moveTo>
                      <a:pt x="12140" y="12043"/>
                    </a:moveTo>
                    <a:cubicBezTo>
                      <a:pt x="12511" y="11949"/>
                      <a:pt x="12880" y="11872"/>
                      <a:pt x="13251" y="11809"/>
                    </a:cubicBezTo>
                    <a:cubicBezTo>
                      <a:pt x="13632" y="11746"/>
                      <a:pt x="14019" y="11715"/>
                      <a:pt x="14406" y="11716"/>
                    </a:cubicBezTo>
                    <a:cubicBezTo>
                      <a:pt x="15852" y="11698"/>
                      <a:pt x="17286" y="11987"/>
                      <a:pt x="18612" y="12563"/>
                    </a:cubicBezTo>
                    <a:cubicBezTo>
                      <a:pt x="19837" y="13099"/>
                      <a:pt x="20938" y="13881"/>
                      <a:pt x="21847" y="14862"/>
                    </a:cubicBezTo>
                    <a:cubicBezTo>
                      <a:pt x="22759" y="15863"/>
                      <a:pt x="23465" y="17034"/>
                      <a:pt x="23924" y="18309"/>
                    </a:cubicBezTo>
                    <a:cubicBezTo>
                      <a:pt x="24421" y="19667"/>
                      <a:pt x="24671" y="21103"/>
                      <a:pt x="24661" y="22549"/>
                    </a:cubicBezTo>
                    <a:cubicBezTo>
                      <a:pt x="24683" y="24154"/>
                      <a:pt x="24358" y="25745"/>
                      <a:pt x="23709" y="27212"/>
                    </a:cubicBezTo>
                    <a:cubicBezTo>
                      <a:pt x="23099" y="28571"/>
                      <a:pt x="22217" y="29791"/>
                      <a:pt x="21118" y="30796"/>
                    </a:cubicBezTo>
                    <a:cubicBezTo>
                      <a:pt x="19989" y="31816"/>
                      <a:pt x="18668" y="32604"/>
                      <a:pt x="17233" y="33113"/>
                    </a:cubicBezTo>
                    <a:cubicBezTo>
                      <a:pt x="14128" y="34204"/>
                      <a:pt x="10743" y="34201"/>
                      <a:pt x="7640" y="33106"/>
                    </a:cubicBezTo>
                    <a:cubicBezTo>
                      <a:pt x="6214" y="32591"/>
                      <a:pt x="4902" y="31802"/>
                      <a:pt x="3780" y="30783"/>
                    </a:cubicBezTo>
                    <a:cubicBezTo>
                      <a:pt x="2682" y="29776"/>
                      <a:pt x="1802" y="28556"/>
                      <a:pt x="1194" y="27196"/>
                    </a:cubicBezTo>
                    <a:cubicBezTo>
                      <a:pt x="547" y="25727"/>
                      <a:pt x="226" y="24136"/>
                      <a:pt x="250" y="22531"/>
                    </a:cubicBezTo>
                    <a:cubicBezTo>
                      <a:pt x="241" y="21437"/>
                      <a:pt x="351" y="20345"/>
                      <a:pt x="577" y="19274"/>
                    </a:cubicBezTo>
                    <a:cubicBezTo>
                      <a:pt x="783" y="18323"/>
                      <a:pt x="1069" y="17390"/>
                      <a:pt x="1433" y="16487"/>
                    </a:cubicBezTo>
                    <a:cubicBezTo>
                      <a:pt x="1785" y="15620"/>
                      <a:pt x="2203" y="14782"/>
                      <a:pt x="2683" y="13980"/>
                    </a:cubicBezTo>
                    <a:cubicBezTo>
                      <a:pt x="3162" y="13184"/>
                      <a:pt x="3664" y="12364"/>
                      <a:pt x="4188" y="11521"/>
                    </a:cubicBezTo>
                    <a:lnTo>
                      <a:pt x="11363" y="184"/>
                    </a:lnTo>
                    <a:lnTo>
                      <a:pt x="19824" y="191"/>
                    </a:lnTo>
                    <a:close/>
                    <a:moveTo>
                      <a:pt x="17727" y="22263"/>
                    </a:moveTo>
                    <a:cubicBezTo>
                      <a:pt x="17626" y="19492"/>
                      <a:pt x="15295" y="17328"/>
                      <a:pt x="12523" y="17429"/>
                    </a:cubicBezTo>
                    <a:cubicBezTo>
                      <a:pt x="9751" y="17531"/>
                      <a:pt x="7586" y="19859"/>
                      <a:pt x="7688" y="22630"/>
                    </a:cubicBezTo>
                    <a:cubicBezTo>
                      <a:pt x="7789" y="25402"/>
                      <a:pt x="10119" y="27566"/>
                      <a:pt x="12891" y="27465"/>
                    </a:cubicBezTo>
                    <a:cubicBezTo>
                      <a:pt x="14163" y="27418"/>
                      <a:pt x="15370" y="26890"/>
                      <a:pt x="16268" y="25988"/>
                    </a:cubicBezTo>
                    <a:cubicBezTo>
                      <a:pt x="17243" y="24998"/>
                      <a:pt x="17771" y="23652"/>
                      <a:pt x="17727" y="22263"/>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08" name="Google Shape;808;p39"/>
              <p:cNvSpPr/>
              <p:nvPr/>
            </p:nvSpPr>
            <p:spPr>
              <a:xfrm>
                <a:off x="7278779" y="5244132"/>
                <a:ext cx="23952" cy="33190"/>
              </a:xfrm>
              <a:custGeom>
                <a:avLst/>
                <a:gdLst/>
                <a:ahLst/>
                <a:cxnLst/>
                <a:rect l="l" t="t" r="r" b="b"/>
                <a:pathLst>
                  <a:path w="23952" h="33190" extrusionOk="0">
                    <a:moveTo>
                      <a:pt x="16430" y="6664"/>
                    </a:moveTo>
                    <a:lnTo>
                      <a:pt x="249" y="6652"/>
                    </a:lnTo>
                    <a:lnTo>
                      <a:pt x="254" y="184"/>
                    </a:lnTo>
                    <a:lnTo>
                      <a:pt x="24202" y="202"/>
                    </a:lnTo>
                    <a:lnTo>
                      <a:pt x="24197" y="6389"/>
                    </a:lnTo>
                    <a:lnTo>
                      <a:pt x="11094" y="33375"/>
                    </a:lnTo>
                    <a:lnTo>
                      <a:pt x="3003" y="33368"/>
                    </a:ln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09" name="Google Shape;809;p39"/>
              <p:cNvSpPr/>
              <p:nvPr/>
            </p:nvSpPr>
            <p:spPr>
              <a:xfrm>
                <a:off x="7377844" y="5243658"/>
                <a:ext cx="23034" cy="34306"/>
              </a:xfrm>
              <a:custGeom>
                <a:avLst/>
                <a:gdLst/>
                <a:ahLst/>
                <a:cxnLst/>
                <a:rect l="l" t="t" r="r" b="b"/>
                <a:pathLst>
                  <a:path w="23034" h="34306" extrusionOk="0">
                    <a:moveTo>
                      <a:pt x="821" y="9314"/>
                    </a:moveTo>
                    <a:cubicBezTo>
                      <a:pt x="790" y="7930"/>
                      <a:pt x="1084" y="6558"/>
                      <a:pt x="1679" y="5308"/>
                    </a:cubicBezTo>
                    <a:cubicBezTo>
                      <a:pt x="2235" y="4186"/>
                      <a:pt x="3043" y="3209"/>
                      <a:pt x="4039" y="2451"/>
                    </a:cubicBezTo>
                    <a:cubicBezTo>
                      <a:pt x="5084" y="1665"/>
                      <a:pt x="6269" y="1086"/>
                      <a:pt x="7530" y="743"/>
                    </a:cubicBezTo>
                    <a:cubicBezTo>
                      <a:pt x="10317" y="-5"/>
                      <a:pt x="13252" y="-2"/>
                      <a:pt x="16037" y="749"/>
                    </a:cubicBezTo>
                    <a:cubicBezTo>
                      <a:pt x="17293" y="1091"/>
                      <a:pt x="18471" y="1673"/>
                      <a:pt x="19504" y="2463"/>
                    </a:cubicBezTo>
                    <a:cubicBezTo>
                      <a:pt x="20491" y="3231"/>
                      <a:pt x="21296" y="4207"/>
                      <a:pt x="21860" y="5323"/>
                    </a:cubicBezTo>
                    <a:cubicBezTo>
                      <a:pt x="22468" y="6570"/>
                      <a:pt x="22768" y="7944"/>
                      <a:pt x="22735" y="9331"/>
                    </a:cubicBezTo>
                    <a:cubicBezTo>
                      <a:pt x="22781" y="10997"/>
                      <a:pt x="22267" y="12630"/>
                      <a:pt x="21276" y="13970"/>
                    </a:cubicBezTo>
                    <a:cubicBezTo>
                      <a:pt x="20241" y="15293"/>
                      <a:pt x="18805" y="16246"/>
                      <a:pt x="17182" y="16685"/>
                    </a:cubicBezTo>
                    <a:lnTo>
                      <a:pt x="17181" y="16779"/>
                    </a:lnTo>
                    <a:cubicBezTo>
                      <a:pt x="18975" y="17197"/>
                      <a:pt x="20573" y="18215"/>
                      <a:pt x="21710" y="19665"/>
                    </a:cubicBezTo>
                    <a:cubicBezTo>
                      <a:pt x="22793" y="21170"/>
                      <a:pt x="23344" y="22991"/>
                      <a:pt x="23278" y="24844"/>
                    </a:cubicBezTo>
                    <a:cubicBezTo>
                      <a:pt x="23306" y="26306"/>
                      <a:pt x="22980" y="27753"/>
                      <a:pt x="22327" y="29062"/>
                    </a:cubicBezTo>
                    <a:cubicBezTo>
                      <a:pt x="21720" y="30249"/>
                      <a:pt x="20849" y="31283"/>
                      <a:pt x="19781" y="32083"/>
                    </a:cubicBezTo>
                    <a:cubicBezTo>
                      <a:pt x="18674" y="32900"/>
                      <a:pt x="17429" y="33511"/>
                      <a:pt x="16104" y="33884"/>
                    </a:cubicBezTo>
                    <a:cubicBezTo>
                      <a:pt x="13264" y="34695"/>
                      <a:pt x="10252" y="34692"/>
                      <a:pt x="7413" y="33878"/>
                    </a:cubicBezTo>
                    <a:cubicBezTo>
                      <a:pt x="6089" y="33502"/>
                      <a:pt x="4845" y="32890"/>
                      <a:pt x="3739" y="32071"/>
                    </a:cubicBezTo>
                    <a:cubicBezTo>
                      <a:pt x="2672" y="31269"/>
                      <a:pt x="1804" y="30234"/>
                      <a:pt x="1198" y="29046"/>
                    </a:cubicBezTo>
                    <a:cubicBezTo>
                      <a:pt x="547" y="27736"/>
                      <a:pt x="223" y="26289"/>
                      <a:pt x="254" y="24827"/>
                    </a:cubicBezTo>
                    <a:cubicBezTo>
                      <a:pt x="190" y="22974"/>
                      <a:pt x="745" y="21153"/>
                      <a:pt x="1831" y="19650"/>
                    </a:cubicBezTo>
                    <a:cubicBezTo>
                      <a:pt x="2969" y="18202"/>
                      <a:pt x="4568" y="17186"/>
                      <a:pt x="6363" y="16771"/>
                    </a:cubicBezTo>
                    <a:lnTo>
                      <a:pt x="6363" y="16677"/>
                    </a:lnTo>
                    <a:cubicBezTo>
                      <a:pt x="4742" y="16235"/>
                      <a:pt x="3307" y="15280"/>
                      <a:pt x="2274" y="13955"/>
                    </a:cubicBezTo>
                    <a:cubicBezTo>
                      <a:pt x="1284" y="12614"/>
                      <a:pt x="772" y="10980"/>
                      <a:pt x="821" y="9314"/>
                    </a:cubicBezTo>
                    <a:close/>
                    <a:moveTo>
                      <a:pt x="7189" y="23848"/>
                    </a:moveTo>
                    <a:cubicBezTo>
                      <a:pt x="7171" y="24964"/>
                      <a:pt x="7624" y="26036"/>
                      <a:pt x="8436" y="26801"/>
                    </a:cubicBezTo>
                    <a:cubicBezTo>
                      <a:pt x="10356" y="28427"/>
                      <a:pt x="13171" y="28429"/>
                      <a:pt x="15093" y="26807"/>
                    </a:cubicBezTo>
                    <a:cubicBezTo>
                      <a:pt x="15907" y="26042"/>
                      <a:pt x="16360" y="24971"/>
                      <a:pt x="16345" y="23855"/>
                    </a:cubicBezTo>
                    <a:cubicBezTo>
                      <a:pt x="16369" y="22724"/>
                      <a:pt x="15916" y="21635"/>
                      <a:pt x="15097" y="20854"/>
                    </a:cubicBezTo>
                    <a:cubicBezTo>
                      <a:pt x="13178" y="19228"/>
                      <a:pt x="10363" y="19226"/>
                      <a:pt x="8441" y="20849"/>
                    </a:cubicBezTo>
                    <a:cubicBezTo>
                      <a:pt x="7621" y="21629"/>
                      <a:pt x="7167" y="22717"/>
                      <a:pt x="7190" y="23848"/>
                    </a:cubicBezTo>
                    <a:close/>
                    <a:moveTo>
                      <a:pt x="7754" y="10304"/>
                    </a:moveTo>
                    <a:cubicBezTo>
                      <a:pt x="7737" y="11296"/>
                      <a:pt x="8139" y="12250"/>
                      <a:pt x="8862" y="12930"/>
                    </a:cubicBezTo>
                    <a:cubicBezTo>
                      <a:pt x="10537" y="14368"/>
                      <a:pt x="13011" y="14369"/>
                      <a:pt x="14688" y="12934"/>
                    </a:cubicBezTo>
                    <a:cubicBezTo>
                      <a:pt x="15411" y="12255"/>
                      <a:pt x="15815" y="11302"/>
                      <a:pt x="15799" y="10310"/>
                    </a:cubicBezTo>
                    <a:cubicBezTo>
                      <a:pt x="15809" y="9333"/>
                      <a:pt x="15407" y="8397"/>
                      <a:pt x="14692" y="7732"/>
                    </a:cubicBezTo>
                    <a:cubicBezTo>
                      <a:pt x="13017" y="6293"/>
                      <a:pt x="10542" y="6291"/>
                      <a:pt x="8866" y="7727"/>
                    </a:cubicBezTo>
                    <a:cubicBezTo>
                      <a:pt x="8149" y="8392"/>
                      <a:pt x="7746" y="9327"/>
                      <a:pt x="7755" y="10304"/>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10" name="Google Shape;810;p39"/>
              <p:cNvSpPr/>
              <p:nvPr/>
            </p:nvSpPr>
            <p:spPr>
              <a:xfrm>
                <a:off x="7476985" y="5242781"/>
                <a:ext cx="24412" cy="33745"/>
              </a:xfrm>
              <a:custGeom>
                <a:avLst/>
                <a:gdLst/>
                <a:ahLst/>
                <a:cxnLst/>
                <a:rect l="l" t="t" r="r" b="b"/>
                <a:pathLst>
                  <a:path w="24412" h="33745" extrusionOk="0">
                    <a:moveTo>
                      <a:pt x="12770" y="22071"/>
                    </a:moveTo>
                    <a:cubicBezTo>
                      <a:pt x="12399" y="22164"/>
                      <a:pt x="12030" y="22243"/>
                      <a:pt x="11660" y="22305"/>
                    </a:cubicBezTo>
                    <a:cubicBezTo>
                      <a:pt x="11278" y="22368"/>
                      <a:pt x="10892" y="22399"/>
                      <a:pt x="10505" y="22397"/>
                    </a:cubicBezTo>
                    <a:cubicBezTo>
                      <a:pt x="9058" y="22416"/>
                      <a:pt x="7624" y="22127"/>
                      <a:pt x="6298" y="21551"/>
                    </a:cubicBezTo>
                    <a:cubicBezTo>
                      <a:pt x="5073" y="21015"/>
                      <a:pt x="3972" y="20233"/>
                      <a:pt x="3064" y="19252"/>
                    </a:cubicBezTo>
                    <a:cubicBezTo>
                      <a:pt x="2151" y="18251"/>
                      <a:pt x="1445" y="17080"/>
                      <a:pt x="986" y="15806"/>
                    </a:cubicBezTo>
                    <a:cubicBezTo>
                      <a:pt x="489" y="14447"/>
                      <a:pt x="239" y="13010"/>
                      <a:pt x="250" y="11563"/>
                    </a:cubicBezTo>
                    <a:cubicBezTo>
                      <a:pt x="228" y="9959"/>
                      <a:pt x="552" y="8369"/>
                      <a:pt x="1201" y="6902"/>
                    </a:cubicBezTo>
                    <a:cubicBezTo>
                      <a:pt x="1811" y="5543"/>
                      <a:pt x="2692" y="4323"/>
                      <a:pt x="3791" y="3318"/>
                    </a:cubicBezTo>
                    <a:cubicBezTo>
                      <a:pt x="4916" y="2301"/>
                      <a:pt x="6228" y="1514"/>
                      <a:pt x="7654" y="1000"/>
                    </a:cubicBezTo>
                    <a:cubicBezTo>
                      <a:pt x="10760" y="-91"/>
                      <a:pt x="14144" y="-88"/>
                      <a:pt x="17248" y="1008"/>
                    </a:cubicBezTo>
                    <a:cubicBezTo>
                      <a:pt x="18682" y="1520"/>
                      <a:pt x="20001" y="2309"/>
                      <a:pt x="21129" y="3331"/>
                    </a:cubicBezTo>
                    <a:cubicBezTo>
                      <a:pt x="22227" y="4338"/>
                      <a:pt x="23108" y="5559"/>
                      <a:pt x="23717" y="6918"/>
                    </a:cubicBezTo>
                    <a:cubicBezTo>
                      <a:pt x="24363" y="8387"/>
                      <a:pt x="24685" y="9978"/>
                      <a:pt x="24660" y="11582"/>
                    </a:cubicBezTo>
                    <a:cubicBezTo>
                      <a:pt x="24669" y="12676"/>
                      <a:pt x="24560" y="13768"/>
                      <a:pt x="24334" y="14839"/>
                    </a:cubicBezTo>
                    <a:cubicBezTo>
                      <a:pt x="24127" y="15791"/>
                      <a:pt x="23841" y="16723"/>
                      <a:pt x="23477" y="17627"/>
                    </a:cubicBezTo>
                    <a:cubicBezTo>
                      <a:pt x="23126" y="18494"/>
                      <a:pt x="22708" y="19331"/>
                      <a:pt x="22227" y="20133"/>
                    </a:cubicBezTo>
                    <a:cubicBezTo>
                      <a:pt x="21748" y="20929"/>
                      <a:pt x="21245" y="21749"/>
                      <a:pt x="20721" y="22593"/>
                    </a:cubicBezTo>
                    <a:lnTo>
                      <a:pt x="13547" y="33929"/>
                    </a:lnTo>
                    <a:lnTo>
                      <a:pt x="5086" y="33922"/>
                    </a:lnTo>
                    <a:close/>
                    <a:moveTo>
                      <a:pt x="7183" y="11850"/>
                    </a:moveTo>
                    <a:cubicBezTo>
                      <a:pt x="7285" y="14621"/>
                      <a:pt x="9615" y="16785"/>
                      <a:pt x="12387" y="16684"/>
                    </a:cubicBezTo>
                    <a:cubicBezTo>
                      <a:pt x="15159" y="16582"/>
                      <a:pt x="17325" y="14254"/>
                      <a:pt x="17223" y="11482"/>
                    </a:cubicBezTo>
                    <a:cubicBezTo>
                      <a:pt x="17122" y="8711"/>
                      <a:pt x="14792" y="6547"/>
                      <a:pt x="12020" y="6648"/>
                    </a:cubicBezTo>
                    <a:cubicBezTo>
                      <a:pt x="10748" y="6695"/>
                      <a:pt x="9540" y="7223"/>
                      <a:pt x="8642" y="8125"/>
                    </a:cubicBezTo>
                    <a:cubicBezTo>
                      <a:pt x="7668" y="9115"/>
                      <a:pt x="7141" y="10461"/>
                      <a:pt x="7183" y="11850"/>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11" name="Google Shape;811;p39"/>
              <p:cNvSpPr/>
              <p:nvPr/>
            </p:nvSpPr>
            <p:spPr>
              <a:xfrm>
                <a:off x="7278511" y="5335258"/>
                <a:ext cx="24318" cy="34306"/>
              </a:xfrm>
              <a:custGeom>
                <a:avLst/>
                <a:gdLst/>
                <a:ahLst/>
                <a:cxnLst/>
                <a:rect l="l" t="t" r="r" b="b"/>
                <a:pathLst>
                  <a:path w="24318" h="34306" extrusionOk="0">
                    <a:moveTo>
                      <a:pt x="250" y="17328"/>
                    </a:moveTo>
                    <a:cubicBezTo>
                      <a:pt x="254" y="15317"/>
                      <a:pt x="434" y="13310"/>
                      <a:pt x="786" y="11330"/>
                    </a:cubicBezTo>
                    <a:cubicBezTo>
                      <a:pt x="1109" y="9395"/>
                      <a:pt x="1751" y="7527"/>
                      <a:pt x="2685" y="5801"/>
                    </a:cubicBezTo>
                    <a:cubicBezTo>
                      <a:pt x="3577" y="4166"/>
                      <a:pt x="4856" y="2776"/>
                      <a:pt x="6411" y="1750"/>
                    </a:cubicBezTo>
                    <a:cubicBezTo>
                      <a:pt x="10145" y="-341"/>
                      <a:pt x="14699" y="-338"/>
                      <a:pt x="18430" y="1759"/>
                    </a:cubicBezTo>
                    <a:cubicBezTo>
                      <a:pt x="19983" y="2786"/>
                      <a:pt x="21260" y="4179"/>
                      <a:pt x="22149" y="5815"/>
                    </a:cubicBezTo>
                    <a:cubicBezTo>
                      <a:pt x="23081" y="7542"/>
                      <a:pt x="23720" y="9411"/>
                      <a:pt x="24040" y="11347"/>
                    </a:cubicBezTo>
                    <a:cubicBezTo>
                      <a:pt x="24746" y="15315"/>
                      <a:pt x="24743" y="19377"/>
                      <a:pt x="24032" y="23345"/>
                    </a:cubicBezTo>
                    <a:cubicBezTo>
                      <a:pt x="23708" y="25280"/>
                      <a:pt x="23066" y="27148"/>
                      <a:pt x="22131" y="28873"/>
                    </a:cubicBezTo>
                    <a:cubicBezTo>
                      <a:pt x="21240" y="30509"/>
                      <a:pt x="19961" y="31900"/>
                      <a:pt x="18406" y="32925"/>
                    </a:cubicBezTo>
                    <a:cubicBezTo>
                      <a:pt x="14672" y="35015"/>
                      <a:pt x="10118" y="35012"/>
                      <a:pt x="6387" y="32916"/>
                    </a:cubicBezTo>
                    <a:cubicBezTo>
                      <a:pt x="4834" y="31888"/>
                      <a:pt x="3556" y="30495"/>
                      <a:pt x="2667" y="28859"/>
                    </a:cubicBezTo>
                    <a:cubicBezTo>
                      <a:pt x="1735" y="27132"/>
                      <a:pt x="1096" y="25263"/>
                      <a:pt x="776" y="23327"/>
                    </a:cubicBezTo>
                    <a:cubicBezTo>
                      <a:pt x="427" y="21346"/>
                      <a:pt x="251" y="19339"/>
                      <a:pt x="249" y="17328"/>
                    </a:cubicBezTo>
                    <a:close/>
                    <a:moveTo>
                      <a:pt x="7185" y="17334"/>
                    </a:moveTo>
                    <a:cubicBezTo>
                      <a:pt x="7184" y="18209"/>
                      <a:pt x="7222" y="19256"/>
                      <a:pt x="7298" y="20475"/>
                    </a:cubicBezTo>
                    <a:cubicBezTo>
                      <a:pt x="7369" y="21666"/>
                      <a:pt x="7577" y="22846"/>
                      <a:pt x="7920" y="23989"/>
                    </a:cubicBezTo>
                    <a:cubicBezTo>
                      <a:pt x="8220" y="25044"/>
                      <a:pt x="8747" y="26021"/>
                      <a:pt x="9466" y="26850"/>
                    </a:cubicBezTo>
                    <a:cubicBezTo>
                      <a:pt x="11101" y="28413"/>
                      <a:pt x="13677" y="28415"/>
                      <a:pt x="15315" y="26854"/>
                    </a:cubicBezTo>
                    <a:cubicBezTo>
                      <a:pt x="16048" y="26031"/>
                      <a:pt x="16586" y="25055"/>
                      <a:pt x="16889" y="23997"/>
                    </a:cubicBezTo>
                    <a:cubicBezTo>
                      <a:pt x="17232" y="22853"/>
                      <a:pt x="17443" y="21674"/>
                      <a:pt x="17515" y="20482"/>
                    </a:cubicBezTo>
                    <a:cubicBezTo>
                      <a:pt x="17593" y="19263"/>
                      <a:pt x="17632" y="18216"/>
                      <a:pt x="17633" y="17342"/>
                    </a:cubicBezTo>
                    <a:cubicBezTo>
                      <a:pt x="17634" y="16467"/>
                      <a:pt x="17596" y="15420"/>
                      <a:pt x="17520" y="14201"/>
                    </a:cubicBezTo>
                    <a:cubicBezTo>
                      <a:pt x="17449" y="13010"/>
                      <a:pt x="17240" y="11830"/>
                      <a:pt x="16899" y="10686"/>
                    </a:cubicBezTo>
                    <a:cubicBezTo>
                      <a:pt x="16597" y="9628"/>
                      <a:pt x="16061" y="8650"/>
                      <a:pt x="15330" y="7827"/>
                    </a:cubicBezTo>
                    <a:cubicBezTo>
                      <a:pt x="13695" y="6263"/>
                      <a:pt x="11118" y="6260"/>
                      <a:pt x="9480" y="7822"/>
                    </a:cubicBezTo>
                    <a:cubicBezTo>
                      <a:pt x="8760" y="8650"/>
                      <a:pt x="8231" y="9625"/>
                      <a:pt x="7930" y="10680"/>
                    </a:cubicBezTo>
                    <a:cubicBezTo>
                      <a:pt x="7585" y="11823"/>
                      <a:pt x="7375" y="13003"/>
                      <a:pt x="7302" y="14194"/>
                    </a:cubicBezTo>
                    <a:cubicBezTo>
                      <a:pt x="7225" y="15413"/>
                      <a:pt x="7186" y="16459"/>
                      <a:pt x="7185" y="17334"/>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12" name="Google Shape;812;p39"/>
              <p:cNvSpPr/>
              <p:nvPr/>
            </p:nvSpPr>
            <p:spPr>
              <a:xfrm>
                <a:off x="7368177" y="5334404"/>
                <a:ext cx="41461" cy="36169"/>
              </a:xfrm>
              <a:custGeom>
                <a:avLst/>
                <a:gdLst/>
                <a:ahLst/>
                <a:cxnLst/>
                <a:rect l="l" t="t" r="r" b="b"/>
                <a:pathLst>
                  <a:path w="41461" h="36169" extrusionOk="0">
                    <a:moveTo>
                      <a:pt x="249" y="10380"/>
                    </a:moveTo>
                    <a:cubicBezTo>
                      <a:pt x="242" y="9141"/>
                      <a:pt x="487" y="7914"/>
                      <a:pt x="969" y="6772"/>
                    </a:cubicBezTo>
                    <a:cubicBezTo>
                      <a:pt x="1429" y="5676"/>
                      <a:pt x="2087" y="4676"/>
                      <a:pt x="2913" y="3821"/>
                    </a:cubicBezTo>
                    <a:cubicBezTo>
                      <a:pt x="3736" y="2974"/>
                      <a:pt x="4719" y="2298"/>
                      <a:pt x="5804" y="1832"/>
                    </a:cubicBezTo>
                    <a:cubicBezTo>
                      <a:pt x="8079" y="864"/>
                      <a:pt x="10650" y="867"/>
                      <a:pt x="12924" y="1837"/>
                    </a:cubicBezTo>
                    <a:cubicBezTo>
                      <a:pt x="14009" y="2305"/>
                      <a:pt x="14990" y="2983"/>
                      <a:pt x="15812" y="3831"/>
                    </a:cubicBezTo>
                    <a:cubicBezTo>
                      <a:pt x="16636" y="4688"/>
                      <a:pt x="17293" y="5689"/>
                      <a:pt x="17752" y="6785"/>
                    </a:cubicBezTo>
                    <a:cubicBezTo>
                      <a:pt x="18705" y="9097"/>
                      <a:pt x="18703" y="11692"/>
                      <a:pt x="17746" y="14002"/>
                    </a:cubicBezTo>
                    <a:cubicBezTo>
                      <a:pt x="17285" y="15097"/>
                      <a:pt x="16627" y="16098"/>
                      <a:pt x="15802" y="16953"/>
                    </a:cubicBezTo>
                    <a:cubicBezTo>
                      <a:pt x="14979" y="17800"/>
                      <a:pt x="13997" y="18476"/>
                      <a:pt x="12912" y="18943"/>
                    </a:cubicBezTo>
                    <a:cubicBezTo>
                      <a:pt x="10637" y="19910"/>
                      <a:pt x="8066" y="19908"/>
                      <a:pt x="5792" y="18937"/>
                    </a:cubicBezTo>
                    <a:cubicBezTo>
                      <a:pt x="4707" y="18470"/>
                      <a:pt x="3725" y="17792"/>
                      <a:pt x="2903" y="16943"/>
                    </a:cubicBezTo>
                    <a:cubicBezTo>
                      <a:pt x="2079" y="16087"/>
                      <a:pt x="1422" y="15086"/>
                      <a:pt x="964" y="13989"/>
                    </a:cubicBezTo>
                    <a:cubicBezTo>
                      <a:pt x="483" y="12847"/>
                      <a:pt x="240" y="11619"/>
                      <a:pt x="250" y="10380"/>
                    </a:cubicBezTo>
                    <a:close/>
                    <a:moveTo>
                      <a:pt x="13750" y="10390"/>
                    </a:moveTo>
                    <a:cubicBezTo>
                      <a:pt x="13774" y="9200"/>
                      <a:pt x="13317" y="8050"/>
                      <a:pt x="12481" y="7202"/>
                    </a:cubicBezTo>
                    <a:cubicBezTo>
                      <a:pt x="10796" y="5478"/>
                      <a:pt x="8032" y="5446"/>
                      <a:pt x="6307" y="7130"/>
                    </a:cubicBezTo>
                    <a:cubicBezTo>
                      <a:pt x="6284" y="7152"/>
                      <a:pt x="6261" y="7175"/>
                      <a:pt x="6239" y="7198"/>
                    </a:cubicBezTo>
                    <a:cubicBezTo>
                      <a:pt x="4542" y="8983"/>
                      <a:pt x="4540" y="11784"/>
                      <a:pt x="6234" y="13572"/>
                    </a:cubicBezTo>
                    <a:cubicBezTo>
                      <a:pt x="7919" y="15296"/>
                      <a:pt x="10684" y="15328"/>
                      <a:pt x="12409" y="13643"/>
                    </a:cubicBezTo>
                    <a:cubicBezTo>
                      <a:pt x="12431" y="13621"/>
                      <a:pt x="12454" y="13599"/>
                      <a:pt x="12476" y="13576"/>
                    </a:cubicBezTo>
                    <a:cubicBezTo>
                      <a:pt x="13313" y="12730"/>
                      <a:pt x="13772" y="11580"/>
                      <a:pt x="13749" y="10390"/>
                    </a:cubicBezTo>
                    <a:close/>
                    <a:moveTo>
                      <a:pt x="28460" y="184"/>
                    </a:moveTo>
                    <a:lnTo>
                      <a:pt x="32341" y="2390"/>
                    </a:lnTo>
                    <a:lnTo>
                      <a:pt x="13222" y="36354"/>
                    </a:lnTo>
                    <a:lnTo>
                      <a:pt x="9710" y="34336"/>
                    </a:lnTo>
                    <a:close/>
                    <a:moveTo>
                      <a:pt x="23494" y="26098"/>
                    </a:moveTo>
                    <a:cubicBezTo>
                      <a:pt x="23486" y="24859"/>
                      <a:pt x="23730" y="23631"/>
                      <a:pt x="24212" y="22490"/>
                    </a:cubicBezTo>
                    <a:cubicBezTo>
                      <a:pt x="24672" y="21395"/>
                      <a:pt x="25332" y="20394"/>
                      <a:pt x="26157" y="19539"/>
                    </a:cubicBezTo>
                    <a:cubicBezTo>
                      <a:pt x="26980" y="18692"/>
                      <a:pt x="27962" y="18015"/>
                      <a:pt x="29048" y="17549"/>
                    </a:cubicBezTo>
                    <a:cubicBezTo>
                      <a:pt x="31323" y="16582"/>
                      <a:pt x="33894" y="16584"/>
                      <a:pt x="36168" y="17554"/>
                    </a:cubicBezTo>
                    <a:cubicBezTo>
                      <a:pt x="37253" y="18023"/>
                      <a:pt x="38234" y="18701"/>
                      <a:pt x="39057" y="19548"/>
                    </a:cubicBezTo>
                    <a:cubicBezTo>
                      <a:pt x="39880" y="20405"/>
                      <a:pt x="40537" y="21406"/>
                      <a:pt x="40996" y="22502"/>
                    </a:cubicBezTo>
                    <a:cubicBezTo>
                      <a:pt x="41476" y="23644"/>
                      <a:pt x="41719" y="24873"/>
                      <a:pt x="41710" y="26111"/>
                    </a:cubicBezTo>
                    <a:cubicBezTo>
                      <a:pt x="41716" y="27358"/>
                      <a:pt x="41471" y="28593"/>
                      <a:pt x="40991" y="29743"/>
                    </a:cubicBezTo>
                    <a:cubicBezTo>
                      <a:pt x="40534" y="30848"/>
                      <a:pt x="39875" y="31856"/>
                      <a:pt x="39046" y="32718"/>
                    </a:cubicBezTo>
                    <a:cubicBezTo>
                      <a:pt x="38223" y="33565"/>
                      <a:pt x="37240" y="34241"/>
                      <a:pt x="36155" y="34708"/>
                    </a:cubicBezTo>
                    <a:cubicBezTo>
                      <a:pt x="33880" y="35675"/>
                      <a:pt x="31309" y="35673"/>
                      <a:pt x="29034" y="34703"/>
                    </a:cubicBezTo>
                    <a:cubicBezTo>
                      <a:pt x="27949" y="34234"/>
                      <a:pt x="26968" y="33557"/>
                      <a:pt x="26146" y="32708"/>
                    </a:cubicBezTo>
                    <a:cubicBezTo>
                      <a:pt x="25319" y="31846"/>
                      <a:pt x="24661" y="30836"/>
                      <a:pt x="24207" y="29731"/>
                    </a:cubicBezTo>
                    <a:cubicBezTo>
                      <a:pt x="23728" y="28580"/>
                      <a:pt x="23485" y="27345"/>
                      <a:pt x="23494" y="26098"/>
                    </a:cubicBezTo>
                    <a:close/>
                    <a:moveTo>
                      <a:pt x="36994" y="26109"/>
                    </a:moveTo>
                    <a:cubicBezTo>
                      <a:pt x="37018" y="24919"/>
                      <a:pt x="36560" y="23769"/>
                      <a:pt x="35725" y="22920"/>
                    </a:cubicBezTo>
                    <a:cubicBezTo>
                      <a:pt x="34040" y="21196"/>
                      <a:pt x="31275" y="21164"/>
                      <a:pt x="29550" y="22849"/>
                    </a:cubicBezTo>
                    <a:cubicBezTo>
                      <a:pt x="29528" y="22871"/>
                      <a:pt x="29505" y="22893"/>
                      <a:pt x="29483" y="22916"/>
                    </a:cubicBezTo>
                    <a:cubicBezTo>
                      <a:pt x="28645" y="23762"/>
                      <a:pt x="28187" y="24912"/>
                      <a:pt x="28210" y="26102"/>
                    </a:cubicBezTo>
                    <a:cubicBezTo>
                      <a:pt x="28179" y="27307"/>
                      <a:pt x="28636" y="28473"/>
                      <a:pt x="29478" y="29336"/>
                    </a:cubicBezTo>
                    <a:cubicBezTo>
                      <a:pt x="31162" y="31060"/>
                      <a:pt x="33926" y="31093"/>
                      <a:pt x="35652" y="29409"/>
                    </a:cubicBezTo>
                    <a:cubicBezTo>
                      <a:pt x="35675" y="29387"/>
                      <a:pt x="35698" y="29364"/>
                      <a:pt x="35720" y="29341"/>
                    </a:cubicBezTo>
                    <a:cubicBezTo>
                      <a:pt x="36564" y="28480"/>
                      <a:pt x="37024" y="27314"/>
                      <a:pt x="36994" y="26109"/>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13" name="Google Shape;813;p39"/>
              <p:cNvSpPr/>
              <p:nvPr/>
            </p:nvSpPr>
            <p:spPr>
              <a:xfrm>
                <a:off x="7559449" y="4938282"/>
                <a:ext cx="40623" cy="55052"/>
              </a:xfrm>
              <a:custGeom>
                <a:avLst/>
                <a:gdLst/>
                <a:ahLst/>
                <a:cxnLst/>
                <a:rect l="l" t="t" r="r" b="b"/>
                <a:pathLst>
                  <a:path w="40623" h="55052" extrusionOk="0">
                    <a:moveTo>
                      <a:pt x="24550" y="55172"/>
                    </a:moveTo>
                    <a:cubicBezTo>
                      <a:pt x="18023" y="55193"/>
                      <a:pt x="11501" y="54776"/>
                      <a:pt x="5029" y="53925"/>
                    </a:cubicBezTo>
                    <a:cubicBezTo>
                      <a:pt x="3413" y="53546"/>
                      <a:pt x="2146" y="52295"/>
                      <a:pt x="1746" y="50685"/>
                    </a:cubicBezTo>
                    <a:cubicBezTo>
                      <a:pt x="-59" y="45485"/>
                      <a:pt x="-871" y="8112"/>
                      <a:pt x="3070" y="3457"/>
                    </a:cubicBezTo>
                    <a:cubicBezTo>
                      <a:pt x="4160" y="2171"/>
                      <a:pt x="6133" y="907"/>
                      <a:pt x="13137" y="375"/>
                    </a:cubicBezTo>
                    <a:cubicBezTo>
                      <a:pt x="16963" y="84"/>
                      <a:pt x="33271" y="-345"/>
                      <a:pt x="37225" y="3098"/>
                    </a:cubicBezTo>
                    <a:cubicBezTo>
                      <a:pt x="41756" y="7040"/>
                      <a:pt x="41062" y="36679"/>
                      <a:pt x="40362" y="43531"/>
                    </a:cubicBezTo>
                    <a:cubicBezTo>
                      <a:pt x="39735" y="49657"/>
                      <a:pt x="38716" y="52376"/>
                      <a:pt x="36603" y="53565"/>
                    </a:cubicBezTo>
                    <a:cubicBezTo>
                      <a:pt x="32730" y="54889"/>
                      <a:pt x="28634" y="55435"/>
                      <a:pt x="24550" y="55172"/>
                    </a:cubicBezTo>
                    <a:close/>
                    <a:moveTo>
                      <a:pt x="8130" y="47258"/>
                    </a:moveTo>
                    <a:cubicBezTo>
                      <a:pt x="16244" y="48207"/>
                      <a:pt x="24434" y="48313"/>
                      <a:pt x="32569" y="47576"/>
                    </a:cubicBezTo>
                    <a:cubicBezTo>
                      <a:pt x="34619" y="41729"/>
                      <a:pt x="34024" y="13957"/>
                      <a:pt x="32290" y="8379"/>
                    </a:cubicBezTo>
                    <a:cubicBezTo>
                      <a:pt x="24459" y="6911"/>
                      <a:pt x="16430" y="6840"/>
                      <a:pt x="8574" y="8167"/>
                    </a:cubicBezTo>
                    <a:cubicBezTo>
                      <a:pt x="7004" y="21142"/>
                      <a:pt x="6854" y="34250"/>
                      <a:pt x="8130" y="47258"/>
                    </a:cubicBezTo>
                    <a:close/>
                    <a:moveTo>
                      <a:pt x="6441" y="46998"/>
                    </a:moveTo>
                    <a:lnTo>
                      <a:pt x="6441" y="46998"/>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814" name="Google Shape;814;p39"/>
            <p:cNvGrpSpPr/>
            <p:nvPr/>
          </p:nvGrpSpPr>
          <p:grpSpPr>
            <a:xfrm>
              <a:off x="5043223" y="3193155"/>
              <a:ext cx="954704" cy="628759"/>
              <a:chOff x="5001278" y="4119044"/>
              <a:chExt cx="1082152" cy="712694"/>
            </a:xfrm>
          </p:grpSpPr>
          <p:grpSp>
            <p:nvGrpSpPr>
              <p:cNvPr id="815" name="Google Shape;815;p39"/>
              <p:cNvGrpSpPr/>
              <p:nvPr/>
            </p:nvGrpSpPr>
            <p:grpSpPr>
              <a:xfrm>
                <a:off x="5071681" y="4687425"/>
                <a:ext cx="971753" cy="144313"/>
                <a:chOff x="6979691" y="5407002"/>
                <a:chExt cx="391268" cy="58104"/>
              </a:xfrm>
            </p:grpSpPr>
            <p:sp>
              <p:nvSpPr>
                <p:cNvPr id="816" name="Google Shape;816;p39"/>
                <p:cNvSpPr/>
                <p:nvPr/>
              </p:nvSpPr>
              <p:spPr>
                <a:xfrm>
                  <a:off x="7240198" y="5408616"/>
                  <a:ext cx="129745" cy="54877"/>
                </a:xfrm>
                <a:custGeom>
                  <a:avLst/>
                  <a:gdLst/>
                  <a:ahLst/>
                  <a:cxnLst/>
                  <a:rect l="l" t="t" r="r" b="b"/>
                  <a:pathLst>
                    <a:path w="129745" h="54877" extrusionOk="0">
                      <a:moveTo>
                        <a:pt x="0" y="0"/>
                      </a:moveTo>
                      <a:lnTo>
                        <a:pt x="129745" y="0"/>
                      </a:lnTo>
                      <a:lnTo>
                        <a:pt x="129745"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17" name="Google Shape;817;p39"/>
                <p:cNvSpPr/>
                <p:nvPr/>
              </p:nvSpPr>
              <p:spPr>
                <a:xfrm>
                  <a:off x="7110452" y="5408616"/>
                  <a:ext cx="129745" cy="54877"/>
                </a:xfrm>
                <a:custGeom>
                  <a:avLst/>
                  <a:gdLst/>
                  <a:ahLst/>
                  <a:cxnLst/>
                  <a:rect l="l" t="t" r="r" b="b"/>
                  <a:pathLst>
                    <a:path w="129745" h="54877" extrusionOk="0">
                      <a:moveTo>
                        <a:pt x="0" y="0"/>
                      </a:moveTo>
                      <a:lnTo>
                        <a:pt x="129746" y="0"/>
                      </a:lnTo>
                      <a:lnTo>
                        <a:pt x="129746"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18" name="Google Shape;818;p39"/>
                <p:cNvSpPr/>
                <p:nvPr/>
              </p:nvSpPr>
              <p:spPr>
                <a:xfrm>
                  <a:off x="6980707" y="5408616"/>
                  <a:ext cx="129745" cy="54877"/>
                </a:xfrm>
                <a:custGeom>
                  <a:avLst/>
                  <a:gdLst/>
                  <a:ahLst/>
                  <a:cxnLst/>
                  <a:rect l="l" t="t" r="r" b="b"/>
                  <a:pathLst>
                    <a:path w="129745" h="54877" extrusionOk="0">
                      <a:moveTo>
                        <a:pt x="0" y="0"/>
                      </a:moveTo>
                      <a:lnTo>
                        <a:pt x="129745" y="0"/>
                      </a:lnTo>
                      <a:lnTo>
                        <a:pt x="129745"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19" name="Google Shape;819;p39"/>
                <p:cNvSpPr/>
                <p:nvPr/>
              </p:nvSpPr>
              <p:spPr>
                <a:xfrm>
                  <a:off x="6979691" y="5407002"/>
                  <a:ext cx="391268" cy="58104"/>
                </a:xfrm>
                <a:custGeom>
                  <a:avLst/>
                  <a:gdLst/>
                  <a:ahLst/>
                  <a:cxnLst/>
                  <a:rect l="l" t="t" r="r" b="b"/>
                  <a:pathLst>
                    <a:path w="391268" h="58104" extrusionOk="0">
                      <a:moveTo>
                        <a:pt x="391518" y="58288"/>
                      </a:moveTo>
                      <a:lnTo>
                        <a:pt x="249" y="58288"/>
                      </a:lnTo>
                      <a:lnTo>
                        <a:pt x="249" y="184"/>
                      </a:lnTo>
                      <a:lnTo>
                        <a:pt x="391518" y="184"/>
                      </a:lnTo>
                      <a:close/>
                      <a:moveTo>
                        <a:pt x="2281" y="55063"/>
                      </a:moveTo>
                      <a:lnTo>
                        <a:pt x="389485" y="55063"/>
                      </a:lnTo>
                      <a:lnTo>
                        <a:pt x="389485" y="3410"/>
                      </a:lnTo>
                      <a:lnTo>
                        <a:pt x="2281" y="3410"/>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820" name="Google Shape;820;p39"/>
              <p:cNvGrpSpPr/>
              <p:nvPr/>
            </p:nvGrpSpPr>
            <p:grpSpPr>
              <a:xfrm>
                <a:off x="5001278" y="4542997"/>
                <a:ext cx="971756" cy="144315"/>
                <a:chOff x="6951344" y="5348069"/>
                <a:chExt cx="391269" cy="58105"/>
              </a:xfrm>
            </p:grpSpPr>
            <p:sp>
              <p:nvSpPr>
                <p:cNvPr id="821" name="Google Shape;821;p39"/>
                <p:cNvSpPr/>
                <p:nvPr/>
              </p:nvSpPr>
              <p:spPr>
                <a:xfrm>
                  <a:off x="7211851" y="5349683"/>
                  <a:ext cx="129745" cy="54877"/>
                </a:xfrm>
                <a:custGeom>
                  <a:avLst/>
                  <a:gdLst/>
                  <a:ahLst/>
                  <a:cxnLst/>
                  <a:rect l="l" t="t" r="r" b="b"/>
                  <a:pathLst>
                    <a:path w="129745" h="54877" extrusionOk="0">
                      <a:moveTo>
                        <a:pt x="0" y="0"/>
                      </a:moveTo>
                      <a:lnTo>
                        <a:pt x="129746" y="0"/>
                      </a:lnTo>
                      <a:lnTo>
                        <a:pt x="129746"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22" name="Google Shape;822;p39"/>
                <p:cNvSpPr/>
                <p:nvPr/>
              </p:nvSpPr>
              <p:spPr>
                <a:xfrm>
                  <a:off x="7082106" y="5349683"/>
                  <a:ext cx="129745" cy="54877"/>
                </a:xfrm>
                <a:custGeom>
                  <a:avLst/>
                  <a:gdLst/>
                  <a:ahLst/>
                  <a:cxnLst/>
                  <a:rect l="l" t="t" r="r" b="b"/>
                  <a:pathLst>
                    <a:path w="129745" h="54877" extrusionOk="0">
                      <a:moveTo>
                        <a:pt x="0" y="0"/>
                      </a:moveTo>
                      <a:lnTo>
                        <a:pt x="129745" y="0"/>
                      </a:lnTo>
                      <a:lnTo>
                        <a:pt x="129745"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23" name="Google Shape;823;p39"/>
                <p:cNvSpPr/>
                <p:nvPr/>
              </p:nvSpPr>
              <p:spPr>
                <a:xfrm>
                  <a:off x="6952361" y="5349683"/>
                  <a:ext cx="129745" cy="54877"/>
                </a:xfrm>
                <a:custGeom>
                  <a:avLst/>
                  <a:gdLst/>
                  <a:ahLst/>
                  <a:cxnLst/>
                  <a:rect l="l" t="t" r="r" b="b"/>
                  <a:pathLst>
                    <a:path w="129745" h="54877" extrusionOk="0">
                      <a:moveTo>
                        <a:pt x="0" y="0"/>
                      </a:moveTo>
                      <a:lnTo>
                        <a:pt x="129745" y="0"/>
                      </a:lnTo>
                      <a:lnTo>
                        <a:pt x="129745"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24" name="Google Shape;824;p39"/>
                <p:cNvSpPr/>
                <p:nvPr/>
              </p:nvSpPr>
              <p:spPr>
                <a:xfrm>
                  <a:off x="6951344" y="5348069"/>
                  <a:ext cx="391269" cy="58105"/>
                </a:xfrm>
                <a:custGeom>
                  <a:avLst/>
                  <a:gdLst/>
                  <a:ahLst/>
                  <a:cxnLst/>
                  <a:rect l="l" t="t" r="r" b="b"/>
                  <a:pathLst>
                    <a:path w="391269" h="58105" extrusionOk="0">
                      <a:moveTo>
                        <a:pt x="391518" y="58289"/>
                      </a:moveTo>
                      <a:lnTo>
                        <a:pt x="249" y="58289"/>
                      </a:lnTo>
                      <a:lnTo>
                        <a:pt x="249" y="184"/>
                      </a:lnTo>
                      <a:lnTo>
                        <a:pt x="391518" y="184"/>
                      </a:lnTo>
                      <a:close/>
                      <a:moveTo>
                        <a:pt x="2282" y="55063"/>
                      </a:moveTo>
                      <a:lnTo>
                        <a:pt x="389486" y="55063"/>
                      </a:lnTo>
                      <a:lnTo>
                        <a:pt x="389486" y="3410"/>
                      </a:lnTo>
                      <a:lnTo>
                        <a:pt x="2282" y="3410"/>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825" name="Google Shape;825;p39"/>
              <p:cNvGrpSpPr/>
              <p:nvPr/>
            </p:nvGrpSpPr>
            <p:grpSpPr>
              <a:xfrm>
                <a:off x="5111674" y="4402861"/>
                <a:ext cx="971756" cy="144313"/>
                <a:chOff x="6995794" y="5290864"/>
                <a:chExt cx="391269" cy="58104"/>
              </a:xfrm>
            </p:grpSpPr>
            <p:sp>
              <p:nvSpPr>
                <p:cNvPr id="826" name="Google Shape;826;p39"/>
                <p:cNvSpPr/>
                <p:nvPr/>
              </p:nvSpPr>
              <p:spPr>
                <a:xfrm>
                  <a:off x="7256302" y="5292477"/>
                  <a:ext cx="129745" cy="54877"/>
                </a:xfrm>
                <a:custGeom>
                  <a:avLst/>
                  <a:gdLst/>
                  <a:ahLst/>
                  <a:cxnLst/>
                  <a:rect l="l" t="t" r="r" b="b"/>
                  <a:pathLst>
                    <a:path w="129745" h="54877" extrusionOk="0">
                      <a:moveTo>
                        <a:pt x="0" y="0"/>
                      </a:moveTo>
                      <a:lnTo>
                        <a:pt x="129746" y="0"/>
                      </a:lnTo>
                      <a:lnTo>
                        <a:pt x="129746"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27" name="Google Shape;827;p39"/>
                <p:cNvSpPr/>
                <p:nvPr/>
              </p:nvSpPr>
              <p:spPr>
                <a:xfrm>
                  <a:off x="7126556" y="5292477"/>
                  <a:ext cx="129745" cy="54877"/>
                </a:xfrm>
                <a:custGeom>
                  <a:avLst/>
                  <a:gdLst/>
                  <a:ahLst/>
                  <a:cxnLst/>
                  <a:rect l="l" t="t" r="r" b="b"/>
                  <a:pathLst>
                    <a:path w="129745" h="54877" extrusionOk="0">
                      <a:moveTo>
                        <a:pt x="0" y="0"/>
                      </a:moveTo>
                      <a:lnTo>
                        <a:pt x="129745" y="0"/>
                      </a:lnTo>
                      <a:lnTo>
                        <a:pt x="129745"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28" name="Google Shape;828;p39"/>
                <p:cNvSpPr/>
                <p:nvPr/>
              </p:nvSpPr>
              <p:spPr>
                <a:xfrm>
                  <a:off x="6996811" y="5292477"/>
                  <a:ext cx="129745" cy="54877"/>
                </a:xfrm>
                <a:custGeom>
                  <a:avLst/>
                  <a:gdLst/>
                  <a:ahLst/>
                  <a:cxnLst/>
                  <a:rect l="l" t="t" r="r" b="b"/>
                  <a:pathLst>
                    <a:path w="129745" h="54877" extrusionOk="0">
                      <a:moveTo>
                        <a:pt x="0" y="0"/>
                      </a:moveTo>
                      <a:lnTo>
                        <a:pt x="129745" y="0"/>
                      </a:lnTo>
                      <a:lnTo>
                        <a:pt x="129745"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29" name="Google Shape;829;p39"/>
                <p:cNvSpPr/>
                <p:nvPr/>
              </p:nvSpPr>
              <p:spPr>
                <a:xfrm>
                  <a:off x="6995794" y="5290864"/>
                  <a:ext cx="391269" cy="58104"/>
                </a:xfrm>
                <a:custGeom>
                  <a:avLst/>
                  <a:gdLst/>
                  <a:ahLst/>
                  <a:cxnLst/>
                  <a:rect l="l" t="t" r="r" b="b"/>
                  <a:pathLst>
                    <a:path w="391269" h="58104" extrusionOk="0">
                      <a:moveTo>
                        <a:pt x="391518" y="58289"/>
                      </a:moveTo>
                      <a:lnTo>
                        <a:pt x="249" y="58289"/>
                      </a:lnTo>
                      <a:lnTo>
                        <a:pt x="249" y="184"/>
                      </a:lnTo>
                      <a:lnTo>
                        <a:pt x="391518" y="184"/>
                      </a:lnTo>
                      <a:close/>
                      <a:moveTo>
                        <a:pt x="2282" y="55063"/>
                      </a:moveTo>
                      <a:lnTo>
                        <a:pt x="389486" y="55063"/>
                      </a:lnTo>
                      <a:lnTo>
                        <a:pt x="389486" y="3409"/>
                      </a:lnTo>
                      <a:lnTo>
                        <a:pt x="2282" y="3409"/>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830" name="Google Shape;830;p39"/>
              <p:cNvGrpSpPr/>
              <p:nvPr/>
            </p:nvGrpSpPr>
            <p:grpSpPr>
              <a:xfrm>
                <a:off x="5039804" y="4260670"/>
                <a:ext cx="971756" cy="144313"/>
                <a:chOff x="6966856" y="5232049"/>
                <a:chExt cx="391269" cy="58104"/>
              </a:xfrm>
            </p:grpSpPr>
            <p:sp>
              <p:nvSpPr>
                <p:cNvPr id="831" name="Google Shape;831;p39"/>
                <p:cNvSpPr/>
                <p:nvPr/>
              </p:nvSpPr>
              <p:spPr>
                <a:xfrm>
                  <a:off x="7227363" y="5233662"/>
                  <a:ext cx="129745" cy="54877"/>
                </a:xfrm>
                <a:custGeom>
                  <a:avLst/>
                  <a:gdLst/>
                  <a:ahLst/>
                  <a:cxnLst/>
                  <a:rect l="l" t="t" r="r" b="b"/>
                  <a:pathLst>
                    <a:path w="129745" h="54877" extrusionOk="0">
                      <a:moveTo>
                        <a:pt x="0" y="0"/>
                      </a:moveTo>
                      <a:lnTo>
                        <a:pt x="129746" y="0"/>
                      </a:lnTo>
                      <a:lnTo>
                        <a:pt x="129746"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32" name="Google Shape;832;p39"/>
                <p:cNvSpPr/>
                <p:nvPr/>
              </p:nvSpPr>
              <p:spPr>
                <a:xfrm>
                  <a:off x="7097617" y="5233662"/>
                  <a:ext cx="129745" cy="54877"/>
                </a:xfrm>
                <a:custGeom>
                  <a:avLst/>
                  <a:gdLst/>
                  <a:ahLst/>
                  <a:cxnLst/>
                  <a:rect l="l" t="t" r="r" b="b"/>
                  <a:pathLst>
                    <a:path w="129745" h="54877" extrusionOk="0">
                      <a:moveTo>
                        <a:pt x="0" y="0"/>
                      </a:moveTo>
                      <a:lnTo>
                        <a:pt x="129746" y="0"/>
                      </a:lnTo>
                      <a:lnTo>
                        <a:pt x="129746"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33" name="Google Shape;833;p39"/>
                <p:cNvSpPr/>
                <p:nvPr/>
              </p:nvSpPr>
              <p:spPr>
                <a:xfrm>
                  <a:off x="6967872" y="5233662"/>
                  <a:ext cx="129745" cy="54877"/>
                </a:xfrm>
                <a:custGeom>
                  <a:avLst/>
                  <a:gdLst/>
                  <a:ahLst/>
                  <a:cxnLst/>
                  <a:rect l="l" t="t" r="r" b="b"/>
                  <a:pathLst>
                    <a:path w="129745" h="54877" extrusionOk="0">
                      <a:moveTo>
                        <a:pt x="0" y="0"/>
                      </a:moveTo>
                      <a:lnTo>
                        <a:pt x="129745" y="0"/>
                      </a:lnTo>
                      <a:lnTo>
                        <a:pt x="129745"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34" name="Google Shape;834;p39"/>
                <p:cNvSpPr/>
                <p:nvPr/>
              </p:nvSpPr>
              <p:spPr>
                <a:xfrm>
                  <a:off x="6966856" y="5232049"/>
                  <a:ext cx="391269" cy="58104"/>
                </a:xfrm>
                <a:custGeom>
                  <a:avLst/>
                  <a:gdLst/>
                  <a:ahLst/>
                  <a:cxnLst/>
                  <a:rect l="l" t="t" r="r" b="b"/>
                  <a:pathLst>
                    <a:path w="391269" h="58104" extrusionOk="0">
                      <a:moveTo>
                        <a:pt x="391518" y="58289"/>
                      </a:moveTo>
                      <a:lnTo>
                        <a:pt x="249" y="58289"/>
                      </a:lnTo>
                      <a:lnTo>
                        <a:pt x="249" y="184"/>
                      </a:lnTo>
                      <a:lnTo>
                        <a:pt x="391518" y="184"/>
                      </a:lnTo>
                      <a:close/>
                      <a:moveTo>
                        <a:pt x="2282" y="55063"/>
                      </a:moveTo>
                      <a:lnTo>
                        <a:pt x="389485" y="55063"/>
                      </a:lnTo>
                      <a:lnTo>
                        <a:pt x="389485" y="3410"/>
                      </a:lnTo>
                      <a:lnTo>
                        <a:pt x="2282" y="3410"/>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835" name="Google Shape;835;p39"/>
              <p:cNvGrpSpPr/>
              <p:nvPr/>
            </p:nvGrpSpPr>
            <p:grpSpPr>
              <a:xfrm>
                <a:off x="5072508" y="4119044"/>
                <a:ext cx="971756" cy="144313"/>
                <a:chOff x="6980024" y="5176592"/>
                <a:chExt cx="391269" cy="58104"/>
              </a:xfrm>
            </p:grpSpPr>
            <p:sp>
              <p:nvSpPr>
                <p:cNvPr id="836" name="Google Shape;836;p39"/>
                <p:cNvSpPr/>
                <p:nvPr/>
              </p:nvSpPr>
              <p:spPr>
                <a:xfrm>
                  <a:off x="7240532" y="5178205"/>
                  <a:ext cx="129745" cy="54877"/>
                </a:xfrm>
                <a:custGeom>
                  <a:avLst/>
                  <a:gdLst/>
                  <a:ahLst/>
                  <a:cxnLst/>
                  <a:rect l="l" t="t" r="r" b="b"/>
                  <a:pathLst>
                    <a:path w="129745" h="54877" extrusionOk="0">
                      <a:moveTo>
                        <a:pt x="0" y="0"/>
                      </a:moveTo>
                      <a:lnTo>
                        <a:pt x="129745" y="0"/>
                      </a:lnTo>
                      <a:lnTo>
                        <a:pt x="129745"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37" name="Google Shape;837;p39"/>
                <p:cNvSpPr/>
                <p:nvPr/>
              </p:nvSpPr>
              <p:spPr>
                <a:xfrm>
                  <a:off x="7110786" y="5178205"/>
                  <a:ext cx="129745" cy="54877"/>
                </a:xfrm>
                <a:custGeom>
                  <a:avLst/>
                  <a:gdLst/>
                  <a:ahLst/>
                  <a:cxnLst/>
                  <a:rect l="l" t="t" r="r" b="b"/>
                  <a:pathLst>
                    <a:path w="129745" h="54877" extrusionOk="0">
                      <a:moveTo>
                        <a:pt x="0" y="0"/>
                      </a:moveTo>
                      <a:lnTo>
                        <a:pt x="129746" y="0"/>
                      </a:lnTo>
                      <a:lnTo>
                        <a:pt x="129746"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38" name="Google Shape;838;p39"/>
                <p:cNvSpPr/>
                <p:nvPr/>
              </p:nvSpPr>
              <p:spPr>
                <a:xfrm>
                  <a:off x="6981040" y="5178205"/>
                  <a:ext cx="129745" cy="54877"/>
                </a:xfrm>
                <a:custGeom>
                  <a:avLst/>
                  <a:gdLst/>
                  <a:ahLst/>
                  <a:cxnLst/>
                  <a:rect l="l" t="t" r="r" b="b"/>
                  <a:pathLst>
                    <a:path w="129745" h="54877" extrusionOk="0">
                      <a:moveTo>
                        <a:pt x="0" y="0"/>
                      </a:moveTo>
                      <a:lnTo>
                        <a:pt x="129745" y="0"/>
                      </a:lnTo>
                      <a:lnTo>
                        <a:pt x="129745"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39" name="Google Shape;839;p39"/>
                <p:cNvSpPr/>
                <p:nvPr/>
              </p:nvSpPr>
              <p:spPr>
                <a:xfrm>
                  <a:off x="6980024" y="5176592"/>
                  <a:ext cx="391269" cy="58104"/>
                </a:xfrm>
                <a:custGeom>
                  <a:avLst/>
                  <a:gdLst/>
                  <a:ahLst/>
                  <a:cxnLst/>
                  <a:rect l="l" t="t" r="r" b="b"/>
                  <a:pathLst>
                    <a:path w="391269" h="58104" extrusionOk="0">
                      <a:moveTo>
                        <a:pt x="391519" y="58289"/>
                      </a:moveTo>
                      <a:lnTo>
                        <a:pt x="249" y="58289"/>
                      </a:lnTo>
                      <a:lnTo>
                        <a:pt x="249" y="184"/>
                      </a:lnTo>
                      <a:lnTo>
                        <a:pt x="391519" y="184"/>
                      </a:lnTo>
                      <a:close/>
                      <a:moveTo>
                        <a:pt x="2282" y="55063"/>
                      </a:moveTo>
                      <a:lnTo>
                        <a:pt x="389486" y="55063"/>
                      </a:lnTo>
                      <a:lnTo>
                        <a:pt x="389486" y="3410"/>
                      </a:lnTo>
                      <a:lnTo>
                        <a:pt x="2282" y="3410"/>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sp>
            <p:nvSpPr>
              <p:cNvPr id="840" name="Google Shape;840;p39"/>
              <p:cNvSpPr/>
              <p:nvPr/>
            </p:nvSpPr>
            <p:spPr>
              <a:xfrm>
                <a:off x="5718676" y="4691434"/>
                <a:ext cx="322092" cy="136232"/>
              </a:xfrm>
              <a:custGeom>
                <a:avLst/>
                <a:gdLst/>
                <a:ahLst/>
                <a:cxnLst/>
                <a:rect l="l" t="t" r="r" b="b"/>
                <a:pathLst>
                  <a:path w="129745" h="54877" extrusionOk="0">
                    <a:moveTo>
                      <a:pt x="0" y="0"/>
                    </a:moveTo>
                    <a:lnTo>
                      <a:pt x="129745" y="0"/>
                    </a:lnTo>
                    <a:lnTo>
                      <a:pt x="129745" y="54877"/>
                    </a:lnTo>
                    <a:lnTo>
                      <a:pt x="0" y="54877"/>
                    </a:lnTo>
                    <a:close/>
                  </a:path>
                </a:pathLst>
              </a:custGeom>
              <a:solidFill>
                <a:srgbClr val="000000">
                  <a:alpha val="1013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41" name="Google Shape;841;p39"/>
              <p:cNvSpPr/>
              <p:nvPr/>
            </p:nvSpPr>
            <p:spPr>
              <a:xfrm>
                <a:off x="5074204" y="4691434"/>
                <a:ext cx="322092" cy="136232"/>
              </a:xfrm>
              <a:custGeom>
                <a:avLst/>
                <a:gdLst/>
                <a:ahLst/>
                <a:cxnLst/>
                <a:rect l="l" t="t" r="r" b="b"/>
                <a:pathLst>
                  <a:path w="129745" h="54877" extrusionOk="0">
                    <a:moveTo>
                      <a:pt x="0" y="0"/>
                    </a:moveTo>
                    <a:lnTo>
                      <a:pt x="129745" y="0"/>
                    </a:lnTo>
                    <a:lnTo>
                      <a:pt x="129745" y="54877"/>
                    </a:lnTo>
                    <a:lnTo>
                      <a:pt x="0" y="54877"/>
                    </a:lnTo>
                    <a:close/>
                  </a:path>
                </a:pathLst>
              </a:custGeom>
              <a:solidFill>
                <a:srgbClr val="FFFFFF">
                  <a:alpha val="1962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42" name="Google Shape;842;p39"/>
              <p:cNvSpPr/>
              <p:nvPr/>
            </p:nvSpPr>
            <p:spPr>
              <a:xfrm>
                <a:off x="5648274" y="4547006"/>
                <a:ext cx="322092" cy="136232"/>
              </a:xfrm>
              <a:custGeom>
                <a:avLst/>
                <a:gdLst/>
                <a:ahLst/>
                <a:cxnLst/>
                <a:rect l="l" t="t" r="r" b="b"/>
                <a:pathLst>
                  <a:path w="129745" h="54877" extrusionOk="0">
                    <a:moveTo>
                      <a:pt x="0" y="0"/>
                    </a:moveTo>
                    <a:lnTo>
                      <a:pt x="129746" y="0"/>
                    </a:lnTo>
                    <a:lnTo>
                      <a:pt x="129746" y="54877"/>
                    </a:lnTo>
                    <a:lnTo>
                      <a:pt x="0" y="54877"/>
                    </a:lnTo>
                    <a:close/>
                  </a:path>
                </a:pathLst>
              </a:custGeom>
              <a:solidFill>
                <a:srgbClr val="000000">
                  <a:alpha val="1013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43" name="Google Shape;843;p39"/>
              <p:cNvSpPr/>
              <p:nvPr/>
            </p:nvSpPr>
            <p:spPr>
              <a:xfrm>
                <a:off x="5003804" y="4547006"/>
                <a:ext cx="322092" cy="136232"/>
              </a:xfrm>
              <a:custGeom>
                <a:avLst/>
                <a:gdLst/>
                <a:ahLst/>
                <a:cxnLst/>
                <a:rect l="l" t="t" r="r" b="b"/>
                <a:pathLst>
                  <a:path w="129745" h="54877" extrusionOk="0">
                    <a:moveTo>
                      <a:pt x="0" y="0"/>
                    </a:moveTo>
                    <a:lnTo>
                      <a:pt x="129745" y="0"/>
                    </a:lnTo>
                    <a:lnTo>
                      <a:pt x="129745" y="54877"/>
                    </a:lnTo>
                    <a:lnTo>
                      <a:pt x="0" y="54877"/>
                    </a:lnTo>
                    <a:close/>
                  </a:path>
                </a:pathLst>
              </a:custGeom>
              <a:solidFill>
                <a:srgbClr val="FFFFFF">
                  <a:alpha val="1962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44" name="Google Shape;844;p39"/>
              <p:cNvSpPr/>
              <p:nvPr/>
            </p:nvSpPr>
            <p:spPr>
              <a:xfrm>
                <a:off x="5758672" y="4406867"/>
                <a:ext cx="322092" cy="136232"/>
              </a:xfrm>
              <a:custGeom>
                <a:avLst/>
                <a:gdLst/>
                <a:ahLst/>
                <a:cxnLst/>
                <a:rect l="l" t="t" r="r" b="b"/>
                <a:pathLst>
                  <a:path w="129745" h="54877" extrusionOk="0">
                    <a:moveTo>
                      <a:pt x="0" y="0"/>
                    </a:moveTo>
                    <a:lnTo>
                      <a:pt x="129746" y="0"/>
                    </a:lnTo>
                    <a:lnTo>
                      <a:pt x="129746" y="54877"/>
                    </a:lnTo>
                    <a:lnTo>
                      <a:pt x="0" y="54877"/>
                    </a:lnTo>
                    <a:close/>
                  </a:path>
                </a:pathLst>
              </a:custGeom>
              <a:solidFill>
                <a:srgbClr val="000000">
                  <a:alpha val="1013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45" name="Google Shape;845;p39"/>
              <p:cNvSpPr/>
              <p:nvPr/>
            </p:nvSpPr>
            <p:spPr>
              <a:xfrm>
                <a:off x="5114200" y="4406867"/>
                <a:ext cx="322092" cy="136232"/>
              </a:xfrm>
              <a:custGeom>
                <a:avLst/>
                <a:gdLst/>
                <a:ahLst/>
                <a:cxnLst/>
                <a:rect l="l" t="t" r="r" b="b"/>
                <a:pathLst>
                  <a:path w="129745" h="54877" extrusionOk="0">
                    <a:moveTo>
                      <a:pt x="0" y="0"/>
                    </a:moveTo>
                    <a:lnTo>
                      <a:pt x="129745" y="0"/>
                    </a:lnTo>
                    <a:lnTo>
                      <a:pt x="129745" y="54877"/>
                    </a:lnTo>
                    <a:lnTo>
                      <a:pt x="0" y="54877"/>
                    </a:lnTo>
                    <a:close/>
                  </a:path>
                </a:pathLst>
              </a:custGeom>
              <a:solidFill>
                <a:srgbClr val="FFFFFF">
                  <a:alpha val="1962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46" name="Google Shape;846;p39"/>
              <p:cNvSpPr/>
              <p:nvPr/>
            </p:nvSpPr>
            <p:spPr>
              <a:xfrm>
                <a:off x="5686799" y="4264676"/>
                <a:ext cx="322092" cy="136232"/>
              </a:xfrm>
              <a:custGeom>
                <a:avLst/>
                <a:gdLst/>
                <a:ahLst/>
                <a:cxnLst/>
                <a:rect l="l" t="t" r="r" b="b"/>
                <a:pathLst>
                  <a:path w="129745" h="54877" extrusionOk="0">
                    <a:moveTo>
                      <a:pt x="0" y="0"/>
                    </a:moveTo>
                    <a:lnTo>
                      <a:pt x="129746" y="0"/>
                    </a:lnTo>
                    <a:lnTo>
                      <a:pt x="129746" y="54877"/>
                    </a:lnTo>
                    <a:lnTo>
                      <a:pt x="0" y="54877"/>
                    </a:lnTo>
                    <a:close/>
                  </a:path>
                </a:pathLst>
              </a:custGeom>
              <a:solidFill>
                <a:srgbClr val="000000">
                  <a:alpha val="1013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47" name="Google Shape;847;p39"/>
              <p:cNvSpPr/>
              <p:nvPr/>
            </p:nvSpPr>
            <p:spPr>
              <a:xfrm>
                <a:off x="5042327" y="4264676"/>
                <a:ext cx="322092" cy="136232"/>
              </a:xfrm>
              <a:custGeom>
                <a:avLst/>
                <a:gdLst/>
                <a:ahLst/>
                <a:cxnLst/>
                <a:rect l="l" t="t" r="r" b="b"/>
                <a:pathLst>
                  <a:path w="129745" h="54877" extrusionOk="0">
                    <a:moveTo>
                      <a:pt x="0" y="0"/>
                    </a:moveTo>
                    <a:lnTo>
                      <a:pt x="129745" y="0"/>
                    </a:lnTo>
                    <a:lnTo>
                      <a:pt x="129745" y="54877"/>
                    </a:lnTo>
                    <a:lnTo>
                      <a:pt x="0" y="54877"/>
                    </a:lnTo>
                    <a:close/>
                  </a:path>
                </a:pathLst>
              </a:custGeom>
              <a:solidFill>
                <a:srgbClr val="FFFFFF">
                  <a:alpha val="1962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48" name="Google Shape;848;p39"/>
              <p:cNvSpPr/>
              <p:nvPr/>
            </p:nvSpPr>
            <p:spPr>
              <a:xfrm>
                <a:off x="5719506" y="4123050"/>
                <a:ext cx="322092" cy="136232"/>
              </a:xfrm>
              <a:custGeom>
                <a:avLst/>
                <a:gdLst/>
                <a:ahLst/>
                <a:cxnLst/>
                <a:rect l="l" t="t" r="r" b="b"/>
                <a:pathLst>
                  <a:path w="129745" h="54877" extrusionOk="0">
                    <a:moveTo>
                      <a:pt x="0" y="0"/>
                    </a:moveTo>
                    <a:lnTo>
                      <a:pt x="129745" y="0"/>
                    </a:lnTo>
                    <a:lnTo>
                      <a:pt x="129745" y="54877"/>
                    </a:lnTo>
                    <a:lnTo>
                      <a:pt x="0" y="54877"/>
                    </a:lnTo>
                    <a:close/>
                  </a:path>
                </a:pathLst>
              </a:custGeom>
              <a:solidFill>
                <a:srgbClr val="000000">
                  <a:alpha val="1013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849" name="Google Shape;849;p39"/>
              <p:cNvSpPr/>
              <p:nvPr/>
            </p:nvSpPr>
            <p:spPr>
              <a:xfrm>
                <a:off x="5075031" y="4123050"/>
                <a:ext cx="322092" cy="136232"/>
              </a:xfrm>
              <a:custGeom>
                <a:avLst/>
                <a:gdLst/>
                <a:ahLst/>
                <a:cxnLst/>
                <a:rect l="l" t="t" r="r" b="b"/>
                <a:pathLst>
                  <a:path w="129745" h="54877" extrusionOk="0">
                    <a:moveTo>
                      <a:pt x="0" y="0"/>
                    </a:moveTo>
                    <a:lnTo>
                      <a:pt x="129745" y="0"/>
                    </a:lnTo>
                    <a:lnTo>
                      <a:pt x="129745" y="54877"/>
                    </a:lnTo>
                    <a:lnTo>
                      <a:pt x="0" y="54877"/>
                    </a:lnTo>
                    <a:close/>
                  </a:path>
                </a:pathLst>
              </a:custGeom>
              <a:solidFill>
                <a:srgbClr val="FFFFFF">
                  <a:alpha val="1962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sp>
        <p:nvSpPr>
          <p:cNvPr id="3" name="Title 2">
            <a:extLst>
              <a:ext uri="{FF2B5EF4-FFF2-40B4-BE49-F238E27FC236}">
                <a16:creationId xmlns:a16="http://schemas.microsoft.com/office/drawing/2014/main" id="{783DD7AD-A792-8470-5203-48C283C27591}"/>
              </a:ext>
            </a:extLst>
          </p:cNvPr>
          <p:cNvSpPr>
            <a:spLocks noGrp="1"/>
          </p:cNvSpPr>
          <p:nvPr>
            <p:ph type="title"/>
          </p:nvPr>
        </p:nvSpPr>
        <p:spPr>
          <a:xfrm>
            <a:off x="577339" y="1355573"/>
            <a:ext cx="4685397" cy="3099445"/>
          </a:xfrm>
        </p:spPr>
        <p:txBody>
          <a:bodyPr/>
          <a:lstStyle/>
          <a:p>
            <a:pPr algn="just"/>
            <a:r>
              <a:rPr lang="en-US" sz="2000" b="0" dirty="0"/>
              <a:t>The Unified Payments Interface (UPI) enables quick and secure digital payments in India. As transactions grow, fraud risks also increase. This project uses data science and machine learning to detect and prevent UPI fraud. The data is cleaned, analyzed, and used to train a Random Forest model that predicts suspicious transactions, helping make digital payments safer and more trustworthy.</a:t>
            </a:r>
            <a:br>
              <a:rPr lang="en-US" sz="2000" b="0" dirty="0"/>
            </a:br>
            <a:endParaRPr lang="en-IN" sz="2000" b="0" dirty="0">
              <a:latin typeface="Roboto" panose="02000000000000000000" pitchFamily="2" charset="0"/>
              <a:ea typeface="Roboto" panose="02000000000000000000" pitchFamily="2" charset="0"/>
              <a:cs typeface="Roboto" panose="02000000000000000000" pitchFamily="2" charset="0"/>
            </a:endParaRPr>
          </a:p>
        </p:txBody>
      </p:sp>
      <p:sp>
        <p:nvSpPr>
          <p:cNvPr id="5" name="Title 4">
            <a:extLst>
              <a:ext uri="{FF2B5EF4-FFF2-40B4-BE49-F238E27FC236}">
                <a16:creationId xmlns:a16="http://schemas.microsoft.com/office/drawing/2014/main" id="{9A2A3500-0554-E03E-DACD-E26D701B7FE5}"/>
              </a:ext>
            </a:extLst>
          </p:cNvPr>
          <p:cNvSpPr>
            <a:spLocks noGrp="1"/>
          </p:cNvSpPr>
          <p:nvPr>
            <p:ph type="title" idx="2"/>
          </p:nvPr>
        </p:nvSpPr>
        <p:spPr>
          <a:xfrm>
            <a:off x="681973" y="230682"/>
            <a:ext cx="2420916" cy="915600"/>
          </a:xfrm>
        </p:spPr>
        <p:txBody>
          <a:bodyPr/>
          <a:lstStyle/>
          <a:p>
            <a:r>
              <a:rPr lang="en-IN" sz="3300" dirty="0"/>
              <a:t>SYNOPSIS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3">
          <a:extLst>
            <a:ext uri="{FF2B5EF4-FFF2-40B4-BE49-F238E27FC236}">
              <a16:creationId xmlns:a16="http://schemas.microsoft.com/office/drawing/2014/main" id="{EA612506-5C64-93DA-9BFD-42F5D50BB78F}"/>
            </a:ext>
          </a:extLst>
        </p:cNvPr>
        <p:cNvGrpSpPr/>
        <p:nvPr/>
      </p:nvGrpSpPr>
      <p:grpSpPr>
        <a:xfrm>
          <a:off x="0" y="0"/>
          <a:ext cx="0" cy="0"/>
          <a:chOff x="0" y="0"/>
          <a:chExt cx="0" cy="0"/>
        </a:xfrm>
      </p:grpSpPr>
      <p:sp>
        <p:nvSpPr>
          <p:cNvPr id="854" name="Google Shape;854;p40">
            <a:extLst>
              <a:ext uri="{FF2B5EF4-FFF2-40B4-BE49-F238E27FC236}">
                <a16:creationId xmlns:a16="http://schemas.microsoft.com/office/drawing/2014/main" id="{399FF51C-A57F-DA17-D439-0B6E4F27B66E}"/>
              </a:ext>
            </a:extLst>
          </p:cNvPr>
          <p:cNvSpPr txBox="1">
            <a:spLocks noGrp="1"/>
          </p:cNvSpPr>
          <p:nvPr>
            <p:ph type="title"/>
          </p:nvPr>
        </p:nvSpPr>
        <p:spPr>
          <a:xfrm>
            <a:off x="1312901" y="474911"/>
            <a:ext cx="5064783" cy="572700"/>
          </a:xfrm>
          <a:prstGeom prst="rect">
            <a:avLst/>
          </a:prstGeom>
        </p:spPr>
        <p:txBody>
          <a:bodyPr spcFirstLastPara="1" wrap="square" lIns="91425" tIns="91425" rIns="91425" bIns="91425" anchor="t" anchorCtr="0">
            <a:noAutofit/>
          </a:bodyPr>
          <a:lstStyle/>
          <a:p>
            <a:r>
              <a:rPr lang="en" dirty="0">
                <a:latin typeface="Roboto" panose="02000000000000000000" pitchFamily="2" charset="0"/>
                <a:ea typeface="Roboto" panose="02000000000000000000" pitchFamily="2" charset="0"/>
                <a:cs typeface="Roboto" panose="02000000000000000000" pitchFamily="2" charset="0"/>
              </a:rPr>
              <a:t>OVERVIEW OF DATASET</a:t>
            </a:r>
            <a:endParaRPr dirty="0">
              <a:latin typeface="Roboto" panose="02000000000000000000" pitchFamily="2" charset="0"/>
              <a:ea typeface="Roboto" panose="02000000000000000000" pitchFamily="2" charset="0"/>
              <a:cs typeface="Roboto" panose="02000000000000000000" pitchFamily="2" charset="0"/>
            </a:endParaRPr>
          </a:p>
        </p:txBody>
      </p:sp>
      <p:sp>
        <p:nvSpPr>
          <p:cNvPr id="2" name="Subtitle 1">
            <a:extLst>
              <a:ext uri="{FF2B5EF4-FFF2-40B4-BE49-F238E27FC236}">
                <a16:creationId xmlns:a16="http://schemas.microsoft.com/office/drawing/2014/main" id="{87C7161B-F4CD-5584-7363-3A32B4F39076}"/>
              </a:ext>
            </a:extLst>
          </p:cNvPr>
          <p:cNvSpPr>
            <a:spLocks noGrp="1" noChangeArrowheads="1"/>
          </p:cNvSpPr>
          <p:nvPr>
            <p:ph type="subTitle" idx="2"/>
          </p:nvPr>
        </p:nvSpPr>
        <p:spPr bwMode="auto">
          <a:xfrm>
            <a:off x="1312901" y="1196508"/>
            <a:ext cx="6787706"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28600" marR="0" lvl="0" indent="-2286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Transaction_ID:</a:t>
            </a:r>
            <a:r>
              <a:rPr kumimoji="0" lang="en-US" altLang="en-US"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 Unique ID assigned to each UPI transaction.</a:t>
            </a:r>
          </a:p>
          <a:p>
            <a:pPr marL="228600" marR="0" lvl="0" indent="-2286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Sender_Name:</a:t>
            </a:r>
            <a:r>
              <a:rPr kumimoji="0" lang="en-US" altLang="en-US"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 Name or ID of the user who sent the money.</a:t>
            </a:r>
          </a:p>
          <a:p>
            <a:pPr marL="228600" marR="0" lvl="0" indent="-2286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Receiver_Name:</a:t>
            </a:r>
            <a:r>
              <a:rPr kumimoji="0" lang="en-US" altLang="en-US"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 Name or ID of the user who received the money.</a:t>
            </a:r>
          </a:p>
          <a:p>
            <a:pPr marL="228600" marR="0" lvl="0" indent="-2286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Sender_Bank:</a:t>
            </a:r>
            <a:r>
              <a:rPr kumimoji="0" lang="en-US" altLang="en-US"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 Bank associated with the sender’s UPI account.</a:t>
            </a:r>
          </a:p>
          <a:p>
            <a:pPr marL="228600" marR="0" lvl="0" indent="-2286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Receiver_Bank:</a:t>
            </a:r>
            <a:r>
              <a:rPr kumimoji="0" lang="en-US" altLang="en-US"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 Bank associated with the receiver’s UPI account.</a:t>
            </a:r>
          </a:p>
          <a:p>
            <a:pPr marL="228600" marR="0" lvl="0" indent="-2286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Amount_INR:</a:t>
            </a:r>
            <a:r>
              <a:rPr kumimoji="0" lang="en-US" altLang="en-US"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 Transaction amount in Indian Rupees.</a:t>
            </a:r>
          </a:p>
          <a:p>
            <a:pPr marL="228600" marR="0" lvl="0" indent="-2286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Transaction_Type:</a:t>
            </a:r>
            <a:r>
              <a:rPr kumimoji="0" lang="en-US" altLang="en-US"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 Type of transaction – P2P (Person-to-Person) or P2M (Person-to-Merchant).</a:t>
            </a:r>
          </a:p>
          <a:p>
            <a:pPr marL="228600" marR="0" lvl="0" indent="-2286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Transaction_Status:</a:t>
            </a:r>
            <a:r>
              <a:rPr kumimoji="0" lang="en-US" altLang="en-US"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 Result of the transaction – Success, Failed, Pending, or Suspicious.</a:t>
            </a:r>
          </a:p>
          <a:p>
            <a:pPr marL="228600" marR="0" lvl="0" indent="-2286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Device_Type:</a:t>
            </a:r>
            <a:r>
              <a:rPr kumimoji="0" lang="en-US" altLang="en-US"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 Device used for the transaction such as Android, iOS, or Desktop.</a:t>
            </a:r>
          </a:p>
          <a:p>
            <a:pPr marL="228600" marR="0" lvl="0" indent="-2286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Merchant_Category:</a:t>
            </a:r>
            <a:r>
              <a:rPr kumimoji="0" lang="en-US" altLang="en-US"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 Type of business or service (Retail, Food, Travel, etc.).</a:t>
            </a:r>
          </a:p>
          <a:p>
            <a:pPr marL="228600" indent="-228600" eaLnBrk="0" fontAlgn="base" hangingPunct="0">
              <a:lnSpc>
                <a:spcPct val="150000"/>
              </a:lnSpc>
              <a:spcBef>
                <a:spcPct val="0"/>
              </a:spcBef>
              <a:spcAft>
                <a:spcPct val="0"/>
              </a:spcAft>
              <a:buClrTx/>
              <a:buSzTx/>
              <a:buFont typeface="+mj-lt"/>
              <a:buAutoNum type="arabicPeriod"/>
            </a:pPr>
            <a:r>
              <a:rPr lang="en-US" b="1" dirty="0"/>
              <a:t>Geo_Region:</a:t>
            </a:r>
            <a:r>
              <a:rPr lang="en-US" dirty="0"/>
              <a:t> Geographical region where the transaction occurred.</a:t>
            </a:r>
          </a:p>
          <a:p>
            <a:pPr marL="228600" marR="0" lvl="0" indent="-228600" algn="l" defTabSz="914400" rtl="0" eaLnBrk="0" fontAlgn="base" latinLnBrk="0" hangingPunct="0">
              <a:lnSpc>
                <a:spcPct val="150000"/>
              </a:lnSpc>
              <a:spcBef>
                <a:spcPct val="0"/>
              </a:spcBef>
              <a:spcAft>
                <a:spcPct val="0"/>
              </a:spcAft>
              <a:buClrTx/>
              <a:buSzTx/>
              <a:buFont typeface="+mj-lt"/>
              <a:buAutoNum type="arabicPeriod"/>
              <a:tabLst/>
            </a:pPr>
            <a:endParaRPr kumimoji="0" lang="en-US" altLang="en-US"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endParaRPr>
          </a:p>
        </p:txBody>
      </p:sp>
      <p:grpSp>
        <p:nvGrpSpPr>
          <p:cNvPr id="5" name="Google Shape;3493;p70">
            <a:extLst>
              <a:ext uri="{FF2B5EF4-FFF2-40B4-BE49-F238E27FC236}">
                <a16:creationId xmlns:a16="http://schemas.microsoft.com/office/drawing/2014/main" id="{13792C98-CE09-EE64-650F-F19268A971D0}"/>
              </a:ext>
            </a:extLst>
          </p:cNvPr>
          <p:cNvGrpSpPr/>
          <p:nvPr/>
        </p:nvGrpSpPr>
        <p:grpSpPr>
          <a:xfrm>
            <a:off x="7269003" y="1196508"/>
            <a:ext cx="1480362" cy="1286512"/>
            <a:chOff x="2523704" y="3388293"/>
            <a:chExt cx="411759" cy="351574"/>
          </a:xfrm>
        </p:grpSpPr>
        <p:sp>
          <p:nvSpPr>
            <p:cNvPr id="6" name="Google Shape;3494;p70">
              <a:extLst>
                <a:ext uri="{FF2B5EF4-FFF2-40B4-BE49-F238E27FC236}">
                  <a16:creationId xmlns:a16="http://schemas.microsoft.com/office/drawing/2014/main" id="{98680027-F3FB-F62C-284A-D0FE1EF6A3A0}"/>
                </a:ext>
              </a:extLst>
            </p:cNvPr>
            <p:cNvSpPr/>
            <p:nvPr/>
          </p:nvSpPr>
          <p:spPr>
            <a:xfrm>
              <a:off x="2523704" y="3633818"/>
              <a:ext cx="167115" cy="49200"/>
            </a:xfrm>
            <a:custGeom>
              <a:avLst/>
              <a:gdLst/>
              <a:ahLst/>
              <a:cxnLst/>
              <a:rect l="l" t="t" r="r" b="b"/>
              <a:pathLst>
                <a:path w="237043" h="69787" extrusionOk="0">
                  <a:moveTo>
                    <a:pt x="219850" y="69787"/>
                  </a:moveTo>
                  <a:lnTo>
                    <a:pt x="17193" y="69787"/>
                  </a:lnTo>
                  <a:cubicBezTo>
                    <a:pt x="7697" y="69787"/>
                    <a:pt x="0" y="62090"/>
                    <a:pt x="0" y="52594"/>
                  </a:cubicBezTo>
                  <a:lnTo>
                    <a:pt x="0" y="17193"/>
                  </a:lnTo>
                  <a:cubicBezTo>
                    <a:pt x="0" y="7697"/>
                    <a:pt x="7697" y="0"/>
                    <a:pt x="17193" y="0"/>
                  </a:cubicBezTo>
                  <a:lnTo>
                    <a:pt x="219850" y="0"/>
                  </a:lnTo>
                  <a:cubicBezTo>
                    <a:pt x="229346" y="0"/>
                    <a:pt x="237044" y="7697"/>
                    <a:pt x="237044" y="17193"/>
                  </a:cubicBezTo>
                  <a:lnTo>
                    <a:pt x="237044" y="52594"/>
                  </a:lnTo>
                  <a:cubicBezTo>
                    <a:pt x="237044" y="62090"/>
                    <a:pt x="229346" y="69787"/>
                    <a:pt x="219850" y="69787"/>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 name="Google Shape;3495;p70">
              <a:extLst>
                <a:ext uri="{FF2B5EF4-FFF2-40B4-BE49-F238E27FC236}">
                  <a16:creationId xmlns:a16="http://schemas.microsoft.com/office/drawing/2014/main" id="{D8AC44D1-4E72-58B9-9F03-6361AA577487}"/>
                </a:ext>
              </a:extLst>
            </p:cNvPr>
            <p:cNvSpPr/>
            <p:nvPr/>
          </p:nvSpPr>
          <p:spPr>
            <a:xfrm>
              <a:off x="2523704" y="3584713"/>
              <a:ext cx="167115" cy="49200"/>
            </a:xfrm>
            <a:custGeom>
              <a:avLst/>
              <a:gdLst/>
              <a:ahLst/>
              <a:cxnLst/>
              <a:rect l="l" t="t" r="r" b="b"/>
              <a:pathLst>
                <a:path w="237043" h="69787" extrusionOk="0">
                  <a:moveTo>
                    <a:pt x="219850" y="69787"/>
                  </a:moveTo>
                  <a:lnTo>
                    <a:pt x="17193" y="69787"/>
                  </a:lnTo>
                  <a:cubicBezTo>
                    <a:pt x="7697" y="69787"/>
                    <a:pt x="0" y="62090"/>
                    <a:pt x="0" y="52594"/>
                  </a:cubicBezTo>
                  <a:lnTo>
                    <a:pt x="0" y="17193"/>
                  </a:lnTo>
                  <a:cubicBezTo>
                    <a:pt x="0" y="7697"/>
                    <a:pt x="7697" y="0"/>
                    <a:pt x="17193" y="0"/>
                  </a:cubicBezTo>
                  <a:lnTo>
                    <a:pt x="219850" y="0"/>
                  </a:lnTo>
                  <a:cubicBezTo>
                    <a:pt x="229346" y="0"/>
                    <a:pt x="237044" y="7697"/>
                    <a:pt x="237044" y="17193"/>
                  </a:cubicBezTo>
                  <a:lnTo>
                    <a:pt x="237044" y="52594"/>
                  </a:lnTo>
                  <a:cubicBezTo>
                    <a:pt x="237044" y="62090"/>
                    <a:pt x="229346" y="69787"/>
                    <a:pt x="219850" y="69787"/>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 name="Google Shape;3496;p70">
              <a:extLst>
                <a:ext uri="{FF2B5EF4-FFF2-40B4-BE49-F238E27FC236}">
                  <a16:creationId xmlns:a16="http://schemas.microsoft.com/office/drawing/2014/main" id="{33C2C434-925D-E8E5-6E34-07BCAC756359}"/>
                </a:ext>
              </a:extLst>
            </p:cNvPr>
            <p:cNvSpPr/>
            <p:nvPr/>
          </p:nvSpPr>
          <p:spPr>
            <a:xfrm>
              <a:off x="2523704" y="3535608"/>
              <a:ext cx="167115" cy="49200"/>
            </a:xfrm>
            <a:custGeom>
              <a:avLst/>
              <a:gdLst/>
              <a:ahLst/>
              <a:cxnLst/>
              <a:rect l="l" t="t" r="r" b="b"/>
              <a:pathLst>
                <a:path w="237043" h="69787" extrusionOk="0">
                  <a:moveTo>
                    <a:pt x="219850" y="69787"/>
                  </a:moveTo>
                  <a:lnTo>
                    <a:pt x="17193" y="69787"/>
                  </a:lnTo>
                  <a:cubicBezTo>
                    <a:pt x="7697" y="69787"/>
                    <a:pt x="0" y="62090"/>
                    <a:pt x="0" y="52594"/>
                  </a:cubicBezTo>
                  <a:lnTo>
                    <a:pt x="0" y="17193"/>
                  </a:lnTo>
                  <a:cubicBezTo>
                    <a:pt x="0" y="7697"/>
                    <a:pt x="7697" y="0"/>
                    <a:pt x="17193" y="0"/>
                  </a:cubicBezTo>
                  <a:lnTo>
                    <a:pt x="219850" y="0"/>
                  </a:lnTo>
                  <a:cubicBezTo>
                    <a:pt x="229346" y="0"/>
                    <a:pt x="237044" y="7697"/>
                    <a:pt x="237044" y="17193"/>
                  </a:cubicBezTo>
                  <a:lnTo>
                    <a:pt x="237044" y="52594"/>
                  </a:lnTo>
                  <a:cubicBezTo>
                    <a:pt x="237044" y="62090"/>
                    <a:pt x="229346" y="69787"/>
                    <a:pt x="219850" y="69787"/>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 name="Google Shape;3497;p70">
              <a:extLst>
                <a:ext uri="{FF2B5EF4-FFF2-40B4-BE49-F238E27FC236}">
                  <a16:creationId xmlns:a16="http://schemas.microsoft.com/office/drawing/2014/main" id="{9D653949-21DB-375E-A733-9E2633326723}"/>
                </a:ext>
              </a:extLst>
            </p:cNvPr>
            <p:cNvSpPr/>
            <p:nvPr/>
          </p:nvSpPr>
          <p:spPr>
            <a:xfrm>
              <a:off x="2523704" y="3486503"/>
              <a:ext cx="167115" cy="49200"/>
            </a:xfrm>
            <a:custGeom>
              <a:avLst/>
              <a:gdLst/>
              <a:ahLst/>
              <a:cxnLst/>
              <a:rect l="l" t="t" r="r" b="b"/>
              <a:pathLst>
                <a:path w="237043" h="69787" extrusionOk="0">
                  <a:moveTo>
                    <a:pt x="219850" y="69787"/>
                  </a:moveTo>
                  <a:lnTo>
                    <a:pt x="17193" y="69787"/>
                  </a:lnTo>
                  <a:cubicBezTo>
                    <a:pt x="7697" y="69787"/>
                    <a:pt x="0" y="62090"/>
                    <a:pt x="0" y="52594"/>
                  </a:cubicBezTo>
                  <a:lnTo>
                    <a:pt x="0" y="17193"/>
                  </a:lnTo>
                  <a:cubicBezTo>
                    <a:pt x="0" y="7697"/>
                    <a:pt x="7697" y="0"/>
                    <a:pt x="17193" y="0"/>
                  </a:cubicBezTo>
                  <a:lnTo>
                    <a:pt x="219850" y="0"/>
                  </a:lnTo>
                  <a:cubicBezTo>
                    <a:pt x="229346" y="0"/>
                    <a:pt x="237044" y="7697"/>
                    <a:pt x="237044" y="17193"/>
                  </a:cubicBezTo>
                  <a:lnTo>
                    <a:pt x="237044" y="52594"/>
                  </a:lnTo>
                  <a:cubicBezTo>
                    <a:pt x="237044" y="62090"/>
                    <a:pt x="229346" y="69787"/>
                    <a:pt x="219850" y="69787"/>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 name="Google Shape;3498;p70">
              <a:extLst>
                <a:ext uri="{FF2B5EF4-FFF2-40B4-BE49-F238E27FC236}">
                  <a16:creationId xmlns:a16="http://schemas.microsoft.com/office/drawing/2014/main" id="{BFC412E4-6DF2-71CD-76A7-22A8A075E215}"/>
                </a:ext>
              </a:extLst>
            </p:cNvPr>
            <p:cNvSpPr/>
            <p:nvPr/>
          </p:nvSpPr>
          <p:spPr>
            <a:xfrm>
              <a:off x="2523704" y="3437397"/>
              <a:ext cx="167115" cy="49200"/>
            </a:xfrm>
            <a:custGeom>
              <a:avLst/>
              <a:gdLst/>
              <a:ahLst/>
              <a:cxnLst/>
              <a:rect l="l" t="t" r="r" b="b"/>
              <a:pathLst>
                <a:path w="237043" h="69787" extrusionOk="0">
                  <a:moveTo>
                    <a:pt x="219850" y="69787"/>
                  </a:moveTo>
                  <a:lnTo>
                    <a:pt x="17193" y="69787"/>
                  </a:lnTo>
                  <a:cubicBezTo>
                    <a:pt x="7697" y="69787"/>
                    <a:pt x="0" y="62089"/>
                    <a:pt x="0" y="52594"/>
                  </a:cubicBezTo>
                  <a:lnTo>
                    <a:pt x="0" y="17193"/>
                  </a:lnTo>
                  <a:cubicBezTo>
                    <a:pt x="0" y="7697"/>
                    <a:pt x="7697" y="0"/>
                    <a:pt x="17193" y="0"/>
                  </a:cubicBezTo>
                  <a:lnTo>
                    <a:pt x="219850" y="0"/>
                  </a:lnTo>
                  <a:cubicBezTo>
                    <a:pt x="229346" y="0"/>
                    <a:pt x="237044" y="7697"/>
                    <a:pt x="237044" y="17193"/>
                  </a:cubicBezTo>
                  <a:lnTo>
                    <a:pt x="237044" y="52594"/>
                  </a:lnTo>
                  <a:cubicBezTo>
                    <a:pt x="237044" y="62089"/>
                    <a:pt x="229346" y="69787"/>
                    <a:pt x="219850" y="69787"/>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 name="Google Shape;3499;p70">
              <a:extLst>
                <a:ext uri="{FF2B5EF4-FFF2-40B4-BE49-F238E27FC236}">
                  <a16:creationId xmlns:a16="http://schemas.microsoft.com/office/drawing/2014/main" id="{7E7C51B7-E36A-03B7-2ECB-19964699714C}"/>
                </a:ext>
              </a:extLst>
            </p:cNvPr>
            <p:cNvSpPr/>
            <p:nvPr/>
          </p:nvSpPr>
          <p:spPr>
            <a:xfrm>
              <a:off x="2523704" y="3388293"/>
              <a:ext cx="167115" cy="49198"/>
            </a:xfrm>
            <a:custGeom>
              <a:avLst/>
              <a:gdLst/>
              <a:ahLst/>
              <a:cxnLst/>
              <a:rect l="l" t="t" r="r" b="b"/>
              <a:pathLst>
                <a:path w="237043" h="69785" extrusionOk="0">
                  <a:moveTo>
                    <a:pt x="219850" y="69786"/>
                  </a:moveTo>
                  <a:lnTo>
                    <a:pt x="17193" y="69786"/>
                  </a:lnTo>
                  <a:cubicBezTo>
                    <a:pt x="7697" y="69786"/>
                    <a:pt x="0" y="62089"/>
                    <a:pt x="0" y="52593"/>
                  </a:cubicBezTo>
                  <a:lnTo>
                    <a:pt x="0" y="17193"/>
                  </a:lnTo>
                  <a:cubicBezTo>
                    <a:pt x="0" y="7697"/>
                    <a:pt x="7697" y="0"/>
                    <a:pt x="17193" y="0"/>
                  </a:cubicBezTo>
                  <a:lnTo>
                    <a:pt x="219850" y="0"/>
                  </a:lnTo>
                  <a:cubicBezTo>
                    <a:pt x="229346" y="0"/>
                    <a:pt x="237044" y="7697"/>
                    <a:pt x="237044" y="17193"/>
                  </a:cubicBezTo>
                  <a:lnTo>
                    <a:pt x="237044" y="52594"/>
                  </a:lnTo>
                  <a:cubicBezTo>
                    <a:pt x="237044" y="62089"/>
                    <a:pt x="229346" y="69786"/>
                    <a:pt x="219850" y="69786"/>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3500;p70">
              <a:extLst>
                <a:ext uri="{FF2B5EF4-FFF2-40B4-BE49-F238E27FC236}">
                  <a16:creationId xmlns:a16="http://schemas.microsoft.com/office/drawing/2014/main" id="{64B9DCB5-CB1F-10E0-3276-5625C85D08BB}"/>
                </a:ext>
              </a:extLst>
            </p:cNvPr>
            <p:cNvSpPr/>
            <p:nvPr/>
          </p:nvSpPr>
          <p:spPr>
            <a:xfrm>
              <a:off x="2523704" y="3584713"/>
              <a:ext cx="167115" cy="49200"/>
            </a:xfrm>
            <a:custGeom>
              <a:avLst/>
              <a:gdLst/>
              <a:ahLst/>
              <a:cxnLst/>
              <a:rect l="l" t="t" r="r" b="b"/>
              <a:pathLst>
                <a:path w="237043" h="69787" extrusionOk="0">
                  <a:moveTo>
                    <a:pt x="219850" y="69787"/>
                  </a:moveTo>
                  <a:lnTo>
                    <a:pt x="17193" y="69787"/>
                  </a:lnTo>
                  <a:cubicBezTo>
                    <a:pt x="7697" y="69787"/>
                    <a:pt x="0" y="62090"/>
                    <a:pt x="0" y="52594"/>
                  </a:cubicBezTo>
                  <a:lnTo>
                    <a:pt x="0" y="17193"/>
                  </a:lnTo>
                  <a:cubicBezTo>
                    <a:pt x="0" y="7697"/>
                    <a:pt x="7697" y="0"/>
                    <a:pt x="17193" y="0"/>
                  </a:cubicBezTo>
                  <a:lnTo>
                    <a:pt x="219850" y="0"/>
                  </a:lnTo>
                  <a:cubicBezTo>
                    <a:pt x="229346" y="0"/>
                    <a:pt x="237044" y="7697"/>
                    <a:pt x="237044" y="17193"/>
                  </a:cubicBezTo>
                  <a:lnTo>
                    <a:pt x="237044" y="52594"/>
                  </a:lnTo>
                  <a:cubicBezTo>
                    <a:pt x="237044" y="62090"/>
                    <a:pt x="229346" y="69787"/>
                    <a:pt x="219850" y="69787"/>
                  </a:cubicBezTo>
                  <a:close/>
                </a:path>
              </a:pathLst>
            </a:custGeom>
            <a:solidFill>
              <a:srgbClr val="FFFFFF">
                <a:alpha val="1962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3501;p70">
              <a:extLst>
                <a:ext uri="{FF2B5EF4-FFF2-40B4-BE49-F238E27FC236}">
                  <a16:creationId xmlns:a16="http://schemas.microsoft.com/office/drawing/2014/main" id="{38C33C19-CAAF-DD0D-DF44-075E7E7A95AB}"/>
                </a:ext>
              </a:extLst>
            </p:cNvPr>
            <p:cNvSpPr/>
            <p:nvPr/>
          </p:nvSpPr>
          <p:spPr>
            <a:xfrm>
              <a:off x="2523704" y="3486503"/>
              <a:ext cx="167115" cy="49200"/>
            </a:xfrm>
            <a:custGeom>
              <a:avLst/>
              <a:gdLst/>
              <a:ahLst/>
              <a:cxnLst/>
              <a:rect l="l" t="t" r="r" b="b"/>
              <a:pathLst>
                <a:path w="237043" h="69787" extrusionOk="0">
                  <a:moveTo>
                    <a:pt x="219850" y="69787"/>
                  </a:moveTo>
                  <a:lnTo>
                    <a:pt x="17193" y="69787"/>
                  </a:lnTo>
                  <a:cubicBezTo>
                    <a:pt x="7697" y="69787"/>
                    <a:pt x="0" y="62090"/>
                    <a:pt x="0" y="52594"/>
                  </a:cubicBezTo>
                  <a:lnTo>
                    <a:pt x="0" y="17193"/>
                  </a:lnTo>
                  <a:cubicBezTo>
                    <a:pt x="0" y="7697"/>
                    <a:pt x="7697" y="0"/>
                    <a:pt x="17193" y="0"/>
                  </a:cubicBezTo>
                  <a:lnTo>
                    <a:pt x="219850" y="0"/>
                  </a:lnTo>
                  <a:cubicBezTo>
                    <a:pt x="229346" y="0"/>
                    <a:pt x="237044" y="7697"/>
                    <a:pt x="237044" y="17193"/>
                  </a:cubicBezTo>
                  <a:lnTo>
                    <a:pt x="237044" y="52594"/>
                  </a:lnTo>
                  <a:cubicBezTo>
                    <a:pt x="237044" y="62090"/>
                    <a:pt x="229346" y="69787"/>
                    <a:pt x="219850" y="69787"/>
                  </a:cubicBezTo>
                  <a:close/>
                </a:path>
              </a:pathLst>
            </a:custGeom>
            <a:solidFill>
              <a:srgbClr val="FFFFFF">
                <a:alpha val="1962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3502;p70">
              <a:extLst>
                <a:ext uri="{FF2B5EF4-FFF2-40B4-BE49-F238E27FC236}">
                  <a16:creationId xmlns:a16="http://schemas.microsoft.com/office/drawing/2014/main" id="{5AF9CC40-EB0C-F564-8A8A-BFBC499EE399}"/>
                </a:ext>
              </a:extLst>
            </p:cNvPr>
            <p:cNvSpPr/>
            <p:nvPr/>
          </p:nvSpPr>
          <p:spPr>
            <a:xfrm>
              <a:off x="2523704" y="3388293"/>
              <a:ext cx="167115" cy="49198"/>
            </a:xfrm>
            <a:custGeom>
              <a:avLst/>
              <a:gdLst/>
              <a:ahLst/>
              <a:cxnLst/>
              <a:rect l="l" t="t" r="r" b="b"/>
              <a:pathLst>
                <a:path w="237043" h="69785" extrusionOk="0">
                  <a:moveTo>
                    <a:pt x="219850" y="69786"/>
                  </a:moveTo>
                  <a:lnTo>
                    <a:pt x="17193" y="69786"/>
                  </a:lnTo>
                  <a:cubicBezTo>
                    <a:pt x="7697" y="69786"/>
                    <a:pt x="0" y="62089"/>
                    <a:pt x="0" y="52593"/>
                  </a:cubicBezTo>
                  <a:lnTo>
                    <a:pt x="0" y="17193"/>
                  </a:lnTo>
                  <a:cubicBezTo>
                    <a:pt x="0" y="7697"/>
                    <a:pt x="7697" y="0"/>
                    <a:pt x="17193" y="0"/>
                  </a:cubicBezTo>
                  <a:lnTo>
                    <a:pt x="219850" y="0"/>
                  </a:lnTo>
                  <a:cubicBezTo>
                    <a:pt x="229346" y="0"/>
                    <a:pt x="237044" y="7697"/>
                    <a:pt x="237044" y="17193"/>
                  </a:cubicBezTo>
                  <a:lnTo>
                    <a:pt x="237044" y="52594"/>
                  </a:lnTo>
                  <a:cubicBezTo>
                    <a:pt x="237044" y="62089"/>
                    <a:pt x="229346" y="69786"/>
                    <a:pt x="219850" y="69786"/>
                  </a:cubicBezTo>
                  <a:close/>
                </a:path>
              </a:pathLst>
            </a:custGeom>
            <a:solidFill>
              <a:srgbClr val="FFFFFF">
                <a:alpha val="1962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3503;p70">
              <a:extLst>
                <a:ext uri="{FF2B5EF4-FFF2-40B4-BE49-F238E27FC236}">
                  <a16:creationId xmlns:a16="http://schemas.microsoft.com/office/drawing/2014/main" id="{5DA7F20D-0F1B-4663-A2CE-9A9F681AACE5}"/>
                </a:ext>
              </a:extLst>
            </p:cNvPr>
            <p:cNvSpPr/>
            <p:nvPr/>
          </p:nvSpPr>
          <p:spPr>
            <a:xfrm>
              <a:off x="2634284" y="3434607"/>
              <a:ext cx="284368" cy="273966"/>
            </a:xfrm>
            <a:custGeom>
              <a:avLst/>
              <a:gdLst/>
              <a:ahLst/>
              <a:cxnLst/>
              <a:rect l="l" t="t" r="r" b="b"/>
              <a:pathLst>
                <a:path w="403359" h="388604" extrusionOk="0">
                  <a:moveTo>
                    <a:pt x="172882" y="360373"/>
                  </a:moveTo>
                  <a:lnTo>
                    <a:pt x="195909" y="151589"/>
                  </a:lnTo>
                  <a:lnTo>
                    <a:pt x="361610" y="223397"/>
                  </a:lnTo>
                  <a:cubicBezTo>
                    <a:pt x="368236" y="221546"/>
                    <a:pt x="374736" y="218775"/>
                    <a:pt x="381058" y="214678"/>
                  </a:cubicBezTo>
                  <a:cubicBezTo>
                    <a:pt x="386423" y="211199"/>
                    <a:pt x="391149" y="207537"/>
                    <a:pt x="395301" y="203729"/>
                  </a:cubicBezTo>
                  <a:cubicBezTo>
                    <a:pt x="400944" y="198553"/>
                    <a:pt x="403956" y="191084"/>
                    <a:pt x="403260" y="183458"/>
                  </a:cubicBezTo>
                  <a:cubicBezTo>
                    <a:pt x="393885" y="80749"/>
                    <a:pt x="307661" y="258"/>
                    <a:pt x="202568" y="1"/>
                  </a:cubicBezTo>
                  <a:cubicBezTo>
                    <a:pt x="91334" y="-273"/>
                    <a:pt x="132" y="90580"/>
                    <a:pt x="0" y="201815"/>
                  </a:cubicBezTo>
                  <a:cubicBezTo>
                    <a:pt x="-98" y="284062"/>
                    <a:pt x="48950" y="354855"/>
                    <a:pt x="119398" y="386479"/>
                  </a:cubicBezTo>
                  <a:cubicBezTo>
                    <a:pt x="126020" y="389453"/>
                    <a:pt x="133672" y="389311"/>
                    <a:pt x="140146" y="386028"/>
                  </a:cubicBezTo>
                  <a:cubicBezTo>
                    <a:pt x="151139" y="380450"/>
                    <a:pt x="162396" y="372269"/>
                    <a:pt x="172882" y="360373"/>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3504;p70">
              <a:extLst>
                <a:ext uri="{FF2B5EF4-FFF2-40B4-BE49-F238E27FC236}">
                  <a16:creationId xmlns:a16="http://schemas.microsoft.com/office/drawing/2014/main" id="{A32D709A-C196-F64E-D718-7E0BF96E3B10}"/>
                </a:ext>
              </a:extLst>
            </p:cNvPr>
            <p:cNvSpPr/>
            <p:nvPr/>
          </p:nvSpPr>
          <p:spPr>
            <a:xfrm>
              <a:off x="2767900" y="3434607"/>
              <a:ext cx="150803" cy="157495"/>
            </a:xfrm>
            <a:custGeom>
              <a:avLst/>
              <a:gdLst/>
              <a:ahLst/>
              <a:cxnLst/>
              <a:rect l="l" t="t" r="r" b="b"/>
              <a:pathLst>
                <a:path w="213905" h="223397" extrusionOk="0">
                  <a:moveTo>
                    <a:pt x="12602" y="0"/>
                  </a:moveTo>
                  <a:cubicBezTo>
                    <a:pt x="8368" y="0"/>
                    <a:pt x="4170" y="146"/>
                    <a:pt x="0" y="403"/>
                  </a:cubicBezTo>
                  <a:cubicBezTo>
                    <a:pt x="96942" y="6372"/>
                    <a:pt x="175384" y="80686"/>
                    <a:pt x="187741" y="175763"/>
                  </a:cubicBezTo>
                  <a:cubicBezTo>
                    <a:pt x="189433" y="188777"/>
                    <a:pt x="183988" y="201700"/>
                    <a:pt x="173543" y="209646"/>
                  </a:cubicBezTo>
                  <a:lnTo>
                    <a:pt x="173354" y="209790"/>
                  </a:lnTo>
                  <a:cubicBezTo>
                    <a:pt x="173135" y="214377"/>
                    <a:pt x="172744" y="218919"/>
                    <a:pt x="172151" y="223397"/>
                  </a:cubicBezTo>
                  <a:cubicBezTo>
                    <a:pt x="178777" y="221546"/>
                    <a:pt x="185277" y="218777"/>
                    <a:pt x="191599" y="214678"/>
                  </a:cubicBezTo>
                  <a:cubicBezTo>
                    <a:pt x="197164" y="211070"/>
                    <a:pt x="202042" y="207262"/>
                    <a:pt x="206306" y="203301"/>
                  </a:cubicBezTo>
                  <a:cubicBezTo>
                    <a:pt x="211744" y="198249"/>
                    <a:pt x="214479" y="190889"/>
                    <a:pt x="213805" y="183496"/>
                  </a:cubicBezTo>
                  <a:cubicBezTo>
                    <a:pt x="204432" y="80604"/>
                    <a:pt x="117936" y="0"/>
                    <a:pt x="12602" y="0"/>
                  </a:cubicBezTo>
                  <a:close/>
                </a:path>
              </a:pathLst>
            </a:custGeom>
            <a:solidFill>
              <a:srgbClr val="014B4B">
                <a:alpha val="1013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3505;p70">
              <a:extLst>
                <a:ext uri="{FF2B5EF4-FFF2-40B4-BE49-F238E27FC236}">
                  <a16:creationId xmlns:a16="http://schemas.microsoft.com/office/drawing/2014/main" id="{432C509C-4A44-BAF7-DE6B-1A33A0B54B58}"/>
                </a:ext>
              </a:extLst>
            </p:cNvPr>
            <p:cNvSpPr/>
            <p:nvPr/>
          </p:nvSpPr>
          <p:spPr>
            <a:xfrm>
              <a:off x="2745448" y="3595326"/>
              <a:ext cx="190014" cy="144541"/>
            </a:xfrm>
            <a:custGeom>
              <a:avLst/>
              <a:gdLst/>
              <a:ahLst/>
              <a:cxnLst/>
              <a:rect l="l" t="t" r="r" b="b"/>
              <a:pathLst>
                <a:path w="269524" h="205023" extrusionOk="0">
                  <a:moveTo>
                    <a:pt x="246461" y="15580"/>
                  </a:moveTo>
                  <a:cubicBezTo>
                    <a:pt x="240140" y="19679"/>
                    <a:pt x="233639" y="22450"/>
                    <a:pt x="227013" y="24300"/>
                  </a:cubicBezTo>
                  <a:lnTo>
                    <a:pt x="132649" y="69609"/>
                  </a:lnTo>
                  <a:cubicBezTo>
                    <a:pt x="122684" y="69609"/>
                    <a:pt x="47749" y="163010"/>
                    <a:pt x="38285" y="161277"/>
                  </a:cubicBezTo>
                  <a:cubicBezTo>
                    <a:pt x="26565" y="174574"/>
                    <a:pt x="13881" y="183230"/>
                    <a:pt x="1679" y="188793"/>
                  </a:cubicBezTo>
                  <a:cubicBezTo>
                    <a:pt x="-683" y="189869"/>
                    <a:pt x="-514" y="193308"/>
                    <a:pt x="1942" y="194150"/>
                  </a:cubicBezTo>
                  <a:cubicBezTo>
                    <a:pt x="22490" y="201192"/>
                    <a:pt x="44528" y="205023"/>
                    <a:pt x="67464" y="205023"/>
                  </a:cubicBezTo>
                  <a:cubicBezTo>
                    <a:pt x="179059" y="205023"/>
                    <a:pt x="269524" y="114558"/>
                    <a:pt x="269524" y="2963"/>
                  </a:cubicBezTo>
                  <a:cubicBezTo>
                    <a:pt x="269524" y="2938"/>
                    <a:pt x="269524" y="2913"/>
                    <a:pt x="269524" y="2888"/>
                  </a:cubicBezTo>
                  <a:cubicBezTo>
                    <a:pt x="269523" y="316"/>
                    <a:pt x="266370" y="-977"/>
                    <a:pt x="264578" y="869"/>
                  </a:cubicBezTo>
                  <a:cubicBezTo>
                    <a:pt x="259561" y="6035"/>
                    <a:pt x="253571" y="10969"/>
                    <a:pt x="246461" y="1558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3506;p70">
              <a:extLst>
                <a:ext uri="{FF2B5EF4-FFF2-40B4-BE49-F238E27FC236}">
                  <a16:creationId xmlns:a16="http://schemas.microsoft.com/office/drawing/2014/main" id="{F0DFFCF0-444F-03B2-CAFE-F5B128324606}"/>
                </a:ext>
              </a:extLst>
            </p:cNvPr>
            <p:cNvSpPr/>
            <p:nvPr/>
          </p:nvSpPr>
          <p:spPr>
            <a:xfrm>
              <a:off x="2772449" y="3612463"/>
              <a:ext cx="133053" cy="98433"/>
            </a:xfrm>
            <a:custGeom>
              <a:avLst/>
              <a:gdLst/>
              <a:ahLst/>
              <a:cxnLst/>
              <a:rect l="l" t="t" r="r" b="b"/>
              <a:pathLst>
                <a:path w="188727" h="139621" extrusionOk="0">
                  <a:moveTo>
                    <a:pt x="29984" y="83951"/>
                  </a:moveTo>
                  <a:cubicBezTo>
                    <a:pt x="21771" y="106920"/>
                    <a:pt x="11337" y="124113"/>
                    <a:pt x="0" y="136976"/>
                  </a:cubicBezTo>
                  <a:cubicBezTo>
                    <a:pt x="9464" y="138710"/>
                    <a:pt x="19214" y="139622"/>
                    <a:pt x="29179" y="139622"/>
                  </a:cubicBezTo>
                  <a:cubicBezTo>
                    <a:pt x="110840" y="139622"/>
                    <a:pt x="178289" y="78807"/>
                    <a:pt x="188728" y="0"/>
                  </a:cubicBezTo>
                  <a:cubicBezTo>
                    <a:pt x="134288" y="15201"/>
                    <a:pt x="71370" y="-31799"/>
                    <a:pt x="29984" y="8395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3507;p70">
              <a:extLst>
                <a:ext uri="{FF2B5EF4-FFF2-40B4-BE49-F238E27FC236}">
                  <a16:creationId xmlns:a16="http://schemas.microsoft.com/office/drawing/2014/main" id="{C0FAFEA3-A4D5-3CCA-5953-5DA5E5B9B724}"/>
                </a:ext>
              </a:extLst>
            </p:cNvPr>
            <p:cNvSpPr/>
            <p:nvPr/>
          </p:nvSpPr>
          <p:spPr>
            <a:xfrm>
              <a:off x="2663270" y="3463593"/>
              <a:ext cx="226953" cy="225087"/>
            </a:xfrm>
            <a:custGeom>
              <a:avLst/>
              <a:gdLst/>
              <a:ahLst/>
              <a:cxnLst/>
              <a:rect l="l" t="t" r="r" b="b"/>
              <a:pathLst>
                <a:path w="321919" h="319273" extrusionOk="0">
                  <a:moveTo>
                    <a:pt x="160960" y="0"/>
                  </a:moveTo>
                  <a:cubicBezTo>
                    <a:pt x="72065" y="0"/>
                    <a:pt x="0" y="72063"/>
                    <a:pt x="0" y="160960"/>
                  </a:cubicBezTo>
                  <a:cubicBezTo>
                    <a:pt x="0" y="239890"/>
                    <a:pt x="56816" y="305545"/>
                    <a:pt x="131781" y="319274"/>
                  </a:cubicBezTo>
                  <a:cubicBezTo>
                    <a:pt x="143118" y="306412"/>
                    <a:pt x="153553" y="289218"/>
                    <a:pt x="161765" y="266249"/>
                  </a:cubicBezTo>
                  <a:cubicBezTo>
                    <a:pt x="203151" y="150499"/>
                    <a:pt x="266069" y="197499"/>
                    <a:pt x="320509" y="182297"/>
                  </a:cubicBezTo>
                  <a:cubicBezTo>
                    <a:pt x="321434" y="175314"/>
                    <a:pt x="321920" y="168194"/>
                    <a:pt x="321920" y="160960"/>
                  </a:cubicBezTo>
                  <a:cubicBezTo>
                    <a:pt x="321920" y="72063"/>
                    <a:pt x="249855" y="0"/>
                    <a:pt x="160960"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 name="Google Shape;3508;p70">
              <a:extLst>
                <a:ext uri="{FF2B5EF4-FFF2-40B4-BE49-F238E27FC236}">
                  <a16:creationId xmlns:a16="http://schemas.microsoft.com/office/drawing/2014/main" id="{55031588-2079-E34B-56D1-FDEA2D571163}"/>
                </a:ext>
              </a:extLst>
            </p:cNvPr>
            <p:cNvSpPr/>
            <p:nvPr/>
          </p:nvSpPr>
          <p:spPr>
            <a:xfrm>
              <a:off x="2743900" y="3463593"/>
              <a:ext cx="146354" cy="130962"/>
            </a:xfrm>
            <a:custGeom>
              <a:avLst/>
              <a:gdLst/>
              <a:ahLst/>
              <a:cxnLst/>
              <a:rect l="l" t="t" r="r" b="b"/>
              <a:pathLst>
                <a:path w="207594" h="185762" extrusionOk="0">
                  <a:moveTo>
                    <a:pt x="46633" y="0"/>
                  </a:moveTo>
                  <a:cubicBezTo>
                    <a:pt x="30415" y="0"/>
                    <a:pt x="14763" y="2409"/>
                    <a:pt x="0" y="6870"/>
                  </a:cubicBezTo>
                  <a:cubicBezTo>
                    <a:pt x="5877" y="6220"/>
                    <a:pt x="11845" y="5875"/>
                    <a:pt x="17896" y="5875"/>
                  </a:cubicBezTo>
                  <a:cubicBezTo>
                    <a:pt x="106791" y="5875"/>
                    <a:pt x="178856" y="77938"/>
                    <a:pt x="178856" y="166835"/>
                  </a:cubicBezTo>
                  <a:cubicBezTo>
                    <a:pt x="178856" y="173241"/>
                    <a:pt x="178454" y="179551"/>
                    <a:pt x="177725" y="185763"/>
                  </a:cubicBezTo>
                  <a:cubicBezTo>
                    <a:pt x="187359" y="185674"/>
                    <a:pt x="196894" y="184891"/>
                    <a:pt x="206184" y="182298"/>
                  </a:cubicBezTo>
                  <a:cubicBezTo>
                    <a:pt x="207108" y="175316"/>
                    <a:pt x="207594" y="168195"/>
                    <a:pt x="207594" y="160961"/>
                  </a:cubicBezTo>
                  <a:cubicBezTo>
                    <a:pt x="207593" y="72063"/>
                    <a:pt x="135529" y="0"/>
                    <a:pt x="46633" y="0"/>
                  </a:cubicBezTo>
                  <a:close/>
                </a:path>
              </a:pathLst>
            </a:custGeom>
            <a:solidFill>
              <a:srgbClr val="014B4B">
                <a:alpha val="1013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1" name="Google Shape;3509;p70">
              <a:extLst>
                <a:ext uri="{FF2B5EF4-FFF2-40B4-BE49-F238E27FC236}">
                  <a16:creationId xmlns:a16="http://schemas.microsoft.com/office/drawing/2014/main" id="{76A410AB-D2BC-7848-A5EB-3EB9C5A9538F}"/>
                </a:ext>
              </a:extLst>
            </p:cNvPr>
            <p:cNvGrpSpPr/>
            <p:nvPr/>
          </p:nvGrpSpPr>
          <p:grpSpPr>
            <a:xfrm>
              <a:off x="2818828" y="3636191"/>
              <a:ext cx="45256" cy="44424"/>
              <a:chOff x="3667015" y="4218433"/>
              <a:chExt cx="64166" cy="62986"/>
            </a:xfrm>
          </p:grpSpPr>
          <p:sp>
            <p:nvSpPr>
              <p:cNvPr id="24" name="Google Shape;3510;p70">
                <a:extLst>
                  <a:ext uri="{FF2B5EF4-FFF2-40B4-BE49-F238E27FC236}">
                    <a16:creationId xmlns:a16="http://schemas.microsoft.com/office/drawing/2014/main" id="{DEAB3A4F-4CB2-48C7-7ADA-E21D455A1D4B}"/>
                  </a:ext>
                </a:extLst>
              </p:cNvPr>
              <p:cNvSpPr/>
              <p:nvPr/>
            </p:nvSpPr>
            <p:spPr>
              <a:xfrm>
                <a:off x="3678255" y="4218433"/>
                <a:ext cx="41688" cy="62986"/>
              </a:xfrm>
              <a:custGeom>
                <a:avLst/>
                <a:gdLst/>
                <a:ahLst/>
                <a:cxnLst/>
                <a:rect l="l" t="t" r="r" b="b"/>
                <a:pathLst>
                  <a:path w="41688" h="62986" extrusionOk="0">
                    <a:moveTo>
                      <a:pt x="8806" y="62986"/>
                    </a:moveTo>
                    <a:cubicBezTo>
                      <a:pt x="7414" y="62986"/>
                      <a:pt x="6000" y="62655"/>
                      <a:pt x="4684" y="61958"/>
                    </a:cubicBezTo>
                    <a:cubicBezTo>
                      <a:pt x="385" y="59677"/>
                      <a:pt x="-1251" y="54342"/>
                      <a:pt x="1029" y="50043"/>
                    </a:cubicBezTo>
                    <a:lnTo>
                      <a:pt x="25089" y="4683"/>
                    </a:lnTo>
                    <a:cubicBezTo>
                      <a:pt x="27369" y="384"/>
                      <a:pt x="32704" y="-1250"/>
                      <a:pt x="37004" y="1028"/>
                    </a:cubicBezTo>
                    <a:cubicBezTo>
                      <a:pt x="41304" y="3309"/>
                      <a:pt x="42939" y="8643"/>
                      <a:pt x="40660" y="12943"/>
                    </a:cubicBezTo>
                    <a:lnTo>
                      <a:pt x="16599" y="58302"/>
                    </a:lnTo>
                    <a:cubicBezTo>
                      <a:pt x="15017" y="61285"/>
                      <a:pt x="11964" y="62986"/>
                      <a:pt x="8806" y="62986"/>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5" name="Google Shape;3511;p70">
                <a:extLst>
                  <a:ext uri="{FF2B5EF4-FFF2-40B4-BE49-F238E27FC236}">
                    <a16:creationId xmlns:a16="http://schemas.microsoft.com/office/drawing/2014/main" id="{6E598F03-2444-5CA8-0970-9E5E53769E52}"/>
                  </a:ext>
                </a:extLst>
              </p:cNvPr>
              <p:cNvGrpSpPr/>
              <p:nvPr/>
            </p:nvGrpSpPr>
            <p:grpSpPr>
              <a:xfrm>
                <a:off x="3667015" y="4225732"/>
                <a:ext cx="64166" cy="48389"/>
                <a:chOff x="3667015" y="4225732"/>
                <a:chExt cx="64166" cy="48389"/>
              </a:xfrm>
            </p:grpSpPr>
            <p:sp>
              <p:nvSpPr>
                <p:cNvPr id="26" name="Google Shape;3512;p70">
                  <a:extLst>
                    <a:ext uri="{FF2B5EF4-FFF2-40B4-BE49-F238E27FC236}">
                      <a16:creationId xmlns:a16="http://schemas.microsoft.com/office/drawing/2014/main" id="{4C87DBE7-54B4-6DC6-D8F6-6B216010D204}"/>
                    </a:ext>
                  </a:extLst>
                </p:cNvPr>
                <p:cNvSpPr/>
                <p:nvPr/>
              </p:nvSpPr>
              <p:spPr>
                <a:xfrm>
                  <a:off x="3667015" y="4225732"/>
                  <a:ext cx="23069" cy="17623"/>
                </a:xfrm>
                <a:custGeom>
                  <a:avLst/>
                  <a:gdLst/>
                  <a:ahLst/>
                  <a:cxnLst/>
                  <a:rect l="l" t="t" r="r" b="b"/>
                  <a:pathLst>
                    <a:path w="23069" h="17623" extrusionOk="0">
                      <a:moveTo>
                        <a:pt x="14258" y="17623"/>
                      </a:moveTo>
                      <a:lnTo>
                        <a:pt x="8812" y="17623"/>
                      </a:lnTo>
                      <a:cubicBezTo>
                        <a:pt x="3944" y="17623"/>
                        <a:pt x="0" y="13678"/>
                        <a:pt x="0" y="8812"/>
                      </a:cubicBezTo>
                      <a:cubicBezTo>
                        <a:pt x="0" y="3945"/>
                        <a:pt x="3945" y="0"/>
                        <a:pt x="8812" y="0"/>
                      </a:cubicBezTo>
                      <a:lnTo>
                        <a:pt x="14258" y="0"/>
                      </a:lnTo>
                      <a:cubicBezTo>
                        <a:pt x="19125" y="0"/>
                        <a:pt x="23069" y="3945"/>
                        <a:pt x="23069" y="8812"/>
                      </a:cubicBezTo>
                      <a:cubicBezTo>
                        <a:pt x="23069" y="13678"/>
                        <a:pt x="19124" y="17623"/>
                        <a:pt x="14258" y="1762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 name="Google Shape;3513;p70">
                  <a:extLst>
                    <a:ext uri="{FF2B5EF4-FFF2-40B4-BE49-F238E27FC236}">
                      <a16:creationId xmlns:a16="http://schemas.microsoft.com/office/drawing/2014/main" id="{2E558DAB-6118-3513-5F3F-156DF0B618FF}"/>
                    </a:ext>
                  </a:extLst>
                </p:cNvPr>
                <p:cNvSpPr/>
                <p:nvPr/>
              </p:nvSpPr>
              <p:spPr>
                <a:xfrm>
                  <a:off x="3708112" y="4256498"/>
                  <a:ext cx="23069" cy="17623"/>
                </a:xfrm>
                <a:custGeom>
                  <a:avLst/>
                  <a:gdLst/>
                  <a:ahLst/>
                  <a:cxnLst/>
                  <a:rect l="l" t="t" r="r" b="b"/>
                  <a:pathLst>
                    <a:path w="23069" h="17623" extrusionOk="0">
                      <a:moveTo>
                        <a:pt x="14258" y="17623"/>
                      </a:moveTo>
                      <a:lnTo>
                        <a:pt x="8812" y="17623"/>
                      </a:lnTo>
                      <a:cubicBezTo>
                        <a:pt x="3944" y="17623"/>
                        <a:pt x="0" y="13678"/>
                        <a:pt x="0" y="8812"/>
                      </a:cubicBezTo>
                      <a:cubicBezTo>
                        <a:pt x="0" y="3944"/>
                        <a:pt x="3945" y="0"/>
                        <a:pt x="8812" y="0"/>
                      </a:cubicBezTo>
                      <a:lnTo>
                        <a:pt x="14258" y="0"/>
                      </a:lnTo>
                      <a:cubicBezTo>
                        <a:pt x="19125" y="0"/>
                        <a:pt x="23069" y="3945"/>
                        <a:pt x="23069" y="8812"/>
                      </a:cubicBezTo>
                      <a:cubicBezTo>
                        <a:pt x="23069" y="13678"/>
                        <a:pt x="19125" y="17623"/>
                        <a:pt x="14258" y="1762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22" name="Google Shape;3514;p70">
              <a:extLst>
                <a:ext uri="{FF2B5EF4-FFF2-40B4-BE49-F238E27FC236}">
                  <a16:creationId xmlns:a16="http://schemas.microsoft.com/office/drawing/2014/main" id="{37EF16C2-0271-FFA6-3B0F-0A2792B06ED5}"/>
                </a:ext>
              </a:extLst>
            </p:cNvPr>
            <p:cNvSpPr/>
            <p:nvPr/>
          </p:nvSpPr>
          <p:spPr>
            <a:xfrm>
              <a:off x="2756387" y="3527068"/>
              <a:ext cx="40790" cy="79793"/>
            </a:xfrm>
            <a:custGeom>
              <a:avLst/>
              <a:gdLst/>
              <a:ahLst/>
              <a:cxnLst/>
              <a:rect l="l" t="t" r="r" b="b"/>
              <a:pathLst>
                <a:path w="57858" h="113181" extrusionOk="0">
                  <a:moveTo>
                    <a:pt x="39552" y="47853"/>
                  </a:moveTo>
                  <a:cubicBezTo>
                    <a:pt x="32711" y="45435"/>
                    <a:pt x="25156" y="42522"/>
                    <a:pt x="20988" y="39254"/>
                  </a:cubicBezTo>
                  <a:cubicBezTo>
                    <a:pt x="19983" y="38466"/>
                    <a:pt x="19559" y="36444"/>
                    <a:pt x="19956" y="34338"/>
                  </a:cubicBezTo>
                  <a:cubicBezTo>
                    <a:pt x="20165" y="33227"/>
                    <a:pt x="21137" y="29515"/>
                    <a:pt x="24867" y="28392"/>
                  </a:cubicBezTo>
                  <a:cubicBezTo>
                    <a:pt x="34359" y="25530"/>
                    <a:pt x="43763" y="29299"/>
                    <a:pt x="44033" y="29409"/>
                  </a:cubicBezTo>
                  <a:cubicBezTo>
                    <a:pt x="48493" y="31304"/>
                    <a:pt x="53647" y="29241"/>
                    <a:pt x="55568" y="24789"/>
                  </a:cubicBezTo>
                  <a:cubicBezTo>
                    <a:pt x="57496" y="20321"/>
                    <a:pt x="55435" y="15135"/>
                    <a:pt x="50968" y="13207"/>
                  </a:cubicBezTo>
                  <a:cubicBezTo>
                    <a:pt x="50046" y="12810"/>
                    <a:pt x="44716" y="10628"/>
                    <a:pt x="37269" y="9910"/>
                  </a:cubicBezTo>
                  <a:lnTo>
                    <a:pt x="37269" y="8812"/>
                  </a:lnTo>
                  <a:cubicBezTo>
                    <a:pt x="37269" y="3944"/>
                    <a:pt x="33324" y="0"/>
                    <a:pt x="28457" y="0"/>
                  </a:cubicBezTo>
                  <a:cubicBezTo>
                    <a:pt x="23591" y="0"/>
                    <a:pt x="19645" y="3944"/>
                    <a:pt x="19645" y="8812"/>
                  </a:cubicBezTo>
                  <a:lnTo>
                    <a:pt x="19645" y="11564"/>
                  </a:lnTo>
                  <a:cubicBezTo>
                    <a:pt x="10913" y="14253"/>
                    <a:pt x="4402" y="21713"/>
                    <a:pt x="2637" y="31074"/>
                  </a:cubicBezTo>
                  <a:cubicBezTo>
                    <a:pt x="998" y="39771"/>
                    <a:pt x="3863" y="48220"/>
                    <a:pt x="10113" y="53122"/>
                  </a:cubicBezTo>
                  <a:cubicBezTo>
                    <a:pt x="16269" y="57950"/>
                    <a:pt x="25078" y="61429"/>
                    <a:pt x="33680" y="64470"/>
                  </a:cubicBezTo>
                  <a:cubicBezTo>
                    <a:pt x="40355" y="66830"/>
                    <a:pt x="40552" y="71937"/>
                    <a:pt x="40077" y="74771"/>
                  </a:cubicBezTo>
                  <a:cubicBezTo>
                    <a:pt x="39279" y="79520"/>
                    <a:pt x="35283" y="84651"/>
                    <a:pt x="28398" y="84698"/>
                  </a:cubicBezTo>
                  <a:cubicBezTo>
                    <a:pt x="21151" y="84725"/>
                    <a:pt x="19098" y="84420"/>
                    <a:pt x="13636" y="80849"/>
                  </a:cubicBezTo>
                  <a:cubicBezTo>
                    <a:pt x="9563" y="78185"/>
                    <a:pt x="4102" y="79327"/>
                    <a:pt x="1438" y="83399"/>
                  </a:cubicBezTo>
                  <a:cubicBezTo>
                    <a:pt x="-1226" y="87473"/>
                    <a:pt x="-83" y="92934"/>
                    <a:pt x="3989" y="95597"/>
                  </a:cubicBezTo>
                  <a:cubicBezTo>
                    <a:pt x="9941" y="99489"/>
                    <a:pt x="14411" y="101205"/>
                    <a:pt x="19645" y="101901"/>
                  </a:cubicBezTo>
                  <a:lnTo>
                    <a:pt x="19645" y="104370"/>
                  </a:lnTo>
                  <a:cubicBezTo>
                    <a:pt x="19645" y="109237"/>
                    <a:pt x="23590" y="113181"/>
                    <a:pt x="28457" y="113181"/>
                  </a:cubicBezTo>
                  <a:cubicBezTo>
                    <a:pt x="33325" y="113181"/>
                    <a:pt x="37269" y="109237"/>
                    <a:pt x="37269" y="104370"/>
                  </a:cubicBezTo>
                  <a:lnTo>
                    <a:pt x="37269" y="100984"/>
                  </a:lnTo>
                  <a:cubicBezTo>
                    <a:pt x="48575" y="97459"/>
                    <a:pt x="55806" y="87512"/>
                    <a:pt x="57456" y="77695"/>
                  </a:cubicBezTo>
                  <a:cubicBezTo>
                    <a:pt x="59687" y="64419"/>
                    <a:pt x="52494" y="52427"/>
                    <a:pt x="39552" y="4785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 name="Google Shape;3515;p70">
              <a:extLst>
                <a:ext uri="{FF2B5EF4-FFF2-40B4-BE49-F238E27FC236}">
                  <a16:creationId xmlns:a16="http://schemas.microsoft.com/office/drawing/2014/main" id="{DABE5396-1E34-A51C-5BAD-B1C51324A70C}"/>
                </a:ext>
              </a:extLst>
            </p:cNvPr>
            <p:cNvSpPr/>
            <p:nvPr/>
          </p:nvSpPr>
          <p:spPr>
            <a:xfrm>
              <a:off x="2663270" y="3463593"/>
              <a:ext cx="226953" cy="225087"/>
            </a:xfrm>
            <a:custGeom>
              <a:avLst/>
              <a:gdLst/>
              <a:ahLst/>
              <a:cxnLst/>
              <a:rect l="l" t="t" r="r" b="b"/>
              <a:pathLst>
                <a:path w="321919" h="319273" extrusionOk="0">
                  <a:moveTo>
                    <a:pt x="160960" y="0"/>
                  </a:moveTo>
                  <a:cubicBezTo>
                    <a:pt x="72065" y="0"/>
                    <a:pt x="0" y="72063"/>
                    <a:pt x="0" y="160960"/>
                  </a:cubicBezTo>
                  <a:cubicBezTo>
                    <a:pt x="0" y="239890"/>
                    <a:pt x="56816" y="305545"/>
                    <a:pt x="131781" y="319274"/>
                  </a:cubicBezTo>
                  <a:cubicBezTo>
                    <a:pt x="143118" y="306412"/>
                    <a:pt x="153553" y="289218"/>
                    <a:pt x="161765" y="266249"/>
                  </a:cubicBezTo>
                  <a:cubicBezTo>
                    <a:pt x="203151" y="150499"/>
                    <a:pt x="266069" y="197499"/>
                    <a:pt x="320509" y="182297"/>
                  </a:cubicBezTo>
                  <a:cubicBezTo>
                    <a:pt x="321434" y="175314"/>
                    <a:pt x="321920" y="168194"/>
                    <a:pt x="321920" y="160960"/>
                  </a:cubicBezTo>
                  <a:cubicBezTo>
                    <a:pt x="321920" y="72063"/>
                    <a:pt x="249855" y="0"/>
                    <a:pt x="160960" y="0"/>
                  </a:cubicBezTo>
                  <a:close/>
                </a:path>
              </a:pathLst>
            </a:custGeom>
            <a:solidFill>
              <a:srgbClr val="FFFFFF">
                <a:alpha val="1962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601622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3"/>
        <p:cNvGrpSpPr/>
        <p:nvPr/>
      </p:nvGrpSpPr>
      <p:grpSpPr>
        <a:xfrm>
          <a:off x="0" y="0"/>
          <a:ext cx="0" cy="0"/>
          <a:chOff x="0" y="0"/>
          <a:chExt cx="0" cy="0"/>
        </a:xfrm>
      </p:grpSpPr>
      <p:sp>
        <p:nvSpPr>
          <p:cNvPr id="854" name="Google Shape;854;p40"/>
          <p:cNvSpPr txBox="1">
            <a:spLocks noGrp="1"/>
          </p:cNvSpPr>
          <p:nvPr>
            <p:ph type="title"/>
          </p:nvPr>
        </p:nvSpPr>
        <p:spPr>
          <a:xfrm>
            <a:off x="1403393" y="465287"/>
            <a:ext cx="5064783" cy="572700"/>
          </a:xfrm>
          <a:prstGeom prst="rect">
            <a:avLst/>
          </a:prstGeom>
        </p:spPr>
        <p:txBody>
          <a:bodyPr spcFirstLastPara="1" wrap="square" lIns="91425" tIns="91425" rIns="91425" bIns="91425" anchor="t" anchorCtr="0">
            <a:noAutofit/>
          </a:bodyPr>
          <a:lstStyle/>
          <a:p>
            <a:r>
              <a:rPr lang="en" dirty="0">
                <a:latin typeface="Roboto" panose="02000000000000000000" pitchFamily="2" charset="0"/>
                <a:ea typeface="Roboto" panose="02000000000000000000" pitchFamily="2" charset="0"/>
                <a:cs typeface="Roboto" panose="02000000000000000000" pitchFamily="2" charset="0"/>
              </a:rPr>
              <a:t>OVERVIEW OF DATASET</a:t>
            </a:r>
            <a:endParaRPr dirty="0">
              <a:latin typeface="Roboto" panose="02000000000000000000" pitchFamily="2" charset="0"/>
              <a:ea typeface="Roboto" panose="02000000000000000000" pitchFamily="2" charset="0"/>
              <a:cs typeface="Roboto" panose="02000000000000000000" pitchFamily="2" charset="0"/>
            </a:endParaRPr>
          </a:p>
        </p:txBody>
      </p:sp>
      <p:sp>
        <p:nvSpPr>
          <p:cNvPr id="855" name="Google Shape;855;p40"/>
          <p:cNvSpPr txBox="1">
            <a:spLocks noGrp="1"/>
          </p:cNvSpPr>
          <p:nvPr>
            <p:ph type="subTitle" idx="1"/>
          </p:nvPr>
        </p:nvSpPr>
        <p:spPr>
          <a:xfrm>
            <a:off x="1156202" y="1178742"/>
            <a:ext cx="7371783" cy="4176514"/>
          </a:xfrm>
          <a:prstGeom prst="rect">
            <a:avLst/>
          </a:prstGeom>
        </p:spPr>
        <p:txBody>
          <a:bodyPr spcFirstLastPara="1" wrap="square" lIns="91425" tIns="91425" rIns="91425" bIns="91425" anchor="t" anchorCtr="0">
            <a:noAutofit/>
          </a:bodyPr>
          <a:lstStyle/>
          <a:p>
            <a:pPr>
              <a:lnSpc>
                <a:spcPct val="150000"/>
              </a:lnSpc>
              <a:buFont typeface="+mj-lt"/>
              <a:buAutoNum type="arabicPeriod" startAt="11"/>
            </a:pPr>
            <a:r>
              <a:rPr lang="en-US" b="1" dirty="0"/>
              <a:t>State:</a:t>
            </a:r>
            <a:r>
              <a:rPr lang="en-US" dirty="0"/>
              <a:t> Indian state derived from the transaction’s location data.</a:t>
            </a:r>
          </a:p>
          <a:p>
            <a:pPr>
              <a:lnSpc>
                <a:spcPct val="150000"/>
              </a:lnSpc>
              <a:buFont typeface="+mj-lt"/>
              <a:buAutoNum type="arabicPeriod" startAt="11"/>
            </a:pPr>
            <a:r>
              <a:rPr lang="en-US" b="1" dirty="0"/>
              <a:t>Latitude:</a:t>
            </a:r>
            <a:r>
              <a:rPr lang="en-US" dirty="0"/>
              <a:t> Latitude coordinate of the transaction location.</a:t>
            </a:r>
          </a:p>
          <a:p>
            <a:pPr>
              <a:lnSpc>
                <a:spcPct val="150000"/>
              </a:lnSpc>
              <a:buFont typeface="+mj-lt"/>
              <a:buAutoNum type="arabicPeriod" startAt="11"/>
            </a:pPr>
            <a:r>
              <a:rPr lang="en-US" b="1" dirty="0"/>
              <a:t>Longitude:</a:t>
            </a:r>
            <a:r>
              <a:rPr lang="en-US" dirty="0"/>
              <a:t> Longitude coordinate of the transaction location.</a:t>
            </a:r>
          </a:p>
          <a:p>
            <a:pPr>
              <a:lnSpc>
                <a:spcPct val="150000"/>
              </a:lnSpc>
              <a:buFont typeface="+mj-lt"/>
              <a:buAutoNum type="arabicPeriod" startAt="11"/>
            </a:pPr>
            <a:r>
              <a:rPr lang="en-US" b="1" dirty="0"/>
              <a:t>Sender_Age_Group:</a:t>
            </a:r>
            <a:r>
              <a:rPr lang="en-US" dirty="0"/>
              <a:t> Age range of the sender (e.g., 18–25, 26–35).</a:t>
            </a:r>
          </a:p>
          <a:p>
            <a:pPr>
              <a:lnSpc>
                <a:spcPct val="150000"/>
              </a:lnSpc>
              <a:buFont typeface="+mj-lt"/>
              <a:buAutoNum type="arabicPeriod" startAt="11"/>
            </a:pPr>
            <a:r>
              <a:rPr lang="en-US" b="1" dirty="0"/>
              <a:t>Account_Tenure:</a:t>
            </a:r>
            <a:r>
              <a:rPr lang="en-US" dirty="0"/>
              <a:t> Duration for which the sender’s account has been active.</a:t>
            </a:r>
          </a:p>
          <a:p>
            <a:pPr>
              <a:lnSpc>
                <a:spcPct val="150000"/>
              </a:lnSpc>
              <a:buFont typeface="+mj-lt"/>
              <a:buAutoNum type="arabicPeriod" startAt="11"/>
            </a:pPr>
            <a:r>
              <a:rPr lang="en-US" b="1" dirty="0"/>
              <a:t>Time_Stamp:</a:t>
            </a:r>
            <a:r>
              <a:rPr lang="en-US" dirty="0"/>
              <a:t> Exact date and time of the transaction.</a:t>
            </a:r>
          </a:p>
          <a:p>
            <a:pPr>
              <a:lnSpc>
                <a:spcPct val="150000"/>
              </a:lnSpc>
              <a:buFont typeface="+mj-lt"/>
              <a:buAutoNum type="arabicPeriod" startAt="11"/>
            </a:pPr>
            <a:r>
              <a:rPr lang="en-US" b="1" dirty="0"/>
              <a:t>Hour:</a:t>
            </a:r>
            <a:r>
              <a:rPr lang="en-US" dirty="0"/>
              <a:t> Hour of the transaction extracted from the timestamp.</a:t>
            </a:r>
          </a:p>
          <a:p>
            <a:pPr>
              <a:lnSpc>
                <a:spcPct val="150000"/>
              </a:lnSpc>
              <a:buFont typeface="+mj-lt"/>
              <a:buAutoNum type="arabicPeriod" startAt="11"/>
            </a:pPr>
            <a:r>
              <a:rPr lang="en-US" b="1" dirty="0"/>
              <a:t>Day:</a:t>
            </a:r>
            <a:r>
              <a:rPr lang="en-US" dirty="0"/>
              <a:t> Day of the week on which the transaction occurred.</a:t>
            </a:r>
          </a:p>
          <a:p>
            <a:pPr>
              <a:lnSpc>
                <a:spcPct val="150000"/>
              </a:lnSpc>
              <a:buFont typeface="+mj-lt"/>
              <a:buAutoNum type="arabicPeriod" startAt="11"/>
            </a:pPr>
            <a:r>
              <a:rPr lang="en-US" b="1" dirty="0"/>
              <a:t>Month:</a:t>
            </a:r>
            <a:r>
              <a:rPr lang="en-US" dirty="0"/>
              <a:t> Month in which the transaction took place.</a:t>
            </a:r>
          </a:p>
          <a:p>
            <a:pPr>
              <a:lnSpc>
                <a:spcPct val="150000"/>
              </a:lnSpc>
              <a:buFont typeface="+mj-lt"/>
              <a:buAutoNum type="arabicPeriod" startAt="11"/>
            </a:pPr>
            <a:r>
              <a:rPr lang="en-US" b="1" dirty="0"/>
              <a:t>Device_Type_Encoded:</a:t>
            </a:r>
            <a:r>
              <a:rPr lang="en-US" dirty="0"/>
              <a:t> Numerical code assigned to each device type.</a:t>
            </a:r>
          </a:p>
          <a:p>
            <a:pPr>
              <a:lnSpc>
                <a:spcPct val="150000"/>
              </a:lnSpc>
              <a:buFont typeface="+mj-lt"/>
              <a:buAutoNum type="arabicPeriod" startAt="11"/>
            </a:pPr>
            <a:r>
              <a:rPr lang="en-US" b="1" dirty="0"/>
              <a:t>Status_Encoded:</a:t>
            </a:r>
            <a:r>
              <a:rPr lang="en-US" dirty="0"/>
              <a:t> Numerical code assigned to each transaction status.</a:t>
            </a:r>
          </a:p>
          <a:p>
            <a:pPr>
              <a:lnSpc>
                <a:spcPct val="150000"/>
              </a:lnSpc>
              <a:buFont typeface="+mj-lt"/>
              <a:buAutoNum type="arabicPeriod" startAt="11"/>
            </a:pPr>
            <a:r>
              <a:rPr lang="en-US" b="1" dirty="0"/>
              <a:t>Fraud_Flag:</a:t>
            </a:r>
            <a:r>
              <a:rPr lang="en-US" dirty="0"/>
              <a:t> Indicates whether the transaction is genuine (0) or fraudulent (1).</a:t>
            </a:r>
          </a:p>
          <a:p>
            <a:pPr marL="228600" indent="-228600">
              <a:buFont typeface="+mj-lt"/>
              <a:buAutoNum type="arabicPeriod" startAt="11"/>
            </a:pPr>
            <a:endParaRPr dirty="0"/>
          </a:p>
        </p:txBody>
      </p:sp>
      <p:grpSp>
        <p:nvGrpSpPr>
          <p:cNvPr id="4" name="Google Shape;3475;p70">
            <a:extLst>
              <a:ext uri="{FF2B5EF4-FFF2-40B4-BE49-F238E27FC236}">
                <a16:creationId xmlns:a16="http://schemas.microsoft.com/office/drawing/2014/main" id="{546E244D-ED1F-F229-59FA-E11A505FF346}"/>
              </a:ext>
            </a:extLst>
          </p:cNvPr>
          <p:cNvGrpSpPr/>
          <p:nvPr/>
        </p:nvGrpSpPr>
        <p:grpSpPr>
          <a:xfrm>
            <a:off x="7005252" y="337351"/>
            <a:ext cx="1522733" cy="1529951"/>
            <a:chOff x="6412724" y="1159299"/>
            <a:chExt cx="296700" cy="411775"/>
          </a:xfrm>
        </p:grpSpPr>
        <p:grpSp>
          <p:nvGrpSpPr>
            <p:cNvPr id="5" name="Google Shape;3476;p70">
              <a:extLst>
                <a:ext uri="{FF2B5EF4-FFF2-40B4-BE49-F238E27FC236}">
                  <a16:creationId xmlns:a16="http://schemas.microsoft.com/office/drawing/2014/main" id="{36ED2643-A723-8168-8B71-1C66154CCDB3}"/>
                </a:ext>
              </a:extLst>
            </p:cNvPr>
            <p:cNvGrpSpPr/>
            <p:nvPr/>
          </p:nvGrpSpPr>
          <p:grpSpPr>
            <a:xfrm>
              <a:off x="6497518" y="1165456"/>
              <a:ext cx="120508" cy="51091"/>
              <a:chOff x="8882796" y="715336"/>
              <a:chExt cx="170861" cy="72438"/>
            </a:xfrm>
          </p:grpSpPr>
          <p:sp>
            <p:nvSpPr>
              <p:cNvPr id="20" name="Google Shape;3477;p70">
                <a:extLst>
                  <a:ext uri="{FF2B5EF4-FFF2-40B4-BE49-F238E27FC236}">
                    <a16:creationId xmlns:a16="http://schemas.microsoft.com/office/drawing/2014/main" id="{15A8E944-FC4E-E684-3B9A-5F0A9B991687}"/>
                  </a:ext>
                </a:extLst>
              </p:cNvPr>
              <p:cNvSpPr/>
              <p:nvPr/>
            </p:nvSpPr>
            <p:spPr>
              <a:xfrm>
                <a:off x="8882796" y="715336"/>
                <a:ext cx="84038" cy="72438"/>
              </a:xfrm>
              <a:custGeom>
                <a:avLst/>
                <a:gdLst/>
                <a:ahLst/>
                <a:cxnLst/>
                <a:rect l="l" t="t" r="r" b="b"/>
                <a:pathLst>
                  <a:path w="84038" h="72438" extrusionOk="0">
                    <a:moveTo>
                      <a:pt x="84039" y="72439"/>
                    </a:moveTo>
                    <a:lnTo>
                      <a:pt x="56629" y="72439"/>
                    </a:lnTo>
                    <a:cubicBezTo>
                      <a:pt x="25354" y="72439"/>
                      <a:pt x="0" y="47085"/>
                      <a:pt x="0" y="15810"/>
                    </a:cubicBezTo>
                    <a:lnTo>
                      <a:pt x="0" y="6804"/>
                    </a:lnTo>
                    <a:cubicBezTo>
                      <a:pt x="0" y="3046"/>
                      <a:pt x="3046" y="0"/>
                      <a:pt x="6804" y="0"/>
                    </a:cubicBezTo>
                    <a:lnTo>
                      <a:pt x="27410" y="0"/>
                    </a:lnTo>
                    <a:cubicBezTo>
                      <a:pt x="58685" y="0"/>
                      <a:pt x="84039" y="25354"/>
                      <a:pt x="84039" y="56629"/>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 name="Google Shape;3478;p70">
                <a:extLst>
                  <a:ext uri="{FF2B5EF4-FFF2-40B4-BE49-F238E27FC236}">
                    <a16:creationId xmlns:a16="http://schemas.microsoft.com/office/drawing/2014/main" id="{31906C45-E611-D4FB-06CE-9F19EBBF1AB0}"/>
                  </a:ext>
                </a:extLst>
              </p:cNvPr>
              <p:cNvSpPr/>
              <p:nvPr/>
            </p:nvSpPr>
            <p:spPr>
              <a:xfrm>
                <a:off x="8969619" y="715336"/>
                <a:ext cx="84038" cy="72438"/>
              </a:xfrm>
              <a:custGeom>
                <a:avLst/>
                <a:gdLst/>
                <a:ahLst/>
                <a:cxnLst/>
                <a:rect l="l" t="t" r="r" b="b"/>
                <a:pathLst>
                  <a:path w="84038" h="72438" extrusionOk="0">
                    <a:moveTo>
                      <a:pt x="0" y="72439"/>
                    </a:moveTo>
                    <a:lnTo>
                      <a:pt x="27410" y="72439"/>
                    </a:lnTo>
                    <a:cubicBezTo>
                      <a:pt x="58685" y="72439"/>
                      <a:pt x="84039" y="47085"/>
                      <a:pt x="84039" y="15810"/>
                    </a:cubicBezTo>
                    <a:lnTo>
                      <a:pt x="84039" y="6804"/>
                    </a:lnTo>
                    <a:cubicBezTo>
                      <a:pt x="84039" y="3046"/>
                      <a:pt x="80993" y="0"/>
                      <a:pt x="77235" y="0"/>
                    </a:cubicBezTo>
                    <a:lnTo>
                      <a:pt x="56629" y="0"/>
                    </a:lnTo>
                    <a:cubicBezTo>
                      <a:pt x="25354" y="0"/>
                      <a:pt x="0" y="25354"/>
                      <a:pt x="0" y="56629"/>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 name="Google Shape;3479;p70">
              <a:extLst>
                <a:ext uri="{FF2B5EF4-FFF2-40B4-BE49-F238E27FC236}">
                  <a16:creationId xmlns:a16="http://schemas.microsoft.com/office/drawing/2014/main" id="{E843837A-1F73-CA0D-934D-B771A9CDEFD5}"/>
                </a:ext>
              </a:extLst>
            </p:cNvPr>
            <p:cNvSpPr/>
            <p:nvPr/>
          </p:nvSpPr>
          <p:spPr>
            <a:xfrm>
              <a:off x="6551214" y="1159299"/>
              <a:ext cx="12239" cy="139901"/>
            </a:xfrm>
            <a:custGeom>
              <a:avLst/>
              <a:gdLst/>
              <a:ahLst/>
              <a:cxnLst/>
              <a:rect l="l" t="t" r="r" b="b"/>
              <a:pathLst>
                <a:path w="17360" h="198441" extrusionOk="0">
                  <a:moveTo>
                    <a:pt x="8680" y="198442"/>
                  </a:moveTo>
                  <a:cubicBezTo>
                    <a:pt x="3886" y="198442"/>
                    <a:pt x="0" y="194556"/>
                    <a:pt x="0" y="189761"/>
                  </a:cubicBezTo>
                  <a:lnTo>
                    <a:pt x="0" y="8680"/>
                  </a:lnTo>
                  <a:cubicBezTo>
                    <a:pt x="0" y="3886"/>
                    <a:pt x="3887" y="0"/>
                    <a:pt x="8680" y="0"/>
                  </a:cubicBezTo>
                  <a:cubicBezTo>
                    <a:pt x="13475" y="0"/>
                    <a:pt x="17361" y="3886"/>
                    <a:pt x="17361" y="8680"/>
                  </a:cubicBezTo>
                  <a:lnTo>
                    <a:pt x="17361" y="189760"/>
                  </a:lnTo>
                  <a:cubicBezTo>
                    <a:pt x="17361" y="194556"/>
                    <a:pt x="13474" y="198442"/>
                    <a:pt x="8680" y="19844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 name="Google Shape;3480;p70">
              <a:extLst>
                <a:ext uri="{FF2B5EF4-FFF2-40B4-BE49-F238E27FC236}">
                  <a16:creationId xmlns:a16="http://schemas.microsoft.com/office/drawing/2014/main" id="{7320EF96-6EC5-48BD-051B-AC5F3065B89C}"/>
                </a:ext>
              </a:extLst>
            </p:cNvPr>
            <p:cNvSpPr/>
            <p:nvPr/>
          </p:nvSpPr>
          <p:spPr>
            <a:xfrm>
              <a:off x="6412724" y="1270354"/>
              <a:ext cx="280420" cy="270729"/>
            </a:xfrm>
            <a:custGeom>
              <a:avLst/>
              <a:gdLst/>
              <a:ahLst/>
              <a:cxnLst/>
              <a:rect l="l" t="t" r="r" b="b"/>
              <a:pathLst>
                <a:path w="397759" h="384013" extrusionOk="0">
                  <a:moveTo>
                    <a:pt x="170310" y="355016"/>
                  </a:moveTo>
                  <a:cubicBezTo>
                    <a:pt x="96460" y="341492"/>
                    <a:pt x="142566" y="280613"/>
                    <a:pt x="142566" y="202855"/>
                  </a:cubicBezTo>
                  <a:lnTo>
                    <a:pt x="192995" y="149335"/>
                  </a:lnTo>
                  <a:cubicBezTo>
                    <a:pt x="280569" y="149335"/>
                    <a:pt x="281718" y="110178"/>
                    <a:pt x="281718" y="197752"/>
                  </a:cubicBezTo>
                  <a:cubicBezTo>
                    <a:pt x="281718" y="204879"/>
                    <a:pt x="357145" y="213197"/>
                    <a:pt x="356233" y="220076"/>
                  </a:cubicBezTo>
                  <a:cubicBezTo>
                    <a:pt x="362761" y="218252"/>
                    <a:pt x="369165" y="215524"/>
                    <a:pt x="375392" y="211485"/>
                  </a:cubicBezTo>
                  <a:cubicBezTo>
                    <a:pt x="383108" y="206481"/>
                    <a:pt x="389486" y="201091"/>
                    <a:pt x="394718" y="195434"/>
                  </a:cubicBezTo>
                  <a:cubicBezTo>
                    <a:pt x="396829" y="193150"/>
                    <a:pt x="397924" y="190121"/>
                    <a:pt x="397739" y="187018"/>
                  </a:cubicBezTo>
                  <a:cubicBezTo>
                    <a:pt x="391524" y="82853"/>
                    <a:pt x="305222" y="260"/>
                    <a:pt x="199556" y="1"/>
                  </a:cubicBezTo>
                  <a:cubicBezTo>
                    <a:pt x="89975" y="-269"/>
                    <a:pt x="130" y="89233"/>
                    <a:pt x="0" y="198815"/>
                  </a:cubicBezTo>
                  <a:cubicBezTo>
                    <a:pt x="-99" y="282016"/>
                    <a:pt x="50853" y="353319"/>
                    <a:pt x="123261" y="383161"/>
                  </a:cubicBezTo>
                  <a:cubicBezTo>
                    <a:pt x="126090" y="384327"/>
                    <a:pt x="129257" y="384292"/>
                    <a:pt x="132071" y="383088"/>
                  </a:cubicBezTo>
                  <a:cubicBezTo>
                    <a:pt x="144751" y="377660"/>
                    <a:pt x="158064" y="368910"/>
                    <a:pt x="170310" y="355016"/>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 name="Google Shape;3481;p70">
              <a:extLst>
                <a:ext uri="{FF2B5EF4-FFF2-40B4-BE49-F238E27FC236}">
                  <a16:creationId xmlns:a16="http://schemas.microsoft.com/office/drawing/2014/main" id="{25EC5FED-F8C2-96E4-8AE0-E144707FFD8A}"/>
                </a:ext>
              </a:extLst>
            </p:cNvPr>
            <p:cNvSpPr/>
            <p:nvPr/>
          </p:nvSpPr>
          <p:spPr>
            <a:xfrm>
              <a:off x="6544354" y="1270352"/>
              <a:ext cx="148836" cy="155154"/>
            </a:xfrm>
            <a:custGeom>
              <a:avLst/>
              <a:gdLst/>
              <a:ahLst/>
              <a:cxnLst/>
              <a:rect l="l" t="t" r="r" b="b"/>
              <a:pathLst>
                <a:path w="211115" h="220077" extrusionOk="0">
                  <a:moveTo>
                    <a:pt x="12413" y="0"/>
                  </a:moveTo>
                  <a:cubicBezTo>
                    <a:pt x="8242" y="0"/>
                    <a:pt x="4107" y="144"/>
                    <a:pt x="0" y="397"/>
                  </a:cubicBezTo>
                  <a:cubicBezTo>
                    <a:pt x="95501" y="6277"/>
                    <a:pt x="172777" y="79487"/>
                    <a:pt x="184951" y="173150"/>
                  </a:cubicBezTo>
                  <a:cubicBezTo>
                    <a:pt x="186617" y="185970"/>
                    <a:pt x="181253" y="198701"/>
                    <a:pt x="170963" y="206529"/>
                  </a:cubicBezTo>
                  <a:lnTo>
                    <a:pt x="170776" y="206672"/>
                  </a:lnTo>
                  <a:cubicBezTo>
                    <a:pt x="170560" y="211190"/>
                    <a:pt x="170175" y="215665"/>
                    <a:pt x="169590" y="220077"/>
                  </a:cubicBezTo>
                  <a:cubicBezTo>
                    <a:pt x="176117" y="218254"/>
                    <a:pt x="182521" y="215526"/>
                    <a:pt x="188749" y="211487"/>
                  </a:cubicBezTo>
                  <a:cubicBezTo>
                    <a:pt x="196465" y="206482"/>
                    <a:pt x="202842" y="201093"/>
                    <a:pt x="208073" y="195435"/>
                  </a:cubicBezTo>
                  <a:cubicBezTo>
                    <a:pt x="210182" y="193154"/>
                    <a:pt x="211281" y="190129"/>
                    <a:pt x="211096" y="187027"/>
                  </a:cubicBezTo>
                  <a:cubicBezTo>
                    <a:pt x="204875" y="82694"/>
                    <a:pt x="118309" y="0"/>
                    <a:pt x="12413" y="0"/>
                  </a:cubicBezTo>
                  <a:close/>
                </a:path>
              </a:pathLst>
            </a:custGeom>
            <a:solidFill>
              <a:srgbClr val="014B4B">
                <a:alpha val="1013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 name="Google Shape;3482;p70">
              <a:extLst>
                <a:ext uri="{FF2B5EF4-FFF2-40B4-BE49-F238E27FC236}">
                  <a16:creationId xmlns:a16="http://schemas.microsoft.com/office/drawing/2014/main" id="{90AE1129-9604-E20F-17B6-0A5590C45C3C}"/>
                </a:ext>
              </a:extLst>
            </p:cNvPr>
            <p:cNvSpPr/>
            <p:nvPr/>
          </p:nvSpPr>
          <p:spPr>
            <a:xfrm>
              <a:off x="6522236" y="1428682"/>
              <a:ext cx="187189" cy="142392"/>
            </a:xfrm>
            <a:custGeom>
              <a:avLst/>
              <a:gdLst/>
              <a:ahLst/>
              <a:cxnLst/>
              <a:rect l="l" t="t" r="r" b="b"/>
              <a:pathLst>
                <a:path w="265516" h="201975" extrusionOk="0">
                  <a:moveTo>
                    <a:pt x="242795" y="15350"/>
                  </a:moveTo>
                  <a:cubicBezTo>
                    <a:pt x="236568" y="19387"/>
                    <a:pt x="230164" y="22116"/>
                    <a:pt x="223637" y="23940"/>
                  </a:cubicBezTo>
                  <a:lnTo>
                    <a:pt x="130676" y="68575"/>
                  </a:lnTo>
                  <a:cubicBezTo>
                    <a:pt x="120859" y="68575"/>
                    <a:pt x="47037" y="160587"/>
                    <a:pt x="37715" y="158880"/>
                  </a:cubicBezTo>
                  <a:cubicBezTo>
                    <a:pt x="26169" y="171980"/>
                    <a:pt x="13674" y="180508"/>
                    <a:pt x="1654" y="185987"/>
                  </a:cubicBezTo>
                  <a:cubicBezTo>
                    <a:pt x="-673" y="187047"/>
                    <a:pt x="-506" y="190435"/>
                    <a:pt x="1913" y="191264"/>
                  </a:cubicBezTo>
                  <a:cubicBezTo>
                    <a:pt x="22155" y="198202"/>
                    <a:pt x="43865" y="201976"/>
                    <a:pt x="66460" y="201976"/>
                  </a:cubicBezTo>
                  <a:cubicBezTo>
                    <a:pt x="176397" y="201976"/>
                    <a:pt x="265517" y="112855"/>
                    <a:pt x="265517" y="2919"/>
                  </a:cubicBezTo>
                  <a:cubicBezTo>
                    <a:pt x="265517" y="2894"/>
                    <a:pt x="265517" y="2870"/>
                    <a:pt x="265517" y="2845"/>
                  </a:cubicBezTo>
                  <a:cubicBezTo>
                    <a:pt x="265515" y="311"/>
                    <a:pt x="262409" y="-962"/>
                    <a:pt x="260643" y="856"/>
                  </a:cubicBezTo>
                  <a:cubicBezTo>
                    <a:pt x="255701" y="5947"/>
                    <a:pt x="249800" y="10807"/>
                    <a:pt x="242795" y="1535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 name="Google Shape;3483;p70">
              <a:extLst>
                <a:ext uri="{FF2B5EF4-FFF2-40B4-BE49-F238E27FC236}">
                  <a16:creationId xmlns:a16="http://schemas.microsoft.com/office/drawing/2014/main" id="{BCB19252-A758-DB9B-C8BE-C7B18E532EAB}"/>
                </a:ext>
              </a:extLst>
            </p:cNvPr>
            <p:cNvSpPr/>
            <p:nvPr/>
          </p:nvSpPr>
          <p:spPr>
            <a:xfrm>
              <a:off x="6548833" y="1445566"/>
              <a:ext cx="131076" cy="96970"/>
            </a:xfrm>
            <a:custGeom>
              <a:avLst/>
              <a:gdLst/>
              <a:ahLst/>
              <a:cxnLst/>
              <a:rect l="l" t="t" r="r" b="b"/>
              <a:pathLst>
                <a:path w="185923" h="137546" extrusionOk="0">
                  <a:moveTo>
                    <a:pt x="29538" y="82703"/>
                  </a:moveTo>
                  <a:cubicBezTo>
                    <a:pt x="21447" y="105330"/>
                    <a:pt x="11168" y="122269"/>
                    <a:pt x="0" y="134940"/>
                  </a:cubicBezTo>
                  <a:cubicBezTo>
                    <a:pt x="9323" y="136647"/>
                    <a:pt x="18929" y="137546"/>
                    <a:pt x="28746" y="137546"/>
                  </a:cubicBezTo>
                  <a:cubicBezTo>
                    <a:pt x="109193" y="137546"/>
                    <a:pt x="175639" y="77636"/>
                    <a:pt x="185923" y="0"/>
                  </a:cubicBezTo>
                  <a:cubicBezTo>
                    <a:pt x="132292" y="14976"/>
                    <a:pt x="70309" y="-31325"/>
                    <a:pt x="29538" y="82703"/>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 name="Google Shape;3484;p70">
              <a:extLst>
                <a:ext uri="{FF2B5EF4-FFF2-40B4-BE49-F238E27FC236}">
                  <a16:creationId xmlns:a16="http://schemas.microsoft.com/office/drawing/2014/main" id="{9FADAB14-5C81-4CBC-C03F-AD22C2C41948}"/>
                </a:ext>
              </a:extLst>
            </p:cNvPr>
            <p:cNvSpPr/>
            <p:nvPr/>
          </p:nvSpPr>
          <p:spPr>
            <a:xfrm>
              <a:off x="6441278" y="1298909"/>
              <a:ext cx="223578" cy="221742"/>
            </a:xfrm>
            <a:custGeom>
              <a:avLst/>
              <a:gdLst/>
              <a:ahLst/>
              <a:cxnLst/>
              <a:rect l="l" t="t" r="r" b="b"/>
              <a:pathLst>
                <a:path w="317132" h="314527" extrusionOk="0">
                  <a:moveTo>
                    <a:pt x="158567" y="0"/>
                  </a:moveTo>
                  <a:cubicBezTo>
                    <a:pt x="70993" y="0"/>
                    <a:pt x="0" y="70993"/>
                    <a:pt x="0" y="158567"/>
                  </a:cubicBezTo>
                  <a:cubicBezTo>
                    <a:pt x="0" y="236325"/>
                    <a:pt x="55972" y="301003"/>
                    <a:pt x="129821" y="314528"/>
                  </a:cubicBezTo>
                  <a:cubicBezTo>
                    <a:pt x="140989" y="301857"/>
                    <a:pt x="151270" y="284919"/>
                    <a:pt x="159360" y="262291"/>
                  </a:cubicBezTo>
                  <a:cubicBezTo>
                    <a:pt x="200131" y="148262"/>
                    <a:pt x="262113" y="194564"/>
                    <a:pt x="315744" y="179587"/>
                  </a:cubicBezTo>
                  <a:cubicBezTo>
                    <a:pt x="316655" y="172708"/>
                    <a:pt x="317133" y="165694"/>
                    <a:pt x="317133" y="158567"/>
                  </a:cubicBezTo>
                  <a:cubicBezTo>
                    <a:pt x="317134" y="70993"/>
                    <a:pt x="246140" y="0"/>
                    <a:pt x="158567"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3485;p70">
              <a:extLst>
                <a:ext uri="{FF2B5EF4-FFF2-40B4-BE49-F238E27FC236}">
                  <a16:creationId xmlns:a16="http://schemas.microsoft.com/office/drawing/2014/main" id="{F1CEF3CA-D1C4-17E5-3757-F77B2AAA2C53}"/>
                </a:ext>
              </a:extLst>
            </p:cNvPr>
            <p:cNvSpPr/>
            <p:nvPr/>
          </p:nvSpPr>
          <p:spPr>
            <a:xfrm>
              <a:off x="6520709" y="1298909"/>
              <a:ext cx="144177" cy="129015"/>
            </a:xfrm>
            <a:custGeom>
              <a:avLst/>
              <a:gdLst/>
              <a:ahLst/>
              <a:cxnLst/>
              <a:rect l="l" t="t" r="r" b="b"/>
              <a:pathLst>
                <a:path w="204507" h="183000" extrusionOk="0">
                  <a:moveTo>
                    <a:pt x="45940" y="0"/>
                  </a:moveTo>
                  <a:cubicBezTo>
                    <a:pt x="29964" y="0"/>
                    <a:pt x="14543" y="2372"/>
                    <a:pt x="0" y="6768"/>
                  </a:cubicBezTo>
                  <a:cubicBezTo>
                    <a:pt x="5789" y="6128"/>
                    <a:pt x="11670" y="5787"/>
                    <a:pt x="17630" y="5787"/>
                  </a:cubicBezTo>
                  <a:cubicBezTo>
                    <a:pt x="105205" y="5787"/>
                    <a:pt x="176197" y="76780"/>
                    <a:pt x="176197" y="164354"/>
                  </a:cubicBezTo>
                  <a:cubicBezTo>
                    <a:pt x="176197" y="170666"/>
                    <a:pt x="175801" y="176883"/>
                    <a:pt x="175083" y="183000"/>
                  </a:cubicBezTo>
                  <a:cubicBezTo>
                    <a:pt x="184573" y="182912"/>
                    <a:pt x="193968" y="182143"/>
                    <a:pt x="203118" y="179587"/>
                  </a:cubicBezTo>
                  <a:cubicBezTo>
                    <a:pt x="204029" y="172708"/>
                    <a:pt x="204507" y="165694"/>
                    <a:pt x="204507" y="158567"/>
                  </a:cubicBezTo>
                  <a:cubicBezTo>
                    <a:pt x="204507" y="70993"/>
                    <a:pt x="133513" y="0"/>
                    <a:pt x="45940" y="0"/>
                  </a:cubicBezTo>
                  <a:close/>
                </a:path>
              </a:pathLst>
            </a:custGeom>
            <a:solidFill>
              <a:srgbClr val="014B4B">
                <a:alpha val="1013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3" name="Google Shape;3486;p70">
              <a:extLst>
                <a:ext uri="{FF2B5EF4-FFF2-40B4-BE49-F238E27FC236}">
                  <a16:creationId xmlns:a16="http://schemas.microsoft.com/office/drawing/2014/main" id="{B725D601-10BC-78D8-3E98-6BE1953C1074}"/>
                </a:ext>
              </a:extLst>
            </p:cNvPr>
            <p:cNvGrpSpPr/>
            <p:nvPr/>
          </p:nvGrpSpPr>
          <p:grpSpPr>
            <a:xfrm>
              <a:off x="6594788" y="1468792"/>
              <a:ext cx="44582" cy="43763"/>
              <a:chOff x="9020708" y="1145416"/>
              <a:chExt cx="63210" cy="62049"/>
            </a:xfrm>
          </p:grpSpPr>
          <p:sp>
            <p:nvSpPr>
              <p:cNvPr id="16" name="Google Shape;3487;p70">
                <a:extLst>
                  <a:ext uri="{FF2B5EF4-FFF2-40B4-BE49-F238E27FC236}">
                    <a16:creationId xmlns:a16="http://schemas.microsoft.com/office/drawing/2014/main" id="{3146CD02-8AC5-E556-8A30-0CD74070180C}"/>
                  </a:ext>
                </a:extLst>
              </p:cNvPr>
              <p:cNvSpPr/>
              <p:nvPr/>
            </p:nvSpPr>
            <p:spPr>
              <a:xfrm>
                <a:off x="9031780" y="1145416"/>
                <a:ext cx="41067" cy="62049"/>
              </a:xfrm>
              <a:custGeom>
                <a:avLst/>
                <a:gdLst/>
                <a:ahLst/>
                <a:cxnLst/>
                <a:rect l="l" t="t" r="r" b="b"/>
                <a:pathLst>
                  <a:path w="41067" h="62049" extrusionOk="0">
                    <a:moveTo>
                      <a:pt x="8675" y="62050"/>
                    </a:moveTo>
                    <a:cubicBezTo>
                      <a:pt x="7303" y="62050"/>
                      <a:pt x="5912" y="61724"/>
                      <a:pt x="4615" y="61036"/>
                    </a:cubicBezTo>
                    <a:cubicBezTo>
                      <a:pt x="379" y="58789"/>
                      <a:pt x="-1232" y="53534"/>
                      <a:pt x="1013" y="49299"/>
                    </a:cubicBezTo>
                    <a:lnTo>
                      <a:pt x="24716" y="4615"/>
                    </a:lnTo>
                    <a:cubicBezTo>
                      <a:pt x="26961" y="379"/>
                      <a:pt x="32218" y="-1232"/>
                      <a:pt x="36453" y="1013"/>
                    </a:cubicBezTo>
                    <a:cubicBezTo>
                      <a:pt x="40688" y="3260"/>
                      <a:pt x="42300" y="8515"/>
                      <a:pt x="40054" y="12750"/>
                    </a:cubicBezTo>
                    <a:lnTo>
                      <a:pt x="16352" y="57434"/>
                    </a:lnTo>
                    <a:cubicBezTo>
                      <a:pt x="14793" y="60373"/>
                      <a:pt x="11786" y="62050"/>
                      <a:pt x="8675" y="6205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7" name="Google Shape;3488;p70">
                <a:extLst>
                  <a:ext uri="{FF2B5EF4-FFF2-40B4-BE49-F238E27FC236}">
                    <a16:creationId xmlns:a16="http://schemas.microsoft.com/office/drawing/2014/main" id="{7EC964C0-C86D-3276-6739-42C2B7AD160E}"/>
                  </a:ext>
                </a:extLst>
              </p:cNvPr>
              <p:cNvGrpSpPr/>
              <p:nvPr/>
            </p:nvGrpSpPr>
            <p:grpSpPr>
              <a:xfrm>
                <a:off x="9020708" y="1152605"/>
                <a:ext cx="63210" cy="47670"/>
                <a:chOff x="9020708" y="1152605"/>
                <a:chExt cx="63210" cy="47670"/>
              </a:xfrm>
            </p:grpSpPr>
            <p:sp>
              <p:nvSpPr>
                <p:cNvPr id="18" name="Google Shape;3489;p70">
                  <a:extLst>
                    <a:ext uri="{FF2B5EF4-FFF2-40B4-BE49-F238E27FC236}">
                      <a16:creationId xmlns:a16="http://schemas.microsoft.com/office/drawing/2014/main" id="{140C9FEE-8EFC-9B0E-84F4-E2ADE78459D6}"/>
                    </a:ext>
                  </a:extLst>
                </p:cNvPr>
                <p:cNvSpPr/>
                <p:nvPr/>
              </p:nvSpPr>
              <p:spPr>
                <a:xfrm>
                  <a:off x="9020708" y="1152605"/>
                  <a:ext cx="22727" cy="17362"/>
                </a:xfrm>
                <a:custGeom>
                  <a:avLst/>
                  <a:gdLst/>
                  <a:ahLst/>
                  <a:cxnLst/>
                  <a:rect l="l" t="t" r="r" b="b"/>
                  <a:pathLst>
                    <a:path w="22727" h="17362" extrusionOk="0">
                      <a:moveTo>
                        <a:pt x="14045" y="17362"/>
                      </a:moveTo>
                      <a:lnTo>
                        <a:pt x="8680" y="17362"/>
                      </a:lnTo>
                      <a:cubicBezTo>
                        <a:pt x="3886" y="17362"/>
                        <a:pt x="0" y="13476"/>
                        <a:pt x="0" y="8680"/>
                      </a:cubicBezTo>
                      <a:cubicBezTo>
                        <a:pt x="0" y="3885"/>
                        <a:pt x="3886" y="0"/>
                        <a:pt x="8680" y="0"/>
                      </a:cubicBezTo>
                      <a:lnTo>
                        <a:pt x="14045" y="0"/>
                      </a:lnTo>
                      <a:cubicBezTo>
                        <a:pt x="18840" y="0"/>
                        <a:pt x="22727" y="3886"/>
                        <a:pt x="22727" y="8680"/>
                      </a:cubicBezTo>
                      <a:cubicBezTo>
                        <a:pt x="22727" y="13475"/>
                        <a:pt x="18840" y="17362"/>
                        <a:pt x="14045" y="1736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3490;p70">
                  <a:extLst>
                    <a:ext uri="{FF2B5EF4-FFF2-40B4-BE49-F238E27FC236}">
                      <a16:creationId xmlns:a16="http://schemas.microsoft.com/office/drawing/2014/main" id="{6840C3B5-C450-B67E-F0BB-A84B660FB420}"/>
                    </a:ext>
                  </a:extLst>
                </p:cNvPr>
                <p:cNvSpPr/>
                <p:nvPr/>
              </p:nvSpPr>
              <p:spPr>
                <a:xfrm>
                  <a:off x="9061193" y="1182913"/>
                  <a:ext cx="22725" cy="17362"/>
                </a:xfrm>
                <a:custGeom>
                  <a:avLst/>
                  <a:gdLst/>
                  <a:ahLst/>
                  <a:cxnLst/>
                  <a:rect l="l" t="t" r="r" b="b"/>
                  <a:pathLst>
                    <a:path w="22725" h="17362" extrusionOk="0">
                      <a:moveTo>
                        <a:pt x="14045" y="17362"/>
                      </a:moveTo>
                      <a:lnTo>
                        <a:pt x="8682" y="17362"/>
                      </a:lnTo>
                      <a:cubicBezTo>
                        <a:pt x="3887" y="17362"/>
                        <a:pt x="0" y="13476"/>
                        <a:pt x="0" y="8680"/>
                      </a:cubicBezTo>
                      <a:cubicBezTo>
                        <a:pt x="0" y="3885"/>
                        <a:pt x="3886" y="0"/>
                        <a:pt x="8682" y="0"/>
                      </a:cubicBezTo>
                      <a:lnTo>
                        <a:pt x="14045" y="0"/>
                      </a:lnTo>
                      <a:cubicBezTo>
                        <a:pt x="18840" y="0"/>
                        <a:pt x="22726" y="3886"/>
                        <a:pt x="22726" y="8680"/>
                      </a:cubicBezTo>
                      <a:cubicBezTo>
                        <a:pt x="22726" y="13475"/>
                        <a:pt x="18840" y="17362"/>
                        <a:pt x="14045" y="1736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14" name="Google Shape;3491;p70">
              <a:extLst>
                <a:ext uri="{FF2B5EF4-FFF2-40B4-BE49-F238E27FC236}">
                  <a16:creationId xmlns:a16="http://schemas.microsoft.com/office/drawing/2014/main" id="{5B82960C-AB91-6048-62CC-F61B04CF7F6C}"/>
                </a:ext>
              </a:extLst>
            </p:cNvPr>
            <p:cNvSpPr/>
            <p:nvPr/>
          </p:nvSpPr>
          <p:spPr>
            <a:xfrm>
              <a:off x="6533008" y="1361438"/>
              <a:ext cx="40185" cy="78605"/>
            </a:xfrm>
            <a:custGeom>
              <a:avLst/>
              <a:gdLst/>
              <a:ahLst/>
              <a:cxnLst/>
              <a:rect l="l" t="t" r="r" b="b"/>
              <a:pathLst>
                <a:path w="57000" h="111497" extrusionOk="0">
                  <a:moveTo>
                    <a:pt x="38968" y="47143"/>
                  </a:moveTo>
                  <a:cubicBezTo>
                    <a:pt x="32229" y="44762"/>
                    <a:pt x="24787" y="41892"/>
                    <a:pt x="20679" y="38671"/>
                  </a:cubicBezTo>
                  <a:cubicBezTo>
                    <a:pt x="19689" y="37895"/>
                    <a:pt x="19271" y="35903"/>
                    <a:pt x="19661" y="33829"/>
                  </a:cubicBezTo>
                  <a:cubicBezTo>
                    <a:pt x="19867" y="32735"/>
                    <a:pt x="20825" y="29077"/>
                    <a:pt x="24500" y="27971"/>
                  </a:cubicBezTo>
                  <a:cubicBezTo>
                    <a:pt x="33851" y="25152"/>
                    <a:pt x="43119" y="28866"/>
                    <a:pt x="43381" y="28974"/>
                  </a:cubicBezTo>
                  <a:cubicBezTo>
                    <a:pt x="47775" y="30842"/>
                    <a:pt x="52852" y="28808"/>
                    <a:pt x="54744" y="24422"/>
                  </a:cubicBezTo>
                  <a:cubicBezTo>
                    <a:pt x="56643" y="20019"/>
                    <a:pt x="54613" y="14911"/>
                    <a:pt x="50212" y="13012"/>
                  </a:cubicBezTo>
                  <a:cubicBezTo>
                    <a:pt x="49305" y="12620"/>
                    <a:pt x="44053" y="10471"/>
                    <a:pt x="36716" y="9764"/>
                  </a:cubicBezTo>
                  <a:lnTo>
                    <a:pt x="36716" y="8682"/>
                  </a:lnTo>
                  <a:cubicBezTo>
                    <a:pt x="36716" y="3887"/>
                    <a:pt x="32829" y="0"/>
                    <a:pt x="28035" y="0"/>
                  </a:cubicBezTo>
                  <a:cubicBezTo>
                    <a:pt x="23240" y="0"/>
                    <a:pt x="19354" y="3887"/>
                    <a:pt x="19354" y="8682"/>
                  </a:cubicBezTo>
                  <a:lnTo>
                    <a:pt x="19354" y="11393"/>
                  </a:lnTo>
                  <a:cubicBezTo>
                    <a:pt x="10752" y="14042"/>
                    <a:pt x="4338" y="21392"/>
                    <a:pt x="2600" y="30613"/>
                  </a:cubicBezTo>
                  <a:cubicBezTo>
                    <a:pt x="985" y="39181"/>
                    <a:pt x="3807" y="47504"/>
                    <a:pt x="9964" y="52333"/>
                  </a:cubicBezTo>
                  <a:cubicBezTo>
                    <a:pt x="16033" y="57091"/>
                    <a:pt x="24709" y="60518"/>
                    <a:pt x="33182" y="63513"/>
                  </a:cubicBezTo>
                  <a:cubicBezTo>
                    <a:pt x="39758" y="65839"/>
                    <a:pt x="39952" y="70869"/>
                    <a:pt x="39482" y="73661"/>
                  </a:cubicBezTo>
                  <a:cubicBezTo>
                    <a:pt x="38696" y="78340"/>
                    <a:pt x="34760" y="83395"/>
                    <a:pt x="27978" y="83440"/>
                  </a:cubicBezTo>
                  <a:cubicBezTo>
                    <a:pt x="20850" y="83479"/>
                    <a:pt x="18812" y="83164"/>
                    <a:pt x="13435" y="79647"/>
                  </a:cubicBezTo>
                  <a:cubicBezTo>
                    <a:pt x="9422" y="77025"/>
                    <a:pt x="4044" y="78146"/>
                    <a:pt x="1417" y="82158"/>
                  </a:cubicBezTo>
                  <a:cubicBezTo>
                    <a:pt x="-1207" y="86172"/>
                    <a:pt x="-83" y="91551"/>
                    <a:pt x="3930" y="94176"/>
                  </a:cubicBezTo>
                  <a:cubicBezTo>
                    <a:pt x="9792" y="98010"/>
                    <a:pt x="14196" y="99700"/>
                    <a:pt x="19353" y="100386"/>
                  </a:cubicBezTo>
                  <a:lnTo>
                    <a:pt x="19353" y="102817"/>
                  </a:lnTo>
                  <a:cubicBezTo>
                    <a:pt x="19353" y="107612"/>
                    <a:pt x="23240" y="111498"/>
                    <a:pt x="28033" y="111498"/>
                  </a:cubicBezTo>
                  <a:cubicBezTo>
                    <a:pt x="32828" y="111498"/>
                    <a:pt x="36715" y="107612"/>
                    <a:pt x="36715" y="102817"/>
                  </a:cubicBezTo>
                  <a:lnTo>
                    <a:pt x="36715" y="99483"/>
                  </a:lnTo>
                  <a:cubicBezTo>
                    <a:pt x="47853" y="96011"/>
                    <a:pt x="54977" y="86210"/>
                    <a:pt x="56603" y="76539"/>
                  </a:cubicBezTo>
                  <a:cubicBezTo>
                    <a:pt x="58803" y="63463"/>
                    <a:pt x="51716" y="51651"/>
                    <a:pt x="38968" y="4714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3492;p70">
              <a:extLst>
                <a:ext uri="{FF2B5EF4-FFF2-40B4-BE49-F238E27FC236}">
                  <a16:creationId xmlns:a16="http://schemas.microsoft.com/office/drawing/2014/main" id="{15D858D8-BCB7-D90A-28CF-39BE040A75BB}"/>
                </a:ext>
              </a:extLst>
            </p:cNvPr>
            <p:cNvSpPr/>
            <p:nvPr/>
          </p:nvSpPr>
          <p:spPr>
            <a:xfrm>
              <a:off x="6441278" y="1298909"/>
              <a:ext cx="223578" cy="221742"/>
            </a:xfrm>
            <a:custGeom>
              <a:avLst/>
              <a:gdLst/>
              <a:ahLst/>
              <a:cxnLst/>
              <a:rect l="l" t="t" r="r" b="b"/>
              <a:pathLst>
                <a:path w="317132" h="314527" extrusionOk="0">
                  <a:moveTo>
                    <a:pt x="158567" y="0"/>
                  </a:moveTo>
                  <a:cubicBezTo>
                    <a:pt x="70993" y="0"/>
                    <a:pt x="0" y="70993"/>
                    <a:pt x="0" y="158567"/>
                  </a:cubicBezTo>
                  <a:cubicBezTo>
                    <a:pt x="0" y="236325"/>
                    <a:pt x="55972" y="301003"/>
                    <a:pt x="129821" y="314528"/>
                  </a:cubicBezTo>
                  <a:cubicBezTo>
                    <a:pt x="140989" y="301857"/>
                    <a:pt x="151270" y="284919"/>
                    <a:pt x="159360" y="262291"/>
                  </a:cubicBezTo>
                  <a:cubicBezTo>
                    <a:pt x="200131" y="148262"/>
                    <a:pt x="262113" y="194564"/>
                    <a:pt x="315744" y="179587"/>
                  </a:cubicBezTo>
                  <a:cubicBezTo>
                    <a:pt x="316655" y="172708"/>
                    <a:pt x="317133" y="165694"/>
                    <a:pt x="317133" y="158567"/>
                  </a:cubicBezTo>
                  <a:cubicBezTo>
                    <a:pt x="317134" y="70993"/>
                    <a:pt x="246140" y="0"/>
                    <a:pt x="158567" y="0"/>
                  </a:cubicBezTo>
                  <a:close/>
                </a:path>
              </a:pathLst>
            </a:custGeom>
            <a:solidFill>
              <a:srgbClr val="FFFFFF">
                <a:alpha val="1962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2" name="Google Shape;2344;p70">
            <a:extLst>
              <a:ext uri="{FF2B5EF4-FFF2-40B4-BE49-F238E27FC236}">
                <a16:creationId xmlns:a16="http://schemas.microsoft.com/office/drawing/2014/main" id="{59B04AA9-E6EB-43EF-035E-DE4015295219}"/>
              </a:ext>
            </a:extLst>
          </p:cNvPr>
          <p:cNvGrpSpPr/>
          <p:nvPr/>
        </p:nvGrpSpPr>
        <p:grpSpPr>
          <a:xfrm>
            <a:off x="7692708" y="3822975"/>
            <a:ext cx="1163576" cy="759784"/>
            <a:chOff x="844122" y="2663168"/>
            <a:chExt cx="411818" cy="235925"/>
          </a:xfrm>
        </p:grpSpPr>
        <p:sp>
          <p:nvSpPr>
            <p:cNvPr id="23" name="Google Shape;2345;p70">
              <a:extLst>
                <a:ext uri="{FF2B5EF4-FFF2-40B4-BE49-F238E27FC236}">
                  <a16:creationId xmlns:a16="http://schemas.microsoft.com/office/drawing/2014/main" id="{B0F310B6-7BC1-B8B1-99F4-30AC52AC1579}"/>
                </a:ext>
              </a:extLst>
            </p:cNvPr>
            <p:cNvSpPr/>
            <p:nvPr/>
          </p:nvSpPr>
          <p:spPr>
            <a:xfrm>
              <a:off x="844123" y="2663168"/>
              <a:ext cx="397929" cy="78608"/>
            </a:xfrm>
            <a:custGeom>
              <a:avLst/>
              <a:gdLst/>
              <a:ahLst/>
              <a:cxnLst/>
              <a:rect l="l" t="t" r="r" b="b"/>
              <a:pathLst>
                <a:path w="564438" h="111500" extrusionOk="0">
                  <a:moveTo>
                    <a:pt x="555405" y="0"/>
                  </a:moveTo>
                  <a:lnTo>
                    <a:pt x="9035" y="0"/>
                  </a:lnTo>
                  <a:cubicBezTo>
                    <a:pt x="4045" y="0"/>
                    <a:pt x="0" y="4045"/>
                    <a:pt x="0" y="9035"/>
                  </a:cubicBezTo>
                  <a:lnTo>
                    <a:pt x="0" y="49114"/>
                  </a:lnTo>
                  <a:lnTo>
                    <a:pt x="297234" y="111500"/>
                  </a:lnTo>
                  <a:lnTo>
                    <a:pt x="564439" y="49114"/>
                  </a:lnTo>
                  <a:lnTo>
                    <a:pt x="564439" y="9035"/>
                  </a:lnTo>
                  <a:cubicBezTo>
                    <a:pt x="564439" y="4045"/>
                    <a:pt x="560395" y="0"/>
                    <a:pt x="555405"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 name="Google Shape;2346;p70">
              <a:extLst>
                <a:ext uri="{FF2B5EF4-FFF2-40B4-BE49-F238E27FC236}">
                  <a16:creationId xmlns:a16="http://schemas.microsoft.com/office/drawing/2014/main" id="{4F089D7B-2892-5385-352C-64A797BC47AB}"/>
                </a:ext>
              </a:extLst>
            </p:cNvPr>
            <p:cNvSpPr/>
            <p:nvPr/>
          </p:nvSpPr>
          <p:spPr>
            <a:xfrm>
              <a:off x="1212871" y="2663168"/>
              <a:ext cx="29312" cy="34625"/>
            </a:xfrm>
            <a:custGeom>
              <a:avLst/>
              <a:gdLst/>
              <a:ahLst/>
              <a:cxnLst/>
              <a:rect l="l" t="t" r="r" b="b"/>
              <a:pathLst>
                <a:path w="41577" h="49114" extrusionOk="0">
                  <a:moveTo>
                    <a:pt x="32542" y="0"/>
                  </a:moveTo>
                  <a:lnTo>
                    <a:pt x="0" y="0"/>
                  </a:lnTo>
                  <a:cubicBezTo>
                    <a:pt x="4990" y="0"/>
                    <a:pt x="9035" y="4045"/>
                    <a:pt x="9035" y="9035"/>
                  </a:cubicBezTo>
                  <a:lnTo>
                    <a:pt x="9035" y="49114"/>
                  </a:lnTo>
                  <a:lnTo>
                    <a:pt x="41578" y="49114"/>
                  </a:lnTo>
                  <a:lnTo>
                    <a:pt x="41578" y="9035"/>
                  </a:lnTo>
                  <a:cubicBezTo>
                    <a:pt x="41578" y="4045"/>
                    <a:pt x="37533" y="0"/>
                    <a:pt x="32542" y="0"/>
                  </a:cubicBezTo>
                  <a:close/>
                </a:path>
              </a:pathLst>
            </a:custGeom>
            <a:solidFill>
              <a:srgbClr val="014B4B">
                <a:alpha val="1013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 name="Google Shape;2347;p70">
              <a:extLst>
                <a:ext uri="{FF2B5EF4-FFF2-40B4-BE49-F238E27FC236}">
                  <a16:creationId xmlns:a16="http://schemas.microsoft.com/office/drawing/2014/main" id="{A481D97A-C0F5-23F6-698A-B609CEE57299}"/>
                </a:ext>
              </a:extLst>
            </p:cNvPr>
            <p:cNvSpPr/>
            <p:nvPr/>
          </p:nvSpPr>
          <p:spPr>
            <a:xfrm>
              <a:off x="844122" y="2697806"/>
              <a:ext cx="397929" cy="183273"/>
            </a:xfrm>
            <a:custGeom>
              <a:avLst/>
              <a:gdLst/>
              <a:ahLst/>
              <a:cxnLst/>
              <a:rect l="l" t="t" r="r" b="b"/>
              <a:pathLst>
                <a:path w="564438" h="259961" extrusionOk="0">
                  <a:moveTo>
                    <a:pt x="367715" y="202873"/>
                  </a:moveTo>
                  <a:cubicBezTo>
                    <a:pt x="414065" y="83303"/>
                    <a:pt x="480570" y="154784"/>
                    <a:pt x="535656" y="121094"/>
                  </a:cubicBezTo>
                  <a:cubicBezTo>
                    <a:pt x="547326" y="113957"/>
                    <a:pt x="555892" y="105839"/>
                    <a:pt x="562023" y="97178"/>
                  </a:cubicBezTo>
                  <a:cubicBezTo>
                    <a:pt x="563629" y="94909"/>
                    <a:pt x="564439" y="92172"/>
                    <a:pt x="564439" y="89392"/>
                  </a:cubicBezTo>
                  <a:lnTo>
                    <a:pt x="564439" y="0"/>
                  </a:lnTo>
                  <a:lnTo>
                    <a:pt x="0" y="0"/>
                  </a:lnTo>
                  <a:lnTo>
                    <a:pt x="0" y="250926"/>
                  </a:lnTo>
                  <a:cubicBezTo>
                    <a:pt x="0" y="255916"/>
                    <a:pt x="4045" y="259961"/>
                    <a:pt x="9035" y="259961"/>
                  </a:cubicBezTo>
                  <a:lnTo>
                    <a:pt x="324385" y="259961"/>
                  </a:lnTo>
                  <a:cubicBezTo>
                    <a:pt x="327936" y="259961"/>
                    <a:pt x="331344" y="258589"/>
                    <a:pt x="333910" y="256135"/>
                  </a:cubicBezTo>
                  <a:cubicBezTo>
                    <a:pt x="346505" y="244089"/>
                    <a:pt x="358360" y="227005"/>
                    <a:pt x="367715" y="202873"/>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2348;p70">
              <a:extLst>
                <a:ext uri="{FF2B5EF4-FFF2-40B4-BE49-F238E27FC236}">
                  <a16:creationId xmlns:a16="http://schemas.microsoft.com/office/drawing/2014/main" id="{AE5BD632-4CE0-0F57-D48F-B1978F05C30E}"/>
                </a:ext>
              </a:extLst>
            </p:cNvPr>
            <p:cNvSpPr/>
            <p:nvPr/>
          </p:nvSpPr>
          <p:spPr>
            <a:xfrm>
              <a:off x="1179102" y="2697806"/>
              <a:ext cx="63068" cy="92547"/>
            </a:xfrm>
            <a:custGeom>
              <a:avLst/>
              <a:gdLst/>
              <a:ahLst/>
              <a:cxnLst/>
              <a:rect l="l" t="t" r="r" b="b"/>
              <a:pathLst>
                <a:path w="89458" h="131273" extrusionOk="0">
                  <a:moveTo>
                    <a:pt x="56917" y="0"/>
                  </a:moveTo>
                  <a:lnTo>
                    <a:pt x="56917" y="69521"/>
                  </a:lnTo>
                  <a:cubicBezTo>
                    <a:pt x="56917" y="90377"/>
                    <a:pt x="46279" y="109897"/>
                    <a:pt x="28531" y="120850"/>
                  </a:cubicBezTo>
                  <a:cubicBezTo>
                    <a:pt x="28399" y="120931"/>
                    <a:pt x="28267" y="121013"/>
                    <a:pt x="28133" y="121094"/>
                  </a:cubicBezTo>
                  <a:cubicBezTo>
                    <a:pt x="19020" y="126668"/>
                    <a:pt x="9595" y="129361"/>
                    <a:pt x="0" y="130518"/>
                  </a:cubicBezTo>
                  <a:cubicBezTo>
                    <a:pt x="20721" y="131793"/>
                    <a:pt x="41397" y="132884"/>
                    <a:pt x="60675" y="121094"/>
                  </a:cubicBezTo>
                  <a:cubicBezTo>
                    <a:pt x="72345" y="113957"/>
                    <a:pt x="80912" y="105839"/>
                    <a:pt x="87043" y="97178"/>
                  </a:cubicBezTo>
                  <a:cubicBezTo>
                    <a:pt x="88649" y="94909"/>
                    <a:pt x="89459" y="92172"/>
                    <a:pt x="89459" y="89392"/>
                  </a:cubicBezTo>
                  <a:lnTo>
                    <a:pt x="89459" y="0"/>
                  </a:lnTo>
                  <a:close/>
                </a:path>
              </a:pathLst>
            </a:custGeom>
            <a:solidFill>
              <a:srgbClr val="014B4B">
                <a:alpha val="1013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 name="Google Shape;2349;p70">
              <a:extLst>
                <a:ext uri="{FF2B5EF4-FFF2-40B4-BE49-F238E27FC236}">
                  <a16:creationId xmlns:a16="http://schemas.microsoft.com/office/drawing/2014/main" id="{96C3F533-7F41-548B-1A0B-7EE0E441A27A}"/>
                </a:ext>
              </a:extLst>
            </p:cNvPr>
            <p:cNvSpPr/>
            <p:nvPr/>
          </p:nvSpPr>
          <p:spPr>
            <a:xfrm>
              <a:off x="1096510" y="2789668"/>
              <a:ext cx="159382" cy="109425"/>
            </a:xfrm>
            <a:custGeom>
              <a:avLst/>
              <a:gdLst/>
              <a:ahLst/>
              <a:cxnLst/>
              <a:rect l="l" t="t" r="r" b="b"/>
              <a:pathLst>
                <a:path w="226074" h="155213" extrusionOk="0">
                  <a:moveTo>
                    <a:pt x="197291" y="16346"/>
                  </a:moveTo>
                  <a:cubicBezTo>
                    <a:pt x="142205" y="50036"/>
                    <a:pt x="75701" y="-21445"/>
                    <a:pt x="29350" y="98125"/>
                  </a:cubicBezTo>
                  <a:cubicBezTo>
                    <a:pt x="21502" y="118370"/>
                    <a:pt x="11893" y="133654"/>
                    <a:pt x="1566" y="145165"/>
                  </a:cubicBezTo>
                  <a:cubicBezTo>
                    <a:pt x="-1918" y="149049"/>
                    <a:pt x="785" y="155213"/>
                    <a:pt x="6001" y="155213"/>
                  </a:cubicBezTo>
                  <a:lnTo>
                    <a:pt x="217039" y="155213"/>
                  </a:lnTo>
                  <a:cubicBezTo>
                    <a:pt x="222029" y="155213"/>
                    <a:pt x="226074" y="151168"/>
                    <a:pt x="226074" y="146178"/>
                  </a:cubicBezTo>
                  <a:lnTo>
                    <a:pt x="226074" y="6034"/>
                  </a:lnTo>
                  <a:cubicBezTo>
                    <a:pt x="226074" y="683"/>
                    <a:pt x="219569" y="-2034"/>
                    <a:pt x="215828" y="1790"/>
                  </a:cubicBezTo>
                  <a:cubicBezTo>
                    <a:pt x="210770" y="6959"/>
                    <a:pt x="204647" y="11848"/>
                    <a:pt x="197291" y="16346"/>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 name="Google Shape;2350;p70">
              <a:extLst>
                <a:ext uri="{FF2B5EF4-FFF2-40B4-BE49-F238E27FC236}">
                  <a16:creationId xmlns:a16="http://schemas.microsoft.com/office/drawing/2014/main" id="{9D54B4D5-868F-C24C-9B14-45880A2DC900}"/>
                </a:ext>
              </a:extLst>
            </p:cNvPr>
            <p:cNvSpPr/>
            <p:nvPr/>
          </p:nvSpPr>
          <p:spPr>
            <a:xfrm>
              <a:off x="1229409" y="2789667"/>
              <a:ext cx="26531" cy="109427"/>
            </a:xfrm>
            <a:custGeom>
              <a:avLst/>
              <a:gdLst/>
              <a:ahLst/>
              <a:cxnLst/>
              <a:rect l="l" t="t" r="r" b="b"/>
              <a:pathLst>
                <a:path w="37632" h="155215" extrusionOk="0">
                  <a:moveTo>
                    <a:pt x="9035" y="16231"/>
                  </a:moveTo>
                  <a:lnTo>
                    <a:pt x="9035" y="146180"/>
                  </a:lnTo>
                  <a:cubicBezTo>
                    <a:pt x="9035" y="151170"/>
                    <a:pt x="4990" y="155215"/>
                    <a:pt x="0" y="155215"/>
                  </a:cubicBezTo>
                  <a:lnTo>
                    <a:pt x="28597" y="155215"/>
                  </a:lnTo>
                  <a:cubicBezTo>
                    <a:pt x="33587" y="155215"/>
                    <a:pt x="37632" y="151170"/>
                    <a:pt x="37632" y="146180"/>
                  </a:cubicBezTo>
                  <a:lnTo>
                    <a:pt x="37632" y="6031"/>
                  </a:lnTo>
                  <a:cubicBezTo>
                    <a:pt x="37632" y="678"/>
                    <a:pt x="31127" y="-2033"/>
                    <a:pt x="27383" y="1792"/>
                  </a:cubicBezTo>
                  <a:cubicBezTo>
                    <a:pt x="22368" y="6917"/>
                    <a:pt x="16306" y="11764"/>
                    <a:pt x="9035" y="16231"/>
                  </a:cubicBezTo>
                  <a:close/>
                </a:path>
              </a:pathLst>
            </a:custGeom>
            <a:solidFill>
              <a:srgbClr val="014B4B">
                <a:alpha val="1013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9" name="Google Shape;2351;p70">
              <a:extLst>
                <a:ext uri="{FF2B5EF4-FFF2-40B4-BE49-F238E27FC236}">
                  <a16:creationId xmlns:a16="http://schemas.microsoft.com/office/drawing/2014/main" id="{D582FE80-741E-43B7-196B-1119C1D07B6B}"/>
                </a:ext>
              </a:extLst>
            </p:cNvPr>
            <p:cNvGrpSpPr/>
            <p:nvPr/>
          </p:nvGrpSpPr>
          <p:grpSpPr>
            <a:xfrm>
              <a:off x="1164190" y="2826548"/>
              <a:ext cx="57076" cy="55944"/>
              <a:chOff x="1321009" y="3070492"/>
              <a:chExt cx="80924" cy="79319"/>
            </a:xfrm>
          </p:grpSpPr>
          <p:sp>
            <p:nvSpPr>
              <p:cNvPr id="38" name="Google Shape;2352;p70">
                <a:extLst>
                  <a:ext uri="{FF2B5EF4-FFF2-40B4-BE49-F238E27FC236}">
                    <a16:creationId xmlns:a16="http://schemas.microsoft.com/office/drawing/2014/main" id="{79A36480-89D4-F455-EB61-19BA62A150FA}"/>
                  </a:ext>
                </a:extLst>
              </p:cNvPr>
              <p:cNvSpPr/>
              <p:nvPr/>
            </p:nvSpPr>
            <p:spPr>
              <a:xfrm>
                <a:off x="1336296" y="3070492"/>
                <a:ext cx="50350" cy="79319"/>
              </a:xfrm>
              <a:custGeom>
                <a:avLst/>
                <a:gdLst/>
                <a:ahLst/>
                <a:cxnLst/>
                <a:rect l="l" t="t" r="r" b="b"/>
                <a:pathLst>
                  <a:path w="50350" h="79319" extrusionOk="0">
                    <a:moveTo>
                      <a:pt x="8806" y="79319"/>
                    </a:moveTo>
                    <a:cubicBezTo>
                      <a:pt x="7414" y="79319"/>
                      <a:pt x="6000" y="78987"/>
                      <a:pt x="4684" y="78290"/>
                    </a:cubicBezTo>
                    <a:cubicBezTo>
                      <a:pt x="385" y="76009"/>
                      <a:pt x="-1251" y="70675"/>
                      <a:pt x="1029" y="66375"/>
                    </a:cubicBezTo>
                    <a:lnTo>
                      <a:pt x="33751" y="4684"/>
                    </a:lnTo>
                    <a:cubicBezTo>
                      <a:pt x="36031" y="384"/>
                      <a:pt x="41367" y="-1250"/>
                      <a:pt x="45666" y="1028"/>
                    </a:cubicBezTo>
                    <a:cubicBezTo>
                      <a:pt x="49966" y="3309"/>
                      <a:pt x="51602" y="8644"/>
                      <a:pt x="49322" y="12943"/>
                    </a:cubicBezTo>
                    <a:lnTo>
                      <a:pt x="16599" y="74635"/>
                    </a:lnTo>
                    <a:cubicBezTo>
                      <a:pt x="15017" y="77617"/>
                      <a:pt x="11964" y="79319"/>
                      <a:pt x="8806" y="7931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9" name="Google Shape;2353;p70">
                <a:extLst>
                  <a:ext uri="{FF2B5EF4-FFF2-40B4-BE49-F238E27FC236}">
                    <a16:creationId xmlns:a16="http://schemas.microsoft.com/office/drawing/2014/main" id="{9EDE7EBB-A8C9-64A7-2F22-00BF973876D0}"/>
                  </a:ext>
                </a:extLst>
              </p:cNvPr>
              <p:cNvGrpSpPr/>
              <p:nvPr/>
            </p:nvGrpSpPr>
            <p:grpSpPr>
              <a:xfrm>
                <a:off x="1321009" y="3080419"/>
                <a:ext cx="80924" cy="59466"/>
                <a:chOff x="1321009" y="3080419"/>
                <a:chExt cx="80924" cy="59466"/>
              </a:xfrm>
            </p:grpSpPr>
            <p:sp>
              <p:nvSpPr>
                <p:cNvPr id="40" name="Google Shape;2354;p70">
                  <a:extLst>
                    <a:ext uri="{FF2B5EF4-FFF2-40B4-BE49-F238E27FC236}">
                      <a16:creationId xmlns:a16="http://schemas.microsoft.com/office/drawing/2014/main" id="{6C2178CD-32AF-3C09-CEB4-C05CC517A1BB}"/>
                    </a:ext>
                  </a:extLst>
                </p:cNvPr>
                <p:cNvSpPr/>
                <p:nvPr/>
              </p:nvSpPr>
              <p:spPr>
                <a:xfrm>
                  <a:off x="1321009" y="3080419"/>
                  <a:ext cx="25029" cy="17623"/>
                </a:xfrm>
                <a:custGeom>
                  <a:avLst/>
                  <a:gdLst/>
                  <a:ahLst/>
                  <a:cxnLst/>
                  <a:rect l="l" t="t" r="r" b="b"/>
                  <a:pathLst>
                    <a:path w="25029" h="17623" extrusionOk="0">
                      <a:moveTo>
                        <a:pt x="16218" y="17623"/>
                      </a:moveTo>
                      <a:lnTo>
                        <a:pt x="8812" y="17623"/>
                      </a:lnTo>
                      <a:cubicBezTo>
                        <a:pt x="3944" y="17623"/>
                        <a:pt x="0" y="13678"/>
                        <a:pt x="0" y="8812"/>
                      </a:cubicBezTo>
                      <a:cubicBezTo>
                        <a:pt x="0" y="3945"/>
                        <a:pt x="3945" y="0"/>
                        <a:pt x="8812" y="0"/>
                      </a:cubicBezTo>
                      <a:lnTo>
                        <a:pt x="16218" y="0"/>
                      </a:lnTo>
                      <a:cubicBezTo>
                        <a:pt x="21086" y="0"/>
                        <a:pt x="25030" y="3945"/>
                        <a:pt x="25030" y="8812"/>
                      </a:cubicBezTo>
                      <a:cubicBezTo>
                        <a:pt x="25030" y="13678"/>
                        <a:pt x="21086" y="17623"/>
                        <a:pt x="16218" y="1762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 name="Google Shape;2355;p70">
                  <a:extLst>
                    <a:ext uri="{FF2B5EF4-FFF2-40B4-BE49-F238E27FC236}">
                      <a16:creationId xmlns:a16="http://schemas.microsoft.com/office/drawing/2014/main" id="{7FCF07B3-6DEF-3484-9654-E3C8AC21842A}"/>
                    </a:ext>
                  </a:extLst>
                </p:cNvPr>
                <p:cNvSpPr/>
                <p:nvPr/>
              </p:nvSpPr>
              <p:spPr>
                <a:xfrm>
                  <a:off x="1376904" y="3122262"/>
                  <a:ext cx="25029" cy="17623"/>
                </a:xfrm>
                <a:custGeom>
                  <a:avLst/>
                  <a:gdLst/>
                  <a:ahLst/>
                  <a:cxnLst/>
                  <a:rect l="l" t="t" r="r" b="b"/>
                  <a:pathLst>
                    <a:path w="25029" h="17623" extrusionOk="0">
                      <a:moveTo>
                        <a:pt x="16218" y="17623"/>
                      </a:moveTo>
                      <a:lnTo>
                        <a:pt x="8812" y="17623"/>
                      </a:lnTo>
                      <a:cubicBezTo>
                        <a:pt x="3944" y="17623"/>
                        <a:pt x="0" y="13678"/>
                        <a:pt x="0" y="8812"/>
                      </a:cubicBezTo>
                      <a:cubicBezTo>
                        <a:pt x="0" y="3945"/>
                        <a:pt x="3945" y="0"/>
                        <a:pt x="8812" y="0"/>
                      </a:cubicBezTo>
                      <a:lnTo>
                        <a:pt x="16218" y="0"/>
                      </a:lnTo>
                      <a:cubicBezTo>
                        <a:pt x="21086" y="0"/>
                        <a:pt x="25030" y="3945"/>
                        <a:pt x="25030" y="8812"/>
                      </a:cubicBezTo>
                      <a:cubicBezTo>
                        <a:pt x="25030" y="13678"/>
                        <a:pt x="21086" y="17623"/>
                        <a:pt x="16218" y="1762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0" name="Google Shape;2356;p70">
              <a:extLst>
                <a:ext uri="{FF2B5EF4-FFF2-40B4-BE49-F238E27FC236}">
                  <a16:creationId xmlns:a16="http://schemas.microsoft.com/office/drawing/2014/main" id="{7AE47CE1-86AB-D5D5-DC3E-D97E69C09E24}"/>
                </a:ext>
              </a:extLst>
            </p:cNvPr>
            <p:cNvGrpSpPr/>
            <p:nvPr/>
          </p:nvGrpSpPr>
          <p:grpSpPr>
            <a:xfrm>
              <a:off x="881846" y="2724941"/>
              <a:ext cx="35821" cy="67977"/>
              <a:chOff x="920691" y="2926430"/>
              <a:chExt cx="50788" cy="96380"/>
            </a:xfrm>
          </p:grpSpPr>
          <p:sp>
            <p:nvSpPr>
              <p:cNvPr id="35" name="Google Shape;2357;p70">
                <a:extLst>
                  <a:ext uri="{FF2B5EF4-FFF2-40B4-BE49-F238E27FC236}">
                    <a16:creationId xmlns:a16="http://schemas.microsoft.com/office/drawing/2014/main" id="{75588735-1ED1-548D-D860-222E83FA6444}"/>
                  </a:ext>
                </a:extLst>
              </p:cNvPr>
              <p:cNvSpPr/>
              <p:nvPr/>
            </p:nvSpPr>
            <p:spPr>
              <a:xfrm>
                <a:off x="920691" y="2934410"/>
                <a:ext cx="50788" cy="79452"/>
              </a:xfrm>
              <a:custGeom>
                <a:avLst/>
                <a:gdLst/>
                <a:ahLst/>
                <a:cxnLst/>
                <a:rect l="l" t="t" r="r" b="b"/>
                <a:pathLst>
                  <a:path w="50788" h="79452" extrusionOk="0">
                    <a:moveTo>
                      <a:pt x="24320" y="79453"/>
                    </a:moveTo>
                    <a:cubicBezTo>
                      <a:pt x="16397" y="79453"/>
                      <a:pt x="11443" y="78531"/>
                      <a:pt x="3988" y="73653"/>
                    </a:cubicBezTo>
                    <a:cubicBezTo>
                      <a:pt x="-84" y="70989"/>
                      <a:pt x="-1225" y="65527"/>
                      <a:pt x="1439" y="61454"/>
                    </a:cubicBezTo>
                    <a:cubicBezTo>
                      <a:pt x="4104" y="57383"/>
                      <a:pt x="9565" y="56240"/>
                      <a:pt x="13638" y="58905"/>
                    </a:cubicBezTo>
                    <a:cubicBezTo>
                      <a:pt x="17835" y="61650"/>
                      <a:pt x="19211" y="61858"/>
                      <a:pt x="24944" y="61825"/>
                    </a:cubicBezTo>
                    <a:cubicBezTo>
                      <a:pt x="30436" y="61788"/>
                      <a:pt x="32624" y="57477"/>
                      <a:pt x="33053" y="54936"/>
                    </a:cubicBezTo>
                    <a:cubicBezTo>
                      <a:pt x="33607" y="51638"/>
                      <a:pt x="32173" y="49359"/>
                      <a:pt x="28793" y="48164"/>
                    </a:cubicBezTo>
                    <a:cubicBezTo>
                      <a:pt x="21579" y="45614"/>
                      <a:pt x="14180" y="42687"/>
                      <a:pt x="8930" y="38570"/>
                    </a:cubicBezTo>
                    <a:cubicBezTo>
                      <a:pt x="3321" y="34171"/>
                      <a:pt x="743" y="26631"/>
                      <a:pt x="2202" y="18892"/>
                    </a:cubicBezTo>
                    <a:cubicBezTo>
                      <a:pt x="3771" y="10564"/>
                      <a:pt x="9599" y="3929"/>
                      <a:pt x="17411" y="1576"/>
                    </a:cubicBezTo>
                    <a:cubicBezTo>
                      <a:pt x="30797" y="-2458"/>
                      <a:pt x="42842" y="2458"/>
                      <a:pt x="44172" y="3031"/>
                    </a:cubicBezTo>
                    <a:cubicBezTo>
                      <a:pt x="48641" y="4959"/>
                      <a:pt x="50700" y="10144"/>
                      <a:pt x="48773" y="14613"/>
                    </a:cubicBezTo>
                    <a:cubicBezTo>
                      <a:pt x="46854" y="19062"/>
                      <a:pt x="41704" y="21126"/>
                      <a:pt x="37248" y="19239"/>
                    </a:cubicBezTo>
                    <a:cubicBezTo>
                      <a:pt x="36996" y="19136"/>
                      <a:pt x="29735" y="16270"/>
                      <a:pt x="22493" y="18451"/>
                    </a:cubicBezTo>
                    <a:cubicBezTo>
                      <a:pt x="20255" y="19125"/>
                      <a:pt x="19652" y="21457"/>
                      <a:pt x="19519" y="22155"/>
                    </a:cubicBezTo>
                    <a:cubicBezTo>
                      <a:pt x="19253" y="23577"/>
                      <a:pt x="19615" y="24553"/>
                      <a:pt x="19806" y="24701"/>
                    </a:cubicBezTo>
                    <a:cubicBezTo>
                      <a:pt x="23064" y="27257"/>
                      <a:pt x="29147" y="29596"/>
                      <a:pt x="34665" y="31548"/>
                    </a:cubicBezTo>
                    <a:cubicBezTo>
                      <a:pt x="46065" y="35577"/>
                      <a:pt x="52402" y="46151"/>
                      <a:pt x="50433" y="57858"/>
                    </a:cubicBezTo>
                    <a:cubicBezTo>
                      <a:pt x="48344" y="70285"/>
                      <a:pt x="37674" y="79366"/>
                      <a:pt x="25062" y="79449"/>
                    </a:cubicBezTo>
                    <a:cubicBezTo>
                      <a:pt x="24810" y="79452"/>
                      <a:pt x="24563" y="79453"/>
                      <a:pt x="24320" y="7945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 name="Google Shape;2358;p70">
                <a:extLst>
                  <a:ext uri="{FF2B5EF4-FFF2-40B4-BE49-F238E27FC236}">
                    <a16:creationId xmlns:a16="http://schemas.microsoft.com/office/drawing/2014/main" id="{08CEC240-89D5-E2E3-791D-660DE4367C66}"/>
                  </a:ext>
                </a:extLst>
              </p:cNvPr>
              <p:cNvSpPr/>
              <p:nvPr/>
            </p:nvSpPr>
            <p:spPr>
              <a:xfrm>
                <a:off x="936881" y="2997214"/>
                <a:ext cx="17623" cy="25596"/>
              </a:xfrm>
              <a:custGeom>
                <a:avLst/>
                <a:gdLst/>
                <a:ahLst/>
                <a:cxnLst/>
                <a:rect l="l" t="t" r="r" b="b"/>
                <a:pathLst>
                  <a:path w="17623" h="25596" extrusionOk="0">
                    <a:moveTo>
                      <a:pt x="8812" y="25597"/>
                    </a:moveTo>
                    <a:cubicBezTo>
                      <a:pt x="3944" y="25597"/>
                      <a:pt x="0" y="21652"/>
                      <a:pt x="0" y="16785"/>
                    </a:cubicBezTo>
                    <a:lnTo>
                      <a:pt x="0" y="8812"/>
                    </a:lnTo>
                    <a:cubicBezTo>
                      <a:pt x="0" y="3945"/>
                      <a:pt x="3945" y="0"/>
                      <a:pt x="8812" y="0"/>
                    </a:cubicBezTo>
                    <a:cubicBezTo>
                      <a:pt x="13679" y="0"/>
                      <a:pt x="17623" y="3945"/>
                      <a:pt x="17623" y="8812"/>
                    </a:cubicBezTo>
                    <a:lnTo>
                      <a:pt x="17623" y="16785"/>
                    </a:lnTo>
                    <a:cubicBezTo>
                      <a:pt x="17624" y="21652"/>
                      <a:pt x="13679" y="25597"/>
                      <a:pt x="8812" y="25597"/>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 name="Google Shape;2359;p70">
                <a:extLst>
                  <a:ext uri="{FF2B5EF4-FFF2-40B4-BE49-F238E27FC236}">
                    <a16:creationId xmlns:a16="http://schemas.microsoft.com/office/drawing/2014/main" id="{82F9EE32-5415-9EFF-8245-EDC6AA667187}"/>
                  </a:ext>
                </a:extLst>
              </p:cNvPr>
              <p:cNvSpPr/>
              <p:nvPr/>
            </p:nvSpPr>
            <p:spPr>
              <a:xfrm>
                <a:off x="936881" y="2926430"/>
                <a:ext cx="17623" cy="25062"/>
              </a:xfrm>
              <a:custGeom>
                <a:avLst/>
                <a:gdLst/>
                <a:ahLst/>
                <a:cxnLst/>
                <a:rect l="l" t="t" r="r" b="b"/>
                <a:pathLst>
                  <a:path w="17623" h="25062" extrusionOk="0">
                    <a:moveTo>
                      <a:pt x="8812" y="25063"/>
                    </a:moveTo>
                    <a:cubicBezTo>
                      <a:pt x="3944" y="25063"/>
                      <a:pt x="0" y="21118"/>
                      <a:pt x="0" y="16251"/>
                    </a:cubicBezTo>
                    <a:lnTo>
                      <a:pt x="0" y="8812"/>
                    </a:lnTo>
                    <a:cubicBezTo>
                      <a:pt x="0" y="3945"/>
                      <a:pt x="3945" y="0"/>
                      <a:pt x="8812" y="0"/>
                    </a:cubicBezTo>
                    <a:cubicBezTo>
                      <a:pt x="13679" y="0"/>
                      <a:pt x="17623" y="3945"/>
                      <a:pt x="17623" y="8812"/>
                    </a:cubicBezTo>
                    <a:lnTo>
                      <a:pt x="17623" y="16251"/>
                    </a:lnTo>
                    <a:cubicBezTo>
                      <a:pt x="17624" y="21118"/>
                      <a:pt x="13679" y="25063"/>
                      <a:pt x="8812" y="2506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1" name="Google Shape;2360;p70">
              <a:extLst>
                <a:ext uri="{FF2B5EF4-FFF2-40B4-BE49-F238E27FC236}">
                  <a16:creationId xmlns:a16="http://schemas.microsoft.com/office/drawing/2014/main" id="{A16428FB-0FBA-033E-BC5B-1D88AA0FA652}"/>
                </a:ext>
              </a:extLst>
            </p:cNvPr>
            <p:cNvSpPr/>
            <p:nvPr/>
          </p:nvSpPr>
          <p:spPr>
            <a:xfrm>
              <a:off x="959045" y="2730432"/>
              <a:ext cx="234023" cy="12424"/>
            </a:xfrm>
            <a:custGeom>
              <a:avLst/>
              <a:gdLst/>
              <a:ahLst/>
              <a:cxnLst/>
              <a:rect l="l" t="t" r="r" b="b"/>
              <a:pathLst>
                <a:path w="331947" h="17623" extrusionOk="0">
                  <a:moveTo>
                    <a:pt x="323135" y="17623"/>
                  </a:moveTo>
                  <a:lnTo>
                    <a:pt x="8812" y="17623"/>
                  </a:lnTo>
                  <a:cubicBezTo>
                    <a:pt x="3944" y="17623"/>
                    <a:pt x="0" y="13678"/>
                    <a:pt x="0" y="8812"/>
                  </a:cubicBezTo>
                  <a:cubicBezTo>
                    <a:pt x="0" y="3945"/>
                    <a:pt x="3945" y="0"/>
                    <a:pt x="8812" y="0"/>
                  </a:cubicBezTo>
                  <a:lnTo>
                    <a:pt x="323135" y="0"/>
                  </a:lnTo>
                  <a:cubicBezTo>
                    <a:pt x="328003" y="0"/>
                    <a:pt x="331947" y="3945"/>
                    <a:pt x="331947" y="8812"/>
                  </a:cubicBezTo>
                  <a:cubicBezTo>
                    <a:pt x="331947" y="13678"/>
                    <a:pt x="328002" y="17623"/>
                    <a:pt x="323135" y="1762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 name="Google Shape;2361;p70">
              <a:extLst>
                <a:ext uri="{FF2B5EF4-FFF2-40B4-BE49-F238E27FC236}">
                  <a16:creationId xmlns:a16="http://schemas.microsoft.com/office/drawing/2014/main" id="{67D45320-F34A-823C-5D39-D857A55599A6}"/>
                </a:ext>
              </a:extLst>
            </p:cNvPr>
            <p:cNvSpPr/>
            <p:nvPr/>
          </p:nvSpPr>
          <p:spPr>
            <a:xfrm>
              <a:off x="959045" y="2757752"/>
              <a:ext cx="234023" cy="12424"/>
            </a:xfrm>
            <a:custGeom>
              <a:avLst/>
              <a:gdLst/>
              <a:ahLst/>
              <a:cxnLst/>
              <a:rect l="l" t="t" r="r" b="b"/>
              <a:pathLst>
                <a:path w="331947" h="17623" extrusionOk="0">
                  <a:moveTo>
                    <a:pt x="323135" y="17623"/>
                  </a:moveTo>
                  <a:lnTo>
                    <a:pt x="8812" y="17623"/>
                  </a:lnTo>
                  <a:cubicBezTo>
                    <a:pt x="3944" y="17623"/>
                    <a:pt x="0" y="13678"/>
                    <a:pt x="0" y="8812"/>
                  </a:cubicBezTo>
                  <a:cubicBezTo>
                    <a:pt x="0" y="3945"/>
                    <a:pt x="3945" y="0"/>
                    <a:pt x="8812" y="0"/>
                  </a:cubicBezTo>
                  <a:lnTo>
                    <a:pt x="323135" y="0"/>
                  </a:lnTo>
                  <a:cubicBezTo>
                    <a:pt x="328003" y="0"/>
                    <a:pt x="331947" y="3945"/>
                    <a:pt x="331947" y="8812"/>
                  </a:cubicBezTo>
                  <a:cubicBezTo>
                    <a:pt x="331947" y="13678"/>
                    <a:pt x="328002" y="17623"/>
                    <a:pt x="323135" y="1762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 name="Google Shape;2362;p70">
              <a:extLst>
                <a:ext uri="{FF2B5EF4-FFF2-40B4-BE49-F238E27FC236}">
                  <a16:creationId xmlns:a16="http://schemas.microsoft.com/office/drawing/2014/main" id="{4B2B179B-9F2D-25E7-79F8-4EDEA606ABC9}"/>
                </a:ext>
              </a:extLst>
            </p:cNvPr>
            <p:cNvSpPr/>
            <p:nvPr/>
          </p:nvSpPr>
          <p:spPr>
            <a:xfrm>
              <a:off x="959045" y="2785071"/>
              <a:ext cx="150854" cy="12424"/>
            </a:xfrm>
            <a:custGeom>
              <a:avLst/>
              <a:gdLst/>
              <a:ahLst/>
              <a:cxnLst/>
              <a:rect l="l" t="t" r="r" b="b"/>
              <a:pathLst>
                <a:path w="213977" h="17623" extrusionOk="0">
                  <a:moveTo>
                    <a:pt x="205166" y="17623"/>
                  </a:moveTo>
                  <a:lnTo>
                    <a:pt x="8812" y="17623"/>
                  </a:lnTo>
                  <a:cubicBezTo>
                    <a:pt x="3944" y="17623"/>
                    <a:pt x="0" y="13678"/>
                    <a:pt x="0" y="8812"/>
                  </a:cubicBezTo>
                  <a:cubicBezTo>
                    <a:pt x="0" y="3945"/>
                    <a:pt x="3945" y="0"/>
                    <a:pt x="8812" y="0"/>
                  </a:cubicBezTo>
                  <a:lnTo>
                    <a:pt x="205166" y="0"/>
                  </a:lnTo>
                  <a:cubicBezTo>
                    <a:pt x="210034" y="0"/>
                    <a:pt x="213978" y="3945"/>
                    <a:pt x="213978" y="8812"/>
                  </a:cubicBezTo>
                  <a:cubicBezTo>
                    <a:pt x="213978" y="13678"/>
                    <a:pt x="210034" y="17623"/>
                    <a:pt x="205166" y="1762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 name="Google Shape;2363;p70">
              <a:extLst>
                <a:ext uri="{FF2B5EF4-FFF2-40B4-BE49-F238E27FC236}">
                  <a16:creationId xmlns:a16="http://schemas.microsoft.com/office/drawing/2014/main" id="{39FF6AB2-DD44-E0F6-F9F4-4D7E04095FD3}"/>
                </a:ext>
              </a:extLst>
            </p:cNvPr>
            <p:cNvSpPr/>
            <p:nvPr/>
          </p:nvSpPr>
          <p:spPr>
            <a:xfrm>
              <a:off x="966911" y="2812389"/>
              <a:ext cx="99908" cy="41424"/>
            </a:xfrm>
            <a:custGeom>
              <a:avLst/>
              <a:gdLst/>
              <a:ahLst/>
              <a:cxnLst/>
              <a:rect l="l" t="t" r="r" b="b"/>
              <a:pathLst>
                <a:path w="141714" h="58757" extrusionOk="0">
                  <a:moveTo>
                    <a:pt x="8815" y="58758"/>
                  </a:moveTo>
                  <a:cubicBezTo>
                    <a:pt x="8751" y="58758"/>
                    <a:pt x="8687" y="58756"/>
                    <a:pt x="8623" y="58755"/>
                  </a:cubicBezTo>
                  <a:cubicBezTo>
                    <a:pt x="3757" y="58650"/>
                    <a:pt x="-103" y="54622"/>
                    <a:pt x="2" y="49758"/>
                  </a:cubicBezTo>
                  <a:cubicBezTo>
                    <a:pt x="337" y="34079"/>
                    <a:pt x="7751" y="21648"/>
                    <a:pt x="21439" y="13808"/>
                  </a:cubicBezTo>
                  <a:cubicBezTo>
                    <a:pt x="27233" y="10489"/>
                    <a:pt x="34184" y="10409"/>
                    <a:pt x="40035" y="13591"/>
                  </a:cubicBezTo>
                  <a:cubicBezTo>
                    <a:pt x="45859" y="16758"/>
                    <a:pt x="49551" y="22604"/>
                    <a:pt x="49912" y="29232"/>
                  </a:cubicBezTo>
                  <a:lnTo>
                    <a:pt x="49986" y="30670"/>
                  </a:lnTo>
                  <a:cubicBezTo>
                    <a:pt x="50066" y="32246"/>
                    <a:pt x="50149" y="33876"/>
                    <a:pt x="50293" y="35490"/>
                  </a:cubicBezTo>
                  <a:cubicBezTo>
                    <a:pt x="50327" y="35885"/>
                    <a:pt x="50386" y="36546"/>
                    <a:pt x="51387" y="36725"/>
                  </a:cubicBezTo>
                  <a:cubicBezTo>
                    <a:pt x="52441" y="36917"/>
                    <a:pt x="52767" y="36232"/>
                    <a:pt x="52923" y="35905"/>
                  </a:cubicBezTo>
                  <a:lnTo>
                    <a:pt x="53155" y="35423"/>
                  </a:lnTo>
                  <a:cubicBezTo>
                    <a:pt x="55958" y="29630"/>
                    <a:pt x="61456" y="25686"/>
                    <a:pt x="67862" y="24874"/>
                  </a:cubicBezTo>
                  <a:cubicBezTo>
                    <a:pt x="74229" y="24071"/>
                    <a:pt x="80479" y="26488"/>
                    <a:pt x="84601" y="31352"/>
                  </a:cubicBezTo>
                  <a:cubicBezTo>
                    <a:pt x="86460" y="33545"/>
                    <a:pt x="88838" y="35545"/>
                    <a:pt x="91671" y="37297"/>
                  </a:cubicBezTo>
                  <a:cubicBezTo>
                    <a:pt x="92182" y="37615"/>
                    <a:pt x="92666" y="37541"/>
                    <a:pt x="92904" y="37469"/>
                  </a:cubicBezTo>
                  <a:cubicBezTo>
                    <a:pt x="93413" y="37317"/>
                    <a:pt x="93568" y="36985"/>
                    <a:pt x="93620" y="36877"/>
                  </a:cubicBezTo>
                  <a:cubicBezTo>
                    <a:pt x="101096" y="21018"/>
                    <a:pt x="112986" y="8925"/>
                    <a:pt x="128958" y="934"/>
                  </a:cubicBezTo>
                  <a:cubicBezTo>
                    <a:pt x="133310" y="-1245"/>
                    <a:pt x="138604" y="520"/>
                    <a:pt x="140782" y="4871"/>
                  </a:cubicBezTo>
                  <a:cubicBezTo>
                    <a:pt x="142959" y="9224"/>
                    <a:pt x="141197" y="14517"/>
                    <a:pt x="136845" y="16694"/>
                  </a:cubicBezTo>
                  <a:cubicBezTo>
                    <a:pt x="124317" y="22963"/>
                    <a:pt x="115393" y="32023"/>
                    <a:pt x="109561" y="44393"/>
                  </a:cubicBezTo>
                  <a:cubicBezTo>
                    <a:pt x="107289" y="49210"/>
                    <a:pt x="103044" y="52845"/>
                    <a:pt x="97912" y="54366"/>
                  </a:cubicBezTo>
                  <a:cubicBezTo>
                    <a:pt x="92695" y="55911"/>
                    <a:pt x="87041" y="55155"/>
                    <a:pt x="82400" y="52286"/>
                  </a:cubicBezTo>
                  <a:cubicBezTo>
                    <a:pt x="77993" y="49562"/>
                    <a:pt x="74209" y="46351"/>
                    <a:pt x="71155" y="42747"/>
                  </a:cubicBezTo>
                  <a:cubicBezTo>
                    <a:pt x="71056" y="42630"/>
                    <a:pt x="70739" y="42272"/>
                    <a:pt x="70079" y="42358"/>
                  </a:cubicBezTo>
                  <a:cubicBezTo>
                    <a:pt x="69737" y="42402"/>
                    <a:pt x="69276" y="42565"/>
                    <a:pt x="69016" y="43101"/>
                  </a:cubicBezTo>
                  <a:lnTo>
                    <a:pt x="68823" y="43502"/>
                  </a:lnTo>
                  <a:cubicBezTo>
                    <a:pt x="65091" y="51349"/>
                    <a:pt x="56819" y="55613"/>
                    <a:pt x="48269" y="54072"/>
                  </a:cubicBezTo>
                  <a:cubicBezTo>
                    <a:pt x="39744" y="52542"/>
                    <a:pt x="33501" y="45700"/>
                    <a:pt x="32735" y="37047"/>
                  </a:cubicBezTo>
                  <a:cubicBezTo>
                    <a:pt x="32563" y="35105"/>
                    <a:pt x="32467" y="33226"/>
                    <a:pt x="32382" y="31568"/>
                  </a:cubicBezTo>
                  <a:lnTo>
                    <a:pt x="32311" y="30192"/>
                  </a:lnTo>
                  <a:cubicBezTo>
                    <a:pt x="32300" y="30004"/>
                    <a:pt x="32270" y="29432"/>
                    <a:pt x="31613" y="29073"/>
                  </a:cubicBezTo>
                  <a:cubicBezTo>
                    <a:pt x="31146" y="28821"/>
                    <a:pt x="30669" y="28831"/>
                    <a:pt x="30196" y="29102"/>
                  </a:cubicBezTo>
                  <a:cubicBezTo>
                    <a:pt x="21820" y="33899"/>
                    <a:pt x="17825" y="40581"/>
                    <a:pt x="17620" y="50135"/>
                  </a:cubicBezTo>
                  <a:cubicBezTo>
                    <a:pt x="17519" y="54936"/>
                    <a:pt x="13594" y="58758"/>
                    <a:pt x="8815" y="58758"/>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36"/>
        <p:cNvGrpSpPr/>
        <p:nvPr/>
      </p:nvGrpSpPr>
      <p:grpSpPr>
        <a:xfrm>
          <a:off x="0" y="0"/>
          <a:ext cx="0" cy="0"/>
          <a:chOff x="0" y="0"/>
          <a:chExt cx="0" cy="0"/>
        </a:xfrm>
      </p:grpSpPr>
      <p:sp>
        <p:nvSpPr>
          <p:cNvPr id="1537" name="Google Shape;1537;p51"/>
          <p:cNvSpPr txBox="1">
            <a:spLocks noGrp="1"/>
          </p:cNvSpPr>
          <p:nvPr>
            <p:ph type="subTitle" idx="1"/>
          </p:nvPr>
        </p:nvSpPr>
        <p:spPr>
          <a:xfrm>
            <a:off x="-49905" y="1394184"/>
            <a:ext cx="6371476" cy="3024048"/>
          </a:xfrm>
          <a:prstGeom prst="rect">
            <a:avLst/>
          </a:prstGeom>
        </p:spPr>
        <p:txBody>
          <a:bodyPr spcFirstLastPara="1" wrap="square" lIns="91425" tIns="182875" rIns="91425" bIns="91425" anchor="t" anchorCtr="0">
            <a:noAutofit/>
          </a:bodyPr>
          <a:lstStyle/>
          <a:p>
            <a:pPr marL="495300" indent="-342900" algn="l">
              <a:lnSpc>
                <a:spcPct val="150000"/>
              </a:lnSpc>
              <a:spcAft>
                <a:spcPts val="110"/>
              </a:spcAft>
              <a:buFont typeface="Arial" panose="020B0604020202020204" pitchFamily="34" charset="0"/>
              <a:buChar char="•"/>
            </a:pPr>
            <a:r>
              <a:rPr lang="en-US" sz="1500" b="1" dirty="0"/>
              <a:t>Data Cleaning:</a:t>
            </a:r>
            <a:r>
              <a:rPr lang="en-US" sz="1500" dirty="0"/>
              <a:t> Removed duplicates and handled missing data.</a:t>
            </a:r>
          </a:p>
          <a:p>
            <a:pPr marL="495300" indent="-342900" algn="l">
              <a:lnSpc>
                <a:spcPct val="150000"/>
              </a:lnSpc>
              <a:spcAft>
                <a:spcPts val="110"/>
              </a:spcAft>
              <a:buFont typeface="Arial" panose="020B0604020202020204" pitchFamily="34" charset="0"/>
              <a:buChar char="•"/>
            </a:pPr>
            <a:r>
              <a:rPr lang="en-US" sz="1500" b="1" dirty="0"/>
              <a:t>Data Conversion:</a:t>
            </a:r>
            <a:r>
              <a:rPr lang="en-US" sz="1500" dirty="0"/>
              <a:t> Converted date and amount into correct formats.</a:t>
            </a:r>
          </a:p>
          <a:p>
            <a:pPr marL="495300" indent="-342900" algn="l">
              <a:lnSpc>
                <a:spcPct val="150000"/>
              </a:lnSpc>
              <a:spcAft>
                <a:spcPts val="110"/>
              </a:spcAft>
              <a:buFont typeface="Arial" panose="020B0604020202020204" pitchFamily="34" charset="0"/>
              <a:buChar char="•"/>
            </a:pPr>
            <a:r>
              <a:rPr lang="en-US" sz="1500" b="1" dirty="0"/>
              <a:t>Data Grouping:</a:t>
            </a:r>
            <a:r>
              <a:rPr lang="en-US" sz="1500" dirty="0"/>
              <a:t> Combined transactions to study user behavior.</a:t>
            </a:r>
          </a:p>
          <a:p>
            <a:pPr marL="495300" indent="-342900" algn="l">
              <a:lnSpc>
                <a:spcPct val="150000"/>
              </a:lnSpc>
              <a:spcAft>
                <a:spcPts val="110"/>
              </a:spcAft>
              <a:buFont typeface="Arial" panose="020B0604020202020204" pitchFamily="34" charset="0"/>
              <a:buChar char="•"/>
            </a:pPr>
            <a:r>
              <a:rPr lang="en-US" sz="1500" b="1" dirty="0"/>
              <a:t>Feature Creation:</a:t>
            </a:r>
            <a:r>
              <a:rPr lang="en-US" sz="1500" dirty="0"/>
              <a:t> Added hour, day, and month for time analysis.</a:t>
            </a:r>
          </a:p>
          <a:p>
            <a:pPr marL="495300" indent="-342900" algn="l">
              <a:lnSpc>
                <a:spcPct val="150000"/>
              </a:lnSpc>
              <a:spcAft>
                <a:spcPts val="110"/>
              </a:spcAft>
              <a:buFont typeface="Arial" panose="020B0604020202020204" pitchFamily="34" charset="0"/>
              <a:buChar char="•"/>
            </a:pPr>
            <a:r>
              <a:rPr lang="en-US" sz="1500" b="1" dirty="0"/>
              <a:t>Text Cleaning:</a:t>
            </a:r>
            <a:r>
              <a:rPr lang="en-US" sz="1500" dirty="0"/>
              <a:t> Cleaned merchant and transaction text columns.</a:t>
            </a:r>
          </a:p>
          <a:p>
            <a:pPr marL="495300" indent="-342900" algn="l">
              <a:lnSpc>
                <a:spcPct val="150000"/>
              </a:lnSpc>
              <a:spcAft>
                <a:spcPts val="110"/>
              </a:spcAft>
              <a:buFont typeface="Arial" panose="020B0604020202020204" pitchFamily="34" charset="0"/>
              <a:buChar char="•"/>
            </a:pPr>
            <a:r>
              <a:rPr lang="en-US" sz="1500" b="1" dirty="0"/>
              <a:t>Data Splitting:</a:t>
            </a:r>
            <a:r>
              <a:rPr lang="en-US" sz="1500" dirty="0"/>
              <a:t> Split data for training and testing.</a:t>
            </a:r>
          </a:p>
          <a:p>
            <a:pPr marL="495300" indent="-342900" algn="l">
              <a:lnSpc>
                <a:spcPct val="150000"/>
              </a:lnSpc>
              <a:spcAft>
                <a:spcPts val="110"/>
              </a:spcAft>
              <a:buFont typeface="Arial" panose="020B0604020202020204" pitchFamily="34" charset="0"/>
              <a:buChar char="•"/>
            </a:pPr>
            <a:r>
              <a:rPr lang="en-US" sz="1500" b="1" dirty="0"/>
              <a:t>Scaling:</a:t>
            </a:r>
            <a:r>
              <a:rPr lang="en-US" sz="1500" dirty="0"/>
              <a:t> Kept all numeric values in similar range.</a:t>
            </a:r>
          </a:p>
          <a:p>
            <a:pPr marL="0" indent="0" algn="l"/>
            <a:endParaRPr dirty="0"/>
          </a:p>
        </p:txBody>
      </p:sp>
      <p:sp>
        <p:nvSpPr>
          <p:cNvPr id="1538" name="Google Shape;1538;p51"/>
          <p:cNvSpPr txBox="1">
            <a:spLocks noGrp="1"/>
          </p:cNvSpPr>
          <p:nvPr>
            <p:ph type="title"/>
          </p:nvPr>
        </p:nvSpPr>
        <p:spPr>
          <a:xfrm>
            <a:off x="557693" y="413044"/>
            <a:ext cx="5240742" cy="768900"/>
          </a:xfrm>
          <a:prstGeom prst="rect">
            <a:avLst/>
          </a:prstGeom>
        </p:spPr>
        <p:txBody>
          <a:bodyPr spcFirstLastPara="1" wrap="square" lIns="91425" tIns="91425" rIns="91425" bIns="91425" anchor="b" anchorCtr="0">
            <a:noAutofit/>
          </a:bodyPr>
          <a:lstStyle/>
          <a:p>
            <a:r>
              <a:rPr lang="en-IN" sz="3300" dirty="0">
                <a:latin typeface="Roboto" panose="02000000000000000000" pitchFamily="2" charset="0"/>
                <a:ea typeface="Roboto" panose="02000000000000000000" pitchFamily="2" charset="0"/>
                <a:cs typeface="Roboto" panose="02000000000000000000" pitchFamily="2" charset="0"/>
              </a:rPr>
              <a:t>DATA PREPROCESSING </a:t>
            </a:r>
            <a:endParaRPr sz="3300" dirty="0">
              <a:latin typeface="Roboto" panose="02000000000000000000" pitchFamily="2" charset="0"/>
              <a:ea typeface="Roboto" panose="02000000000000000000" pitchFamily="2" charset="0"/>
              <a:cs typeface="Roboto" panose="02000000000000000000" pitchFamily="2" charset="0"/>
            </a:endParaRPr>
          </a:p>
        </p:txBody>
      </p:sp>
      <p:grpSp>
        <p:nvGrpSpPr>
          <p:cNvPr id="1543" name="Google Shape;1543;p51"/>
          <p:cNvGrpSpPr/>
          <p:nvPr/>
        </p:nvGrpSpPr>
        <p:grpSpPr>
          <a:xfrm>
            <a:off x="6032654" y="1282842"/>
            <a:ext cx="3111346" cy="3135390"/>
            <a:chOff x="847376" y="1012773"/>
            <a:chExt cx="3584208" cy="3444933"/>
          </a:xfrm>
        </p:grpSpPr>
        <p:grpSp>
          <p:nvGrpSpPr>
            <p:cNvPr id="1544" name="Google Shape;1544;p51"/>
            <p:cNvGrpSpPr/>
            <p:nvPr/>
          </p:nvGrpSpPr>
          <p:grpSpPr>
            <a:xfrm>
              <a:off x="847376" y="1980580"/>
              <a:ext cx="3584208" cy="2477125"/>
              <a:chOff x="847376" y="1980580"/>
              <a:chExt cx="3584208" cy="2477125"/>
            </a:xfrm>
          </p:grpSpPr>
          <p:grpSp>
            <p:nvGrpSpPr>
              <p:cNvPr id="1545" name="Google Shape;1545;p51"/>
              <p:cNvGrpSpPr/>
              <p:nvPr/>
            </p:nvGrpSpPr>
            <p:grpSpPr>
              <a:xfrm rot="2070530" flipH="1">
                <a:off x="2813846" y="3367707"/>
                <a:ext cx="1303673" cy="769723"/>
                <a:chOff x="4778337" y="5141250"/>
                <a:chExt cx="1335335" cy="788417"/>
              </a:xfrm>
            </p:grpSpPr>
            <p:sp>
              <p:nvSpPr>
                <p:cNvPr id="1546" name="Google Shape;1546;p51"/>
                <p:cNvSpPr/>
                <p:nvPr/>
              </p:nvSpPr>
              <p:spPr>
                <a:xfrm>
                  <a:off x="4778337" y="5141250"/>
                  <a:ext cx="1335334" cy="787760"/>
                </a:xfrm>
                <a:custGeom>
                  <a:avLst/>
                  <a:gdLst/>
                  <a:ahLst/>
                  <a:cxnLst/>
                  <a:rect l="l" t="t" r="r" b="b"/>
                  <a:pathLst>
                    <a:path w="1745534" h="1029752" extrusionOk="0">
                      <a:moveTo>
                        <a:pt x="5103" y="167486"/>
                      </a:moveTo>
                      <a:cubicBezTo>
                        <a:pt x="-86406" y="691790"/>
                        <a:pt x="1052911" y="1396174"/>
                        <a:pt x="1745445" y="803631"/>
                      </a:cubicBezTo>
                      <a:cubicBezTo>
                        <a:pt x="1467424" y="94438"/>
                        <a:pt x="387793" y="-221495"/>
                        <a:pt x="5103" y="167486"/>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47" name="Google Shape;1547;p51"/>
                <p:cNvSpPr/>
                <p:nvPr/>
              </p:nvSpPr>
              <p:spPr>
                <a:xfrm>
                  <a:off x="5204163" y="5142875"/>
                  <a:ext cx="102221" cy="324991"/>
                </a:xfrm>
                <a:custGeom>
                  <a:avLst/>
                  <a:gdLst/>
                  <a:ahLst/>
                  <a:cxnLst/>
                  <a:rect l="l" t="t" r="r" b="b"/>
                  <a:pathLst>
                    <a:path w="133622" h="424825" extrusionOk="0">
                      <a:moveTo>
                        <a:pt x="133534" y="418484"/>
                      </a:moveTo>
                      <a:lnTo>
                        <a:pt x="23088" y="953"/>
                      </a:lnTo>
                      <a:cubicBezTo>
                        <a:pt x="15344" y="333"/>
                        <a:pt x="7606" y="-262"/>
                        <a:pt x="-89" y="-728"/>
                      </a:cubicBezTo>
                      <a:lnTo>
                        <a:pt x="112286" y="424098"/>
                      </a:ln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48" name="Google Shape;1548;p51"/>
                <p:cNvSpPr/>
                <p:nvPr/>
              </p:nvSpPr>
              <p:spPr>
                <a:xfrm>
                  <a:off x="4817422" y="5352727"/>
                  <a:ext cx="187330" cy="134330"/>
                </a:xfrm>
                <a:custGeom>
                  <a:avLst/>
                  <a:gdLst/>
                  <a:ahLst/>
                  <a:cxnLst/>
                  <a:rect l="l" t="t" r="r" b="b"/>
                  <a:pathLst>
                    <a:path w="244876" h="175595" extrusionOk="0">
                      <a:moveTo>
                        <a:pt x="232548" y="-728"/>
                      </a:moveTo>
                      <a:lnTo>
                        <a:pt x="-89" y="155148"/>
                      </a:lnTo>
                      <a:cubicBezTo>
                        <a:pt x="3113" y="161731"/>
                        <a:pt x="6459" y="168305"/>
                        <a:pt x="9948" y="174867"/>
                      </a:cubicBezTo>
                      <a:lnTo>
                        <a:pt x="244788" y="17516"/>
                      </a:ln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49" name="Google Shape;1549;p51"/>
                <p:cNvSpPr/>
                <p:nvPr/>
              </p:nvSpPr>
              <p:spPr>
                <a:xfrm>
                  <a:off x="5205180" y="5554833"/>
                  <a:ext cx="365072" cy="278678"/>
                </a:xfrm>
                <a:custGeom>
                  <a:avLst/>
                  <a:gdLst/>
                  <a:ahLst/>
                  <a:cxnLst/>
                  <a:rect l="l" t="t" r="r" b="b"/>
                  <a:pathLst>
                    <a:path w="477218" h="364285" extrusionOk="0">
                      <a:moveTo>
                        <a:pt x="463799" y="-728"/>
                      </a:moveTo>
                      <a:lnTo>
                        <a:pt x="-89" y="352899"/>
                      </a:lnTo>
                      <a:cubicBezTo>
                        <a:pt x="7290" y="356507"/>
                        <a:pt x="14709" y="360060"/>
                        <a:pt x="22169" y="363558"/>
                      </a:cubicBezTo>
                      <a:lnTo>
                        <a:pt x="477129" y="16737"/>
                      </a:ln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50" name="Google Shape;1550;p51"/>
                <p:cNvSpPr/>
                <p:nvPr/>
              </p:nvSpPr>
              <p:spPr>
                <a:xfrm>
                  <a:off x="5728282" y="5315912"/>
                  <a:ext cx="66602" cy="325390"/>
                </a:xfrm>
                <a:custGeom>
                  <a:avLst/>
                  <a:gdLst/>
                  <a:ahLst/>
                  <a:cxnLst/>
                  <a:rect l="l" t="t" r="r" b="b"/>
                  <a:pathLst>
                    <a:path w="87062" h="425347" extrusionOk="0">
                      <a:moveTo>
                        <a:pt x="86974" y="421286"/>
                      </a:moveTo>
                      <a:lnTo>
                        <a:pt x="24541" y="14862"/>
                      </a:lnTo>
                      <a:cubicBezTo>
                        <a:pt x="16387" y="9574"/>
                        <a:pt x="8162" y="4400"/>
                        <a:pt x="-89" y="-728"/>
                      </a:cubicBezTo>
                      <a:lnTo>
                        <a:pt x="65250" y="424620"/>
                      </a:lnTo>
                      <a:close/>
                    </a:path>
                  </a:pathLst>
                </a:custGeom>
                <a:solidFill>
                  <a:schemeClr val="accen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51" name="Google Shape;1551;p51"/>
                <p:cNvSpPr/>
                <p:nvPr/>
              </p:nvSpPr>
              <p:spPr>
                <a:xfrm>
                  <a:off x="5642170" y="5695733"/>
                  <a:ext cx="322891" cy="233935"/>
                </a:xfrm>
                <a:custGeom>
                  <a:avLst/>
                  <a:gdLst/>
                  <a:ahLst/>
                  <a:cxnLst/>
                  <a:rect l="l" t="t" r="r" b="b"/>
                  <a:pathLst>
                    <a:path w="422080" h="305797" extrusionOk="0">
                      <a:moveTo>
                        <a:pt x="421991" y="16860"/>
                      </a:moveTo>
                      <a:lnTo>
                        <a:pt x="408822" y="-728"/>
                      </a:lnTo>
                      <a:lnTo>
                        <a:pt x="-89" y="305069"/>
                      </a:lnTo>
                      <a:cubicBezTo>
                        <a:pt x="12556" y="304979"/>
                        <a:pt x="25200" y="304669"/>
                        <a:pt x="37842" y="304137"/>
                      </a:cubicBezTo>
                      <a:close/>
                    </a:path>
                  </a:pathLst>
                </a:custGeom>
                <a:solidFill>
                  <a:schemeClr val="accen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52" name="Google Shape;1552;p51"/>
                <p:cNvSpPr/>
                <p:nvPr/>
              </p:nvSpPr>
              <p:spPr>
                <a:xfrm>
                  <a:off x="4779643" y="5272811"/>
                  <a:ext cx="1334029" cy="490484"/>
                </a:xfrm>
                <a:custGeom>
                  <a:avLst/>
                  <a:gdLst/>
                  <a:ahLst/>
                  <a:cxnLst/>
                  <a:rect l="l" t="t" r="r" b="b"/>
                  <a:pathLst>
                    <a:path w="1743829" h="641156" extrusionOk="0">
                      <a:moveTo>
                        <a:pt x="1738354" y="618832"/>
                      </a:moveTo>
                      <a:lnTo>
                        <a:pt x="2846" y="-728"/>
                      </a:lnTo>
                      <a:cubicBezTo>
                        <a:pt x="1635" y="6666"/>
                        <a:pt x="639" y="14090"/>
                        <a:pt x="-89" y="21550"/>
                      </a:cubicBezTo>
                      <a:lnTo>
                        <a:pt x="1733514" y="640429"/>
                      </a:lnTo>
                      <a:cubicBezTo>
                        <a:pt x="1736927" y="637589"/>
                        <a:pt x="1740349" y="634773"/>
                        <a:pt x="1743740" y="631872"/>
                      </a:cubicBezTo>
                      <a:cubicBezTo>
                        <a:pt x="1742022" y="627487"/>
                        <a:pt x="1740133" y="623186"/>
                        <a:pt x="1738354" y="618832"/>
                      </a:cubicBez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553" name="Google Shape;1553;p51"/>
              <p:cNvGrpSpPr/>
              <p:nvPr/>
            </p:nvGrpSpPr>
            <p:grpSpPr>
              <a:xfrm rot="-1478761" flipH="1">
                <a:off x="3223822" y="2310790"/>
                <a:ext cx="1023902" cy="1105476"/>
                <a:chOff x="4921769" y="3642162"/>
                <a:chExt cx="1048829" cy="1132389"/>
              </a:xfrm>
            </p:grpSpPr>
            <p:sp>
              <p:nvSpPr>
                <p:cNvPr id="1554" name="Google Shape;1554;p51"/>
                <p:cNvSpPr/>
                <p:nvPr/>
              </p:nvSpPr>
              <p:spPr>
                <a:xfrm>
                  <a:off x="4921769" y="3642162"/>
                  <a:ext cx="1048829" cy="1132378"/>
                </a:xfrm>
                <a:custGeom>
                  <a:avLst/>
                  <a:gdLst/>
                  <a:ahLst/>
                  <a:cxnLst/>
                  <a:rect l="l" t="t" r="r" b="b"/>
                  <a:pathLst>
                    <a:path w="1371018" h="1480233" extrusionOk="0">
                      <a:moveTo>
                        <a:pt x="24217" y="13961"/>
                      </a:moveTo>
                      <a:cubicBezTo>
                        <a:pt x="-94878" y="497744"/>
                        <a:pt x="207410" y="1383284"/>
                        <a:pt x="1293296" y="1479506"/>
                      </a:cubicBezTo>
                      <a:cubicBezTo>
                        <a:pt x="1574677" y="888315"/>
                        <a:pt x="1077452" y="-135295"/>
                        <a:pt x="24217" y="13961"/>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55" name="Google Shape;1555;p51"/>
                <p:cNvSpPr/>
                <p:nvPr/>
              </p:nvSpPr>
              <p:spPr>
                <a:xfrm>
                  <a:off x="4938097" y="3651132"/>
                  <a:ext cx="976193" cy="1123419"/>
                </a:xfrm>
                <a:custGeom>
                  <a:avLst/>
                  <a:gdLst/>
                  <a:ahLst/>
                  <a:cxnLst/>
                  <a:rect l="l" t="t" r="r" b="b"/>
                  <a:pathLst>
                    <a:path w="1276069" h="1468522" extrusionOk="0">
                      <a:moveTo>
                        <a:pt x="1275980" y="1459154"/>
                      </a:moveTo>
                      <a:lnTo>
                        <a:pt x="25185" y="-728"/>
                      </a:lnTo>
                      <a:cubicBezTo>
                        <a:pt x="17782" y="212"/>
                        <a:pt x="10353" y="1204"/>
                        <a:pt x="2899" y="2249"/>
                      </a:cubicBezTo>
                      <a:cubicBezTo>
                        <a:pt x="1845" y="6533"/>
                        <a:pt x="899" y="10919"/>
                        <a:pt x="-89" y="15265"/>
                      </a:cubicBezTo>
                      <a:lnTo>
                        <a:pt x="1241796" y="1464746"/>
                      </a:lnTo>
                      <a:cubicBezTo>
                        <a:pt x="1251834" y="1465785"/>
                        <a:pt x="1261804" y="1466893"/>
                        <a:pt x="1271979" y="1467795"/>
                      </a:cubicBezTo>
                      <a:cubicBezTo>
                        <a:pt x="1273342" y="1464931"/>
                        <a:pt x="1274653" y="1462037"/>
                        <a:pt x="1275980" y="1459154"/>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56" name="Google Shape;1556;p51"/>
                <p:cNvSpPr/>
                <p:nvPr/>
              </p:nvSpPr>
              <p:spPr>
                <a:xfrm>
                  <a:off x="4965616" y="4023850"/>
                  <a:ext cx="307717" cy="85969"/>
                </a:xfrm>
                <a:custGeom>
                  <a:avLst/>
                  <a:gdLst/>
                  <a:ahLst/>
                  <a:cxnLst/>
                  <a:rect l="l" t="t" r="r" b="b"/>
                  <a:pathLst>
                    <a:path w="402245" h="112378" extrusionOk="0">
                      <a:moveTo>
                        <a:pt x="396002" y="-728"/>
                      </a:moveTo>
                      <a:lnTo>
                        <a:pt x="-89" y="83401"/>
                      </a:lnTo>
                      <a:cubicBezTo>
                        <a:pt x="2932" y="92818"/>
                        <a:pt x="6076" y="102234"/>
                        <a:pt x="9343" y="111651"/>
                      </a:cubicBezTo>
                      <a:lnTo>
                        <a:pt x="402156" y="28218"/>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57" name="Google Shape;1557;p51"/>
                <p:cNvSpPr/>
                <p:nvPr/>
              </p:nvSpPr>
              <p:spPr>
                <a:xfrm>
                  <a:off x="5461021" y="3802587"/>
                  <a:ext cx="170353" cy="469223"/>
                </a:xfrm>
                <a:custGeom>
                  <a:avLst/>
                  <a:gdLst/>
                  <a:ahLst/>
                  <a:cxnLst/>
                  <a:rect l="l" t="t" r="r" b="b"/>
                  <a:pathLst>
                    <a:path w="222684" h="613364" extrusionOk="0">
                      <a:moveTo>
                        <a:pt x="28049" y="612637"/>
                      </a:moveTo>
                      <a:lnTo>
                        <a:pt x="222595" y="17894"/>
                      </a:lnTo>
                      <a:cubicBezTo>
                        <a:pt x="214348" y="11586"/>
                        <a:pt x="205997" y="5379"/>
                        <a:pt x="197541" y="-728"/>
                      </a:cubicBezTo>
                      <a:lnTo>
                        <a:pt x="-89" y="603444"/>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1558" name="Google Shape;1558;p51"/>
                <p:cNvGrpSpPr/>
                <p:nvPr/>
              </p:nvGrpSpPr>
              <p:grpSpPr>
                <a:xfrm>
                  <a:off x="5242608" y="4480691"/>
                  <a:ext cx="420919" cy="42073"/>
                  <a:chOff x="2422386" y="2810148"/>
                  <a:chExt cx="549503" cy="54926"/>
                </a:xfrm>
              </p:grpSpPr>
              <p:sp>
                <p:nvSpPr>
                  <p:cNvPr id="1559" name="Google Shape;1559;p51"/>
                  <p:cNvSpPr/>
                  <p:nvPr/>
                </p:nvSpPr>
                <p:spPr>
                  <a:xfrm>
                    <a:off x="2423063" y="2850164"/>
                    <a:ext cx="16318" cy="14910"/>
                  </a:xfrm>
                  <a:custGeom>
                    <a:avLst/>
                    <a:gdLst/>
                    <a:ahLst/>
                    <a:cxnLst/>
                    <a:rect l="l" t="t" r="r" b="b"/>
                    <a:pathLst>
                      <a:path w="16318" h="14910" extrusionOk="0">
                        <a:moveTo>
                          <a:pt x="600" y="14183"/>
                        </a:moveTo>
                        <a:lnTo>
                          <a:pt x="16230" y="13459"/>
                        </a:lnTo>
                        <a:cubicBezTo>
                          <a:pt x="10700" y="8781"/>
                          <a:pt x="5325" y="4016"/>
                          <a:pt x="-89" y="-728"/>
                        </a:cubicBezTo>
                        <a:close/>
                      </a:path>
                    </a:pathLst>
                  </a:custGeom>
                  <a:solidFill>
                    <a:schemeClr val="accen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60" name="Google Shape;1560;p51"/>
                  <p:cNvSpPr/>
                  <p:nvPr/>
                </p:nvSpPr>
                <p:spPr>
                  <a:xfrm>
                    <a:off x="2422386" y="2810148"/>
                    <a:ext cx="549503" cy="54203"/>
                  </a:xfrm>
                  <a:custGeom>
                    <a:avLst/>
                    <a:gdLst/>
                    <a:ahLst/>
                    <a:cxnLst/>
                    <a:rect l="l" t="t" r="r" b="b"/>
                    <a:pathLst>
                      <a:path w="549503" h="54203" extrusionOk="0">
                        <a:moveTo>
                          <a:pt x="548046" y="-728"/>
                        </a:moveTo>
                        <a:lnTo>
                          <a:pt x="-89" y="24642"/>
                        </a:lnTo>
                        <a:lnTo>
                          <a:pt x="589" y="39288"/>
                        </a:lnTo>
                        <a:cubicBezTo>
                          <a:pt x="6002" y="44032"/>
                          <a:pt x="11378" y="48797"/>
                          <a:pt x="16907" y="53475"/>
                        </a:cubicBezTo>
                        <a:lnTo>
                          <a:pt x="549414" y="28827"/>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1561" name="Google Shape;1561;p51"/>
              <p:cNvGrpSpPr/>
              <p:nvPr/>
            </p:nvGrpSpPr>
            <p:grpSpPr>
              <a:xfrm rot="647239">
                <a:off x="1157160" y="2066624"/>
                <a:ext cx="1023814" cy="1105382"/>
                <a:chOff x="4921769" y="3642162"/>
                <a:chExt cx="1048829" cy="1132389"/>
              </a:xfrm>
            </p:grpSpPr>
            <p:sp>
              <p:nvSpPr>
                <p:cNvPr id="1562" name="Google Shape;1562;p51"/>
                <p:cNvSpPr/>
                <p:nvPr/>
              </p:nvSpPr>
              <p:spPr>
                <a:xfrm>
                  <a:off x="4921769" y="3642162"/>
                  <a:ext cx="1048829" cy="1132378"/>
                </a:xfrm>
                <a:custGeom>
                  <a:avLst/>
                  <a:gdLst/>
                  <a:ahLst/>
                  <a:cxnLst/>
                  <a:rect l="l" t="t" r="r" b="b"/>
                  <a:pathLst>
                    <a:path w="1371018" h="1480233" extrusionOk="0">
                      <a:moveTo>
                        <a:pt x="24217" y="13961"/>
                      </a:moveTo>
                      <a:cubicBezTo>
                        <a:pt x="-94878" y="497744"/>
                        <a:pt x="207410" y="1383284"/>
                        <a:pt x="1293296" y="1479506"/>
                      </a:cubicBezTo>
                      <a:cubicBezTo>
                        <a:pt x="1574677" y="888315"/>
                        <a:pt x="1077452" y="-135295"/>
                        <a:pt x="24217" y="13961"/>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63" name="Google Shape;1563;p51"/>
                <p:cNvSpPr/>
                <p:nvPr/>
              </p:nvSpPr>
              <p:spPr>
                <a:xfrm>
                  <a:off x="4938097" y="3651132"/>
                  <a:ext cx="976193" cy="1123419"/>
                </a:xfrm>
                <a:custGeom>
                  <a:avLst/>
                  <a:gdLst/>
                  <a:ahLst/>
                  <a:cxnLst/>
                  <a:rect l="l" t="t" r="r" b="b"/>
                  <a:pathLst>
                    <a:path w="1276069" h="1468522" extrusionOk="0">
                      <a:moveTo>
                        <a:pt x="1275980" y="1459154"/>
                      </a:moveTo>
                      <a:lnTo>
                        <a:pt x="25185" y="-728"/>
                      </a:lnTo>
                      <a:cubicBezTo>
                        <a:pt x="17782" y="212"/>
                        <a:pt x="10353" y="1204"/>
                        <a:pt x="2899" y="2249"/>
                      </a:cubicBezTo>
                      <a:cubicBezTo>
                        <a:pt x="1845" y="6533"/>
                        <a:pt x="899" y="10919"/>
                        <a:pt x="-89" y="15265"/>
                      </a:cubicBezTo>
                      <a:lnTo>
                        <a:pt x="1241796" y="1464746"/>
                      </a:lnTo>
                      <a:cubicBezTo>
                        <a:pt x="1251834" y="1465785"/>
                        <a:pt x="1261804" y="1466893"/>
                        <a:pt x="1271979" y="1467795"/>
                      </a:cubicBezTo>
                      <a:cubicBezTo>
                        <a:pt x="1273342" y="1464931"/>
                        <a:pt x="1274653" y="1462037"/>
                        <a:pt x="1275980" y="1459154"/>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64" name="Google Shape;1564;p51"/>
                <p:cNvSpPr/>
                <p:nvPr/>
              </p:nvSpPr>
              <p:spPr>
                <a:xfrm>
                  <a:off x="4965616" y="4023850"/>
                  <a:ext cx="307717" cy="85969"/>
                </a:xfrm>
                <a:custGeom>
                  <a:avLst/>
                  <a:gdLst/>
                  <a:ahLst/>
                  <a:cxnLst/>
                  <a:rect l="l" t="t" r="r" b="b"/>
                  <a:pathLst>
                    <a:path w="402245" h="112378" extrusionOk="0">
                      <a:moveTo>
                        <a:pt x="396002" y="-728"/>
                      </a:moveTo>
                      <a:lnTo>
                        <a:pt x="-89" y="83401"/>
                      </a:lnTo>
                      <a:cubicBezTo>
                        <a:pt x="2932" y="92818"/>
                        <a:pt x="6076" y="102234"/>
                        <a:pt x="9343" y="111651"/>
                      </a:cubicBezTo>
                      <a:lnTo>
                        <a:pt x="402156" y="28218"/>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65" name="Google Shape;1565;p51"/>
                <p:cNvSpPr/>
                <p:nvPr/>
              </p:nvSpPr>
              <p:spPr>
                <a:xfrm>
                  <a:off x="5461021" y="3802587"/>
                  <a:ext cx="170353" cy="469223"/>
                </a:xfrm>
                <a:custGeom>
                  <a:avLst/>
                  <a:gdLst/>
                  <a:ahLst/>
                  <a:cxnLst/>
                  <a:rect l="l" t="t" r="r" b="b"/>
                  <a:pathLst>
                    <a:path w="222684" h="613364" extrusionOk="0">
                      <a:moveTo>
                        <a:pt x="28049" y="612637"/>
                      </a:moveTo>
                      <a:lnTo>
                        <a:pt x="222595" y="17894"/>
                      </a:lnTo>
                      <a:cubicBezTo>
                        <a:pt x="214348" y="11586"/>
                        <a:pt x="205997" y="5379"/>
                        <a:pt x="197541" y="-728"/>
                      </a:cubicBezTo>
                      <a:lnTo>
                        <a:pt x="-89" y="603444"/>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1566" name="Google Shape;1566;p51"/>
                <p:cNvGrpSpPr/>
                <p:nvPr/>
              </p:nvGrpSpPr>
              <p:grpSpPr>
                <a:xfrm>
                  <a:off x="5242608" y="4480691"/>
                  <a:ext cx="420919" cy="42073"/>
                  <a:chOff x="2422386" y="2810148"/>
                  <a:chExt cx="549503" cy="54926"/>
                </a:xfrm>
              </p:grpSpPr>
              <p:sp>
                <p:nvSpPr>
                  <p:cNvPr id="1567" name="Google Shape;1567;p51"/>
                  <p:cNvSpPr/>
                  <p:nvPr/>
                </p:nvSpPr>
                <p:spPr>
                  <a:xfrm>
                    <a:off x="2423063" y="2850164"/>
                    <a:ext cx="16318" cy="14910"/>
                  </a:xfrm>
                  <a:custGeom>
                    <a:avLst/>
                    <a:gdLst/>
                    <a:ahLst/>
                    <a:cxnLst/>
                    <a:rect l="l" t="t" r="r" b="b"/>
                    <a:pathLst>
                      <a:path w="16318" h="14910" extrusionOk="0">
                        <a:moveTo>
                          <a:pt x="600" y="14183"/>
                        </a:moveTo>
                        <a:lnTo>
                          <a:pt x="16230" y="13459"/>
                        </a:lnTo>
                        <a:cubicBezTo>
                          <a:pt x="10700" y="8781"/>
                          <a:pt x="5325" y="4016"/>
                          <a:pt x="-89" y="-728"/>
                        </a:cubicBezTo>
                        <a:close/>
                      </a:path>
                    </a:pathLst>
                  </a:custGeom>
                  <a:solidFill>
                    <a:schemeClr val="accen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68" name="Google Shape;1568;p51"/>
                  <p:cNvSpPr/>
                  <p:nvPr/>
                </p:nvSpPr>
                <p:spPr>
                  <a:xfrm>
                    <a:off x="2422386" y="2810148"/>
                    <a:ext cx="549503" cy="54203"/>
                  </a:xfrm>
                  <a:custGeom>
                    <a:avLst/>
                    <a:gdLst/>
                    <a:ahLst/>
                    <a:cxnLst/>
                    <a:rect l="l" t="t" r="r" b="b"/>
                    <a:pathLst>
                      <a:path w="549503" h="54203" extrusionOk="0">
                        <a:moveTo>
                          <a:pt x="548046" y="-728"/>
                        </a:moveTo>
                        <a:lnTo>
                          <a:pt x="-89" y="24642"/>
                        </a:lnTo>
                        <a:lnTo>
                          <a:pt x="589" y="39288"/>
                        </a:lnTo>
                        <a:cubicBezTo>
                          <a:pt x="6002" y="44032"/>
                          <a:pt x="11378" y="48797"/>
                          <a:pt x="16907" y="53475"/>
                        </a:cubicBezTo>
                        <a:lnTo>
                          <a:pt x="549414" y="28827"/>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1569" name="Google Shape;1569;p51"/>
              <p:cNvGrpSpPr/>
              <p:nvPr/>
            </p:nvGrpSpPr>
            <p:grpSpPr>
              <a:xfrm rot="-3739970">
                <a:off x="1203896" y="3169013"/>
                <a:ext cx="789601" cy="1282605"/>
                <a:chOff x="6434831" y="3097962"/>
                <a:chExt cx="804739" cy="1313905"/>
              </a:xfrm>
            </p:grpSpPr>
            <p:sp>
              <p:nvSpPr>
                <p:cNvPr id="1570" name="Google Shape;1570;p51"/>
                <p:cNvSpPr/>
                <p:nvPr/>
              </p:nvSpPr>
              <p:spPr>
                <a:xfrm>
                  <a:off x="6434831" y="3097962"/>
                  <a:ext cx="804739" cy="1313905"/>
                </a:xfrm>
                <a:custGeom>
                  <a:avLst/>
                  <a:gdLst/>
                  <a:ahLst/>
                  <a:cxnLst/>
                  <a:rect l="l" t="t" r="r" b="b"/>
                  <a:pathLst>
                    <a:path w="1051946" h="1717523" extrusionOk="0">
                      <a:moveTo>
                        <a:pt x="252087" y="-728"/>
                      </a:moveTo>
                      <a:cubicBezTo>
                        <a:pt x="-192638" y="430159"/>
                        <a:pt x="-90454" y="1501261"/>
                        <a:pt x="892054" y="1716796"/>
                      </a:cubicBezTo>
                      <a:cubicBezTo>
                        <a:pt x="1157488" y="1327487"/>
                        <a:pt x="1182379" y="443081"/>
                        <a:pt x="252087" y="-728"/>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71" name="Google Shape;1571;p51"/>
                <p:cNvSpPr/>
                <p:nvPr/>
              </p:nvSpPr>
              <p:spPr>
                <a:xfrm>
                  <a:off x="6623112" y="3097962"/>
                  <a:ext cx="499761" cy="1313905"/>
                </a:xfrm>
                <a:custGeom>
                  <a:avLst/>
                  <a:gdLst/>
                  <a:ahLst/>
                  <a:cxnLst/>
                  <a:rect l="l" t="t" r="r" b="b"/>
                  <a:pathLst>
                    <a:path w="653283" h="1717523" extrusionOk="0">
                      <a:moveTo>
                        <a:pt x="653195" y="1706248"/>
                      </a:moveTo>
                      <a:lnTo>
                        <a:pt x="32013" y="11941"/>
                      </a:lnTo>
                      <a:cubicBezTo>
                        <a:pt x="23462" y="7705"/>
                        <a:pt x="14995" y="3431"/>
                        <a:pt x="6276" y="-728"/>
                      </a:cubicBezTo>
                      <a:cubicBezTo>
                        <a:pt x="4113" y="1368"/>
                        <a:pt x="2049" y="3579"/>
                        <a:pt x="-89" y="5705"/>
                      </a:cubicBezTo>
                      <a:lnTo>
                        <a:pt x="625444" y="1711884"/>
                      </a:lnTo>
                      <a:cubicBezTo>
                        <a:pt x="632385" y="1713514"/>
                        <a:pt x="639212" y="1715253"/>
                        <a:pt x="646243" y="1716796"/>
                      </a:cubicBezTo>
                      <a:cubicBezTo>
                        <a:pt x="648594" y="1713348"/>
                        <a:pt x="650882" y="1709773"/>
                        <a:pt x="653195" y="1706248"/>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1572" name="Google Shape;1572;p51"/>
            <p:cNvGrpSpPr/>
            <p:nvPr/>
          </p:nvGrpSpPr>
          <p:grpSpPr>
            <a:xfrm rot="-1206533">
              <a:off x="1107740" y="2616345"/>
              <a:ext cx="981924" cy="1279385"/>
              <a:chOff x="7216398" y="4881221"/>
              <a:chExt cx="448149" cy="583885"/>
            </a:xfrm>
          </p:grpSpPr>
          <p:sp>
            <p:nvSpPr>
              <p:cNvPr id="1573" name="Google Shape;1573;p51"/>
              <p:cNvSpPr/>
              <p:nvPr/>
            </p:nvSpPr>
            <p:spPr>
              <a:xfrm>
                <a:off x="7216398" y="4881221"/>
                <a:ext cx="448149" cy="583885"/>
              </a:xfrm>
              <a:custGeom>
                <a:avLst/>
                <a:gdLst/>
                <a:ahLst/>
                <a:cxnLst/>
                <a:rect l="l" t="t" r="r" b="b"/>
                <a:pathLst>
                  <a:path w="448149" h="583885" extrusionOk="0">
                    <a:moveTo>
                      <a:pt x="410765" y="184"/>
                    </a:moveTo>
                    <a:lnTo>
                      <a:pt x="34944" y="2080"/>
                    </a:lnTo>
                    <a:cubicBezTo>
                      <a:pt x="15267" y="2615"/>
                      <a:pt x="-255" y="18983"/>
                      <a:pt x="262" y="38652"/>
                    </a:cubicBezTo>
                    <a:lnTo>
                      <a:pt x="2833" y="547850"/>
                    </a:lnTo>
                    <a:cubicBezTo>
                      <a:pt x="2514" y="567523"/>
                      <a:pt x="18202" y="583734"/>
                      <a:pt x="37883" y="584070"/>
                    </a:cubicBezTo>
                    <a:lnTo>
                      <a:pt x="413703" y="582174"/>
                    </a:lnTo>
                    <a:cubicBezTo>
                      <a:pt x="433380" y="581639"/>
                      <a:pt x="448903" y="565271"/>
                      <a:pt x="448386" y="545603"/>
                    </a:cubicBezTo>
                    <a:lnTo>
                      <a:pt x="445815" y="36404"/>
                    </a:lnTo>
                    <a:cubicBezTo>
                      <a:pt x="446133" y="16731"/>
                      <a:pt x="430446" y="520"/>
                      <a:pt x="410765" y="184"/>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74" name="Google Shape;1574;p51"/>
              <p:cNvSpPr/>
              <p:nvPr/>
            </p:nvSpPr>
            <p:spPr>
              <a:xfrm>
                <a:off x="7229973" y="4904033"/>
                <a:ext cx="379042" cy="523033"/>
              </a:xfrm>
              <a:custGeom>
                <a:avLst/>
                <a:gdLst/>
                <a:ahLst/>
                <a:cxnLst/>
                <a:rect l="l" t="t" r="r" b="b"/>
                <a:pathLst>
                  <a:path w="379042" h="523033" extrusionOk="0">
                    <a:moveTo>
                      <a:pt x="20858" y="2856"/>
                    </a:moveTo>
                    <a:cubicBezTo>
                      <a:pt x="9066" y="12818"/>
                      <a:pt x="-21188" y="442554"/>
                      <a:pt x="25269" y="496044"/>
                    </a:cubicBezTo>
                    <a:cubicBezTo>
                      <a:pt x="78121" y="556898"/>
                      <a:pt x="379460" y="501309"/>
                      <a:pt x="379292" y="467309"/>
                    </a:cubicBezTo>
                    <a:cubicBezTo>
                      <a:pt x="378675" y="343183"/>
                      <a:pt x="122695" y="438752"/>
                      <a:pt x="103892" y="344569"/>
                    </a:cubicBezTo>
                    <a:cubicBezTo>
                      <a:pt x="85088" y="250387"/>
                      <a:pt x="59829" y="-30068"/>
                      <a:pt x="20858" y="2856"/>
                    </a:cubicBezTo>
                    <a:close/>
                  </a:path>
                </a:pathLst>
              </a:custGeom>
              <a:solidFill>
                <a:srgbClr val="000000">
                  <a:alpha val="1013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75" name="Google Shape;1575;p51"/>
              <p:cNvSpPr/>
              <p:nvPr/>
            </p:nvSpPr>
            <p:spPr>
              <a:xfrm>
                <a:off x="7219414" y="5432207"/>
                <a:ext cx="444744" cy="32899"/>
              </a:xfrm>
              <a:custGeom>
                <a:avLst/>
                <a:gdLst/>
                <a:ahLst/>
                <a:cxnLst/>
                <a:rect l="l" t="t" r="r" b="b"/>
                <a:pathLst>
                  <a:path w="444744" h="32899" extrusionOk="0">
                    <a:moveTo>
                      <a:pt x="444994" y="184"/>
                    </a:moveTo>
                    <a:cubicBezTo>
                      <a:pt x="442834" y="17593"/>
                      <a:pt x="428234" y="30788"/>
                      <a:pt x="410689" y="31188"/>
                    </a:cubicBezTo>
                    <a:lnTo>
                      <a:pt x="34865" y="33084"/>
                    </a:lnTo>
                    <a:cubicBezTo>
                      <a:pt x="17317" y="32861"/>
                      <a:pt x="2584" y="19814"/>
                      <a:pt x="249" y="2427"/>
                    </a:cubicBezTo>
                    <a:cubicBezTo>
                      <a:pt x="4190" y="6049"/>
                      <a:pt x="9353" y="8050"/>
                      <a:pt x="14706" y="8033"/>
                    </a:cubicBezTo>
                    <a:lnTo>
                      <a:pt x="430594" y="5935"/>
                    </a:lnTo>
                    <a:cubicBezTo>
                      <a:pt x="435947" y="5899"/>
                      <a:pt x="441089" y="3845"/>
                      <a:pt x="444994" y="185"/>
                    </a:cubicBezTo>
                    <a:close/>
                  </a:path>
                </a:pathLst>
              </a:custGeom>
              <a:solidFill>
                <a:srgbClr val="000000">
                  <a:alpha val="1013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76" name="Google Shape;1576;p51"/>
              <p:cNvSpPr/>
              <p:nvPr/>
            </p:nvSpPr>
            <p:spPr>
              <a:xfrm rot="-17189">
                <a:off x="7255783" y="4930905"/>
                <a:ext cx="367290" cy="70460"/>
              </a:xfrm>
              <a:custGeom>
                <a:avLst/>
                <a:gdLst/>
                <a:ahLst/>
                <a:cxnLst/>
                <a:rect l="l" t="t" r="r" b="b"/>
                <a:pathLst>
                  <a:path w="367285" h="70459" extrusionOk="0">
                    <a:moveTo>
                      <a:pt x="20691" y="184"/>
                    </a:moveTo>
                    <a:lnTo>
                      <a:pt x="347093" y="184"/>
                    </a:lnTo>
                    <a:cubicBezTo>
                      <a:pt x="358382" y="184"/>
                      <a:pt x="367535" y="9332"/>
                      <a:pt x="367535" y="20617"/>
                    </a:cubicBezTo>
                    <a:lnTo>
                      <a:pt x="367535" y="50211"/>
                    </a:lnTo>
                    <a:cubicBezTo>
                      <a:pt x="367535" y="61495"/>
                      <a:pt x="358382" y="70643"/>
                      <a:pt x="347093" y="70643"/>
                    </a:cubicBezTo>
                    <a:lnTo>
                      <a:pt x="20691" y="70644"/>
                    </a:lnTo>
                    <a:cubicBezTo>
                      <a:pt x="9401" y="70644"/>
                      <a:pt x="249" y="61495"/>
                      <a:pt x="249" y="50211"/>
                    </a:cubicBezTo>
                    <a:lnTo>
                      <a:pt x="250" y="20617"/>
                    </a:lnTo>
                    <a:cubicBezTo>
                      <a:pt x="250" y="9332"/>
                      <a:pt x="9402" y="184"/>
                      <a:pt x="20692" y="184"/>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1577" name="Google Shape;1577;p51"/>
              <p:cNvGrpSpPr/>
              <p:nvPr/>
            </p:nvGrpSpPr>
            <p:grpSpPr>
              <a:xfrm>
                <a:off x="7257715" y="5039386"/>
                <a:ext cx="265972" cy="350327"/>
                <a:chOff x="7257715" y="5039386"/>
                <a:chExt cx="265972" cy="350327"/>
              </a:xfrm>
            </p:grpSpPr>
            <p:grpSp>
              <p:nvGrpSpPr>
                <p:cNvPr id="1578" name="Google Shape;1578;p51"/>
                <p:cNvGrpSpPr/>
                <p:nvPr/>
              </p:nvGrpSpPr>
              <p:grpSpPr>
                <a:xfrm>
                  <a:off x="7257715" y="5039386"/>
                  <a:ext cx="265972" cy="350253"/>
                  <a:chOff x="7257715" y="5039386"/>
                  <a:chExt cx="265972" cy="350253"/>
                </a:xfrm>
              </p:grpSpPr>
              <p:sp>
                <p:nvSpPr>
                  <p:cNvPr id="1579" name="Google Shape;1579;p51"/>
                  <p:cNvSpPr/>
                  <p:nvPr/>
                </p:nvSpPr>
                <p:spPr>
                  <a:xfrm>
                    <a:off x="7257925" y="5039386"/>
                    <a:ext cx="68260" cy="74255"/>
                  </a:xfrm>
                  <a:custGeom>
                    <a:avLst/>
                    <a:gdLst/>
                    <a:ahLst/>
                    <a:cxnLst/>
                    <a:rect l="l" t="t" r="r" b="b"/>
                    <a:pathLst>
                      <a:path w="68260" h="74255" extrusionOk="0">
                        <a:moveTo>
                          <a:pt x="2896" y="6290"/>
                        </a:moveTo>
                        <a:cubicBezTo>
                          <a:pt x="5881" y="-3520"/>
                          <a:pt x="56935" y="452"/>
                          <a:pt x="63135" y="4676"/>
                        </a:cubicBezTo>
                        <a:cubicBezTo>
                          <a:pt x="71673" y="10493"/>
                          <a:pt x="68353" y="69008"/>
                          <a:pt x="64667" y="71496"/>
                        </a:cubicBezTo>
                        <a:cubicBezTo>
                          <a:pt x="60980" y="73983"/>
                          <a:pt x="3478" y="77674"/>
                          <a:pt x="2347" y="68958"/>
                        </a:cubicBezTo>
                        <a:cubicBezTo>
                          <a:pt x="1217" y="60242"/>
                          <a:pt x="-2030" y="22473"/>
                          <a:pt x="2896" y="6290"/>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80" name="Google Shape;1580;p51"/>
                  <p:cNvSpPr/>
                  <p:nvPr/>
                </p:nvSpPr>
                <p:spPr>
                  <a:xfrm>
                    <a:off x="7356676" y="5039460"/>
                    <a:ext cx="68259" cy="74255"/>
                  </a:xfrm>
                  <a:custGeom>
                    <a:avLst/>
                    <a:gdLst/>
                    <a:ahLst/>
                    <a:cxnLst/>
                    <a:rect l="l" t="t" r="r" b="b"/>
                    <a:pathLst>
                      <a:path w="68259" h="74255" extrusionOk="0">
                        <a:moveTo>
                          <a:pt x="2896" y="6291"/>
                        </a:moveTo>
                        <a:cubicBezTo>
                          <a:pt x="5882" y="-3520"/>
                          <a:pt x="56934" y="452"/>
                          <a:pt x="63135" y="4676"/>
                        </a:cubicBezTo>
                        <a:cubicBezTo>
                          <a:pt x="71673" y="10493"/>
                          <a:pt x="68353" y="69008"/>
                          <a:pt x="64666" y="71496"/>
                        </a:cubicBezTo>
                        <a:cubicBezTo>
                          <a:pt x="60980" y="73983"/>
                          <a:pt x="3478" y="77675"/>
                          <a:pt x="2347" y="68958"/>
                        </a:cubicBezTo>
                        <a:cubicBezTo>
                          <a:pt x="1217" y="60242"/>
                          <a:pt x="-2030" y="22473"/>
                          <a:pt x="2896" y="6291"/>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81" name="Google Shape;1581;p51"/>
                  <p:cNvSpPr/>
                  <p:nvPr/>
                </p:nvSpPr>
                <p:spPr>
                  <a:xfrm>
                    <a:off x="7455427" y="5039535"/>
                    <a:ext cx="68260" cy="74255"/>
                  </a:xfrm>
                  <a:custGeom>
                    <a:avLst/>
                    <a:gdLst/>
                    <a:ahLst/>
                    <a:cxnLst/>
                    <a:rect l="l" t="t" r="r" b="b"/>
                    <a:pathLst>
                      <a:path w="68260" h="74255" extrusionOk="0">
                        <a:moveTo>
                          <a:pt x="2895" y="6291"/>
                        </a:moveTo>
                        <a:cubicBezTo>
                          <a:pt x="5881" y="-3520"/>
                          <a:pt x="56934" y="452"/>
                          <a:pt x="63135" y="4676"/>
                        </a:cubicBezTo>
                        <a:cubicBezTo>
                          <a:pt x="71673" y="10493"/>
                          <a:pt x="68353" y="69008"/>
                          <a:pt x="64667" y="71496"/>
                        </a:cubicBezTo>
                        <a:cubicBezTo>
                          <a:pt x="60980" y="73983"/>
                          <a:pt x="3478" y="77675"/>
                          <a:pt x="2347" y="68959"/>
                        </a:cubicBezTo>
                        <a:cubicBezTo>
                          <a:pt x="1216" y="60242"/>
                          <a:pt x="-2029" y="22473"/>
                          <a:pt x="2895" y="6291"/>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82" name="Google Shape;1582;p51"/>
                  <p:cNvSpPr/>
                  <p:nvPr/>
                </p:nvSpPr>
                <p:spPr>
                  <a:xfrm>
                    <a:off x="7257855" y="5131385"/>
                    <a:ext cx="68260" cy="74255"/>
                  </a:xfrm>
                  <a:custGeom>
                    <a:avLst/>
                    <a:gdLst/>
                    <a:ahLst/>
                    <a:cxnLst/>
                    <a:rect l="l" t="t" r="r" b="b"/>
                    <a:pathLst>
                      <a:path w="68260" h="74255" extrusionOk="0">
                        <a:moveTo>
                          <a:pt x="2896" y="6291"/>
                        </a:moveTo>
                        <a:cubicBezTo>
                          <a:pt x="5882" y="-3520"/>
                          <a:pt x="56935" y="452"/>
                          <a:pt x="63135" y="4676"/>
                        </a:cubicBezTo>
                        <a:cubicBezTo>
                          <a:pt x="71673" y="10493"/>
                          <a:pt x="68354" y="69008"/>
                          <a:pt x="64666" y="71496"/>
                        </a:cubicBezTo>
                        <a:cubicBezTo>
                          <a:pt x="60980" y="73983"/>
                          <a:pt x="3478" y="77675"/>
                          <a:pt x="2347" y="68959"/>
                        </a:cubicBezTo>
                        <a:cubicBezTo>
                          <a:pt x="1217" y="60242"/>
                          <a:pt x="-2030" y="22473"/>
                          <a:pt x="2896" y="6291"/>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83" name="Google Shape;1583;p51"/>
                  <p:cNvSpPr/>
                  <p:nvPr/>
                </p:nvSpPr>
                <p:spPr>
                  <a:xfrm>
                    <a:off x="7356606" y="5131460"/>
                    <a:ext cx="68259" cy="74255"/>
                  </a:xfrm>
                  <a:custGeom>
                    <a:avLst/>
                    <a:gdLst/>
                    <a:ahLst/>
                    <a:cxnLst/>
                    <a:rect l="l" t="t" r="r" b="b"/>
                    <a:pathLst>
                      <a:path w="68259" h="74255" extrusionOk="0">
                        <a:moveTo>
                          <a:pt x="2895" y="6291"/>
                        </a:moveTo>
                        <a:cubicBezTo>
                          <a:pt x="5881" y="-3520"/>
                          <a:pt x="56934" y="452"/>
                          <a:pt x="63135" y="4676"/>
                        </a:cubicBezTo>
                        <a:cubicBezTo>
                          <a:pt x="71673" y="10493"/>
                          <a:pt x="68353" y="69008"/>
                          <a:pt x="64667" y="71496"/>
                        </a:cubicBezTo>
                        <a:cubicBezTo>
                          <a:pt x="60980" y="73983"/>
                          <a:pt x="3477" y="77674"/>
                          <a:pt x="2347" y="68958"/>
                        </a:cubicBezTo>
                        <a:cubicBezTo>
                          <a:pt x="1217" y="60242"/>
                          <a:pt x="-2030" y="22472"/>
                          <a:pt x="2895" y="6291"/>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84" name="Google Shape;1584;p51"/>
                  <p:cNvSpPr/>
                  <p:nvPr/>
                </p:nvSpPr>
                <p:spPr>
                  <a:xfrm>
                    <a:off x="7455357" y="5131535"/>
                    <a:ext cx="68260" cy="74255"/>
                  </a:xfrm>
                  <a:custGeom>
                    <a:avLst/>
                    <a:gdLst/>
                    <a:ahLst/>
                    <a:cxnLst/>
                    <a:rect l="l" t="t" r="r" b="b"/>
                    <a:pathLst>
                      <a:path w="68260" h="74255" extrusionOk="0">
                        <a:moveTo>
                          <a:pt x="2896" y="6291"/>
                        </a:moveTo>
                        <a:cubicBezTo>
                          <a:pt x="5881" y="-3520"/>
                          <a:pt x="56934" y="452"/>
                          <a:pt x="63135" y="4676"/>
                        </a:cubicBezTo>
                        <a:cubicBezTo>
                          <a:pt x="71673" y="10493"/>
                          <a:pt x="68354" y="69009"/>
                          <a:pt x="64667" y="71496"/>
                        </a:cubicBezTo>
                        <a:cubicBezTo>
                          <a:pt x="60981" y="73983"/>
                          <a:pt x="3478" y="77675"/>
                          <a:pt x="2347" y="68958"/>
                        </a:cubicBezTo>
                        <a:cubicBezTo>
                          <a:pt x="1217" y="60242"/>
                          <a:pt x="-2030" y="22473"/>
                          <a:pt x="2896" y="6291"/>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85" name="Google Shape;1585;p51"/>
                  <p:cNvSpPr/>
                  <p:nvPr/>
                </p:nvSpPr>
                <p:spPr>
                  <a:xfrm>
                    <a:off x="7257785" y="5223384"/>
                    <a:ext cx="68260" cy="74255"/>
                  </a:xfrm>
                  <a:custGeom>
                    <a:avLst/>
                    <a:gdLst/>
                    <a:ahLst/>
                    <a:cxnLst/>
                    <a:rect l="l" t="t" r="r" b="b"/>
                    <a:pathLst>
                      <a:path w="68260" h="74255" extrusionOk="0">
                        <a:moveTo>
                          <a:pt x="2895" y="6291"/>
                        </a:moveTo>
                        <a:cubicBezTo>
                          <a:pt x="5881" y="-3520"/>
                          <a:pt x="56934" y="452"/>
                          <a:pt x="63135" y="4676"/>
                        </a:cubicBezTo>
                        <a:cubicBezTo>
                          <a:pt x="71673" y="10493"/>
                          <a:pt x="68353" y="69008"/>
                          <a:pt x="64667" y="71496"/>
                        </a:cubicBezTo>
                        <a:cubicBezTo>
                          <a:pt x="60980" y="73983"/>
                          <a:pt x="3478" y="77674"/>
                          <a:pt x="2347" y="68958"/>
                        </a:cubicBezTo>
                        <a:cubicBezTo>
                          <a:pt x="1216" y="60242"/>
                          <a:pt x="-2029" y="22472"/>
                          <a:pt x="2895" y="6291"/>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86" name="Google Shape;1586;p51"/>
                  <p:cNvSpPr/>
                  <p:nvPr/>
                </p:nvSpPr>
                <p:spPr>
                  <a:xfrm>
                    <a:off x="7356536" y="5223459"/>
                    <a:ext cx="68260" cy="74255"/>
                  </a:xfrm>
                  <a:custGeom>
                    <a:avLst/>
                    <a:gdLst/>
                    <a:ahLst/>
                    <a:cxnLst/>
                    <a:rect l="l" t="t" r="r" b="b"/>
                    <a:pathLst>
                      <a:path w="68260" h="74255" extrusionOk="0">
                        <a:moveTo>
                          <a:pt x="2896" y="6291"/>
                        </a:moveTo>
                        <a:cubicBezTo>
                          <a:pt x="5881" y="-3520"/>
                          <a:pt x="56934" y="452"/>
                          <a:pt x="63135" y="4676"/>
                        </a:cubicBezTo>
                        <a:cubicBezTo>
                          <a:pt x="71673" y="10493"/>
                          <a:pt x="68353" y="69009"/>
                          <a:pt x="64667" y="71496"/>
                        </a:cubicBezTo>
                        <a:cubicBezTo>
                          <a:pt x="60980" y="73982"/>
                          <a:pt x="3477" y="77675"/>
                          <a:pt x="2347" y="68958"/>
                        </a:cubicBezTo>
                        <a:cubicBezTo>
                          <a:pt x="1217" y="60242"/>
                          <a:pt x="-2030" y="22472"/>
                          <a:pt x="2896" y="6291"/>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87" name="Google Shape;1587;p51"/>
                  <p:cNvSpPr/>
                  <p:nvPr/>
                </p:nvSpPr>
                <p:spPr>
                  <a:xfrm>
                    <a:off x="7455288" y="5223534"/>
                    <a:ext cx="68259" cy="74255"/>
                  </a:xfrm>
                  <a:custGeom>
                    <a:avLst/>
                    <a:gdLst/>
                    <a:ahLst/>
                    <a:cxnLst/>
                    <a:rect l="l" t="t" r="r" b="b"/>
                    <a:pathLst>
                      <a:path w="68259" h="74255" extrusionOk="0">
                        <a:moveTo>
                          <a:pt x="2896" y="6291"/>
                        </a:moveTo>
                        <a:cubicBezTo>
                          <a:pt x="5882" y="-3520"/>
                          <a:pt x="56935" y="452"/>
                          <a:pt x="63135" y="4676"/>
                        </a:cubicBezTo>
                        <a:cubicBezTo>
                          <a:pt x="71673" y="10493"/>
                          <a:pt x="68353" y="69008"/>
                          <a:pt x="64666" y="71496"/>
                        </a:cubicBezTo>
                        <a:cubicBezTo>
                          <a:pt x="60980" y="73983"/>
                          <a:pt x="3478" y="77675"/>
                          <a:pt x="2347" y="68958"/>
                        </a:cubicBezTo>
                        <a:cubicBezTo>
                          <a:pt x="1217" y="60242"/>
                          <a:pt x="-2030" y="22473"/>
                          <a:pt x="2896" y="6291"/>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88" name="Google Shape;1588;p51"/>
                  <p:cNvSpPr/>
                  <p:nvPr/>
                </p:nvSpPr>
                <p:spPr>
                  <a:xfrm>
                    <a:off x="7257715" y="5315384"/>
                    <a:ext cx="68260" cy="74255"/>
                  </a:xfrm>
                  <a:custGeom>
                    <a:avLst/>
                    <a:gdLst/>
                    <a:ahLst/>
                    <a:cxnLst/>
                    <a:rect l="l" t="t" r="r" b="b"/>
                    <a:pathLst>
                      <a:path w="68260" h="74255" extrusionOk="0">
                        <a:moveTo>
                          <a:pt x="2896" y="6290"/>
                        </a:moveTo>
                        <a:cubicBezTo>
                          <a:pt x="5881" y="-3520"/>
                          <a:pt x="56935" y="452"/>
                          <a:pt x="63135" y="4676"/>
                        </a:cubicBezTo>
                        <a:cubicBezTo>
                          <a:pt x="71673" y="10493"/>
                          <a:pt x="68353" y="69008"/>
                          <a:pt x="64667" y="71495"/>
                        </a:cubicBezTo>
                        <a:cubicBezTo>
                          <a:pt x="60980" y="73983"/>
                          <a:pt x="3478" y="77674"/>
                          <a:pt x="2347" y="68958"/>
                        </a:cubicBezTo>
                        <a:cubicBezTo>
                          <a:pt x="1217" y="60242"/>
                          <a:pt x="-2030" y="22473"/>
                          <a:pt x="2896" y="6290"/>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sp>
              <p:nvSpPr>
                <p:cNvPr id="1589" name="Google Shape;1589;p51"/>
                <p:cNvSpPr/>
                <p:nvPr/>
              </p:nvSpPr>
              <p:spPr>
                <a:xfrm>
                  <a:off x="7356467" y="5315458"/>
                  <a:ext cx="68259" cy="74255"/>
                </a:xfrm>
                <a:custGeom>
                  <a:avLst/>
                  <a:gdLst/>
                  <a:ahLst/>
                  <a:cxnLst/>
                  <a:rect l="l" t="t" r="r" b="b"/>
                  <a:pathLst>
                    <a:path w="68259" h="74255" extrusionOk="0">
                      <a:moveTo>
                        <a:pt x="2896" y="6291"/>
                      </a:moveTo>
                      <a:cubicBezTo>
                        <a:pt x="5882" y="-3520"/>
                        <a:pt x="56935" y="452"/>
                        <a:pt x="63135" y="4676"/>
                      </a:cubicBezTo>
                      <a:cubicBezTo>
                        <a:pt x="71673" y="10493"/>
                        <a:pt x="68353" y="69009"/>
                        <a:pt x="64667" y="71496"/>
                      </a:cubicBezTo>
                      <a:cubicBezTo>
                        <a:pt x="60980" y="73983"/>
                        <a:pt x="3478" y="77675"/>
                        <a:pt x="2347" y="68958"/>
                      </a:cubicBezTo>
                      <a:cubicBezTo>
                        <a:pt x="1217" y="60242"/>
                        <a:pt x="-2030" y="22473"/>
                        <a:pt x="2896" y="6291"/>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sp>
            <p:nvSpPr>
              <p:cNvPr id="1590" name="Google Shape;1590;p51"/>
              <p:cNvSpPr/>
              <p:nvPr/>
            </p:nvSpPr>
            <p:spPr>
              <a:xfrm>
                <a:off x="7455218" y="5315533"/>
                <a:ext cx="68260" cy="74255"/>
              </a:xfrm>
              <a:custGeom>
                <a:avLst/>
                <a:gdLst/>
                <a:ahLst/>
                <a:cxnLst/>
                <a:rect l="l" t="t" r="r" b="b"/>
                <a:pathLst>
                  <a:path w="68260" h="74255" extrusionOk="0">
                    <a:moveTo>
                      <a:pt x="2895" y="6291"/>
                    </a:moveTo>
                    <a:cubicBezTo>
                      <a:pt x="5881" y="-3520"/>
                      <a:pt x="56934" y="452"/>
                      <a:pt x="63135" y="4676"/>
                    </a:cubicBezTo>
                    <a:cubicBezTo>
                      <a:pt x="71673" y="10493"/>
                      <a:pt x="68354" y="69008"/>
                      <a:pt x="64666" y="71496"/>
                    </a:cubicBezTo>
                    <a:cubicBezTo>
                      <a:pt x="60979" y="73983"/>
                      <a:pt x="3477" y="77675"/>
                      <a:pt x="2347" y="68958"/>
                    </a:cubicBezTo>
                    <a:cubicBezTo>
                      <a:pt x="1217" y="60242"/>
                      <a:pt x="-2030" y="22473"/>
                      <a:pt x="2895" y="6291"/>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1591" name="Google Shape;1591;p51"/>
              <p:cNvGrpSpPr/>
              <p:nvPr/>
            </p:nvGrpSpPr>
            <p:grpSpPr>
              <a:xfrm>
                <a:off x="7553969" y="5039611"/>
                <a:ext cx="69652" cy="350252"/>
                <a:chOff x="7553969" y="5039611"/>
                <a:chExt cx="69652" cy="350252"/>
              </a:xfrm>
            </p:grpSpPr>
            <p:sp>
              <p:nvSpPr>
                <p:cNvPr id="1592" name="Google Shape;1592;p51"/>
                <p:cNvSpPr/>
                <p:nvPr/>
              </p:nvSpPr>
              <p:spPr>
                <a:xfrm>
                  <a:off x="7555361" y="5039611"/>
                  <a:ext cx="68260" cy="74255"/>
                </a:xfrm>
                <a:custGeom>
                  <a:avLst/>
                  <a:gdLst/>
                  <a:ahLst/>
                  <a:cxnLst/>
                  <a:rect l="l" t="t" r="r" b="b"/>
                  <a:pathLst>
                    <a:path w="68260" h="74255" extrusionOk="0">
                      <a:moveTo>
                        <a:pt x="2896" y="6291"/>
                      </a:moveTo>
                      <a:cubicBezTo>
                        <a:pt x="5881" y="-3520"/>
                        <a:pt x="56935" y="452"/>
                        <a:pt x="63135" y="4676"/>
                      </a:cubicBezTo>
                      <a:cubicBezTo>
                        <a:pt x="71673" y="10493"/>
                        <a:pt x="68353" y="69008"/>
                        <a:pt x="64667" y="71496"/>
                      </a:cubicBezTo>
                      <a:cubicBezTo>
                        <a:pt x="60980" y="73983"/>
                        <a:pt x="3478" y="77674"/>
                        <a:pt x="2347" y="68958"/>
                      </a:cubicBezTo>
                      <a:cubicBezTo>
                        <a:pt x="1217" y="60242"/>
                        <a:pt x="-2030" y="22472"/>
                        <a:pt x="2896" y="6291"/>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93" name="Google Shape;1593;p51"/>
                <p:cNvSpPr/>
                <p:nvPr/>
              </p:nvSpPr>
              <p:spPr>
                <a:xfrm>
                  <a:off x="7554109" y="5131610"/>
                  <a:ext cx="68260" cy="74255"/>
                </a:xfrm>
                <a:custGeom>
                  <a:avLst/>
                  <a:gdLst/>
                  <a:ahLst/>
                  <a:cxnLst/>
                  <a:rect l="l" t="t" r="r" b="b"/>
                  <a:pathLst>
                    <a:path w="68260" h="74255" extrusionOk="0">
                      <a:moveTo>
                        <a:pt x="2895" y="6290"/>
                      </a:moveTo>
                      <a:cubicBezTo>
                        <a:pt x="5881" y="-3520"/>
                        <a:pt x="56934" y="452"/>
                        <a:pt x="63135" y="4676"/>
                      </a:cubicBezTo>
                      <a:cubicBezTo>
                        <a:pt x="71673" y="10493"/>
                        <a:pt x="68353" y="69008"/>
                        <a:pt x="64667" y="71496"/>
                      </a:cubicBezTo>
                      <a:cubicBezTo>
                        <a:pt x="60979" y="73983"/>
                        <a:pt x="3478" y="77674"/>
                        <a:pt x="2348" y="68958"/>
                      </a:cubicBezTo>
                      <a:cubicBezTo>
                        <a:pt x="1217" y="60242"/>
                        <a:pt x="-2030" y="22473"/>
                        <a:pt x="2895" y="6290"/>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94" name="Google Shape;1594;p51"/>
                <p:cNvSpPr/>
                <p:nvPr/>
              </p:nvSpPr>
              <p:spPr>
                <a:xfrm>
                  <a:off x="7554039" y="5223609"/>
                  <a:ext cx="68260" cy="74255"/>
                </a:xfrm>
                <a:custGeom>
                  <a:avLst/>
                  <a:gdLst/>
                  <a:ahLst/>
                  <a:cxnLst/>
                  <a:rect l="l" t="t" r="r" b="b"/>
                  <a:pathLst>
                    <a:path w="68260" h="74255" extrusionOk="0">
                      <a:moveTo>
                        <a:pt x="2896" y="6291"/>
                      </a:moveTo>
                      <a:cubicBezTo>
                        <a:pt x="5882" y="-3520"/>
                        <a:pt x="56935" y="452"/>
                        <a:pt x="63135" y="4676"/>
                      </a:cubicBezTo>
                      <a:cubicBezTo>
                        <a:pt x="71673" y="10493"/>
                        <a:pt x="68353" y="69008"/>
                        <a:pt x="64667" y="71496"/>
                      </a:cubicBezTo>
                      <a:cubicBezTo>
                        <a:pt x="60980" y="73983"/>
                        <a:pt x="3477" y="77675"/>
                        <a:pt x="2347" y="68959"/>
                      </a:cubicBezTo>
                      <a:cubicBezTo>
                        <a:pt x="1217" y="60242"/>
                        <a:pt x="-2030" y="22473"/>
                        <a:pt x="2896" y="6291"/>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95" name="Google Shape;1595;p51"/>
                <p:cNvSpPr/>
                <p:nvPr/>
              </p:nvSpPr>
              <p:spPr>
                <a:xfrm>
                  <a:off x="7553969" y="5315608"/>
                  <a:ext cx="68259" cy="74255"/>
                </a:xfrm>
                <a:custGeom>
                  <a:avLst/>
                  <a:gdLst/>
                  <a:ahLst/>
                  <a:cxnLst/>
                  <a:rect l="l" t="t" r="r" b="b"/>
                  <a:pathLst>
                    <a:path w="68259" h="74255" extrusionOk="0">
                      <a:moveTo>
                        <a:pt x="2895" y="6291"/>
                      </a:moveTo>
                      <a:cubicBezTo>
                        <a:pt x="5881" y="-3520"/>
                        <a:pt x="56934" y="452"/>
                        <a:pt x="63135" y="4676"/>
                      </a:cubicBezTo>
                      <a:cubicBezTo>
                        <a:pt x="71673" y="10493"/>
                        <a:pt x="68353" y="69008"/>
                        <a:pt x="64667" y="71496"/>
                      </a:cubicBezTo>
                      <a:cubicBezTo>
                        <a:pt x="60980" y="73983"/>
                        <a:pt x="3477" y="77674"/>
                        <a:pt x="2347" y="68958"/>
                      </a:cubicBezTo>
                      <a:cubicBezTo>
                        <a:pt x="1217" y="60242"/>
                        <a:pt x="-2030" y="22472"/>
                        <a:pt x="2895" y="6291"/>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sp>
            <p:nvSpPr>
              <p:cNvPr id="1596" name="Google Shape;1596;p51"/>
              <p:cNvSpPr/>
              <p:nvPr/>
            </p:nvSpPr>
            <p:spPr>
              <a:xfrm>
                <a:off x="7576724" y="5063478"/>
                <a:ext cx="25341" cy="25776"/>
              </a:xfrm>
              <a:custGeom>
                <a:avLst/>
                <a:gdLst/>
                <a:ahLst/>
                <a:cxnLst/>
                <a:rect l="l" t="t" r="r" b="b"/>
                <a:pathLst>
                  <a:path w="25341" h="25776" extrusionOk="0">
                    <a:moveTo>
                      <a:pt x="254" y="10110"/>
                    </a:moveTo>
                    <a:lnTo>
                      <a:pt x="25590" y="10129"/>
                    </a:lnTo>
                    <a:lnTo>
                      <a:pt x="25586" y="16034"/>
                    </a:lnTo>
                    <a:lnTo>
                      <a:pt x="249" y="16015"/>
                    </a:lnTo>
                    <a:close/>
                    <a:moveTo>
                      <a:pt x="8936" y="21927"/>
                    </a:moveTo>
                    <a:cubicBezTo>
                      <a:pt x="8932" y="21386"/>
                      <a:pt x="9043" y="20851"/>
                      <a:pt x="9262" y="20357"/>
                    </a:cubicBezTo>
                    <a:cubicBezTo>
                      <a:pt x="9673" y="19409"/>
                      <a:pt x="10424" y="18650"/>
                      <a:pt x="11366" y="18226"/>
                    </a:cubicBezTo>
                    <a:cubicBezTo>
                      <a:pt x="12353" y="17790"/>
                      <a:pt x="13478" y="17791"/>
                      <a:pt x="14464" y="18228"/>
                    </a:cubicBezTo>
                    <a:cubicBezTo>
                      <a:pt x="14929" y="18439"/>
                      <a:pt x="15352" y="18734"/>
                      <a:pt x="15712" y="19096"/>
                    </a:cubicBezTo>
                    <a:cubicBezTo>
                      <a:pt x="16071" y="19464"/>
                      <a:pt x="16360" y="19893"/>
                      <a:pt x="16566" y="20363"/>
                    </a:cubicBezTo>
                    <a:cubicBezTo>
                      <a:pt x="16997" y="21365"/>
                      <a:pt x="16996" y="22501"/>
                      <a:pt x="16563" y="23503"/>
                    </a:cubicBezTo>
                    <a:cubicBezTo>
                      <a:pt x="16357" y="23973"/>
                      <a:pt x="16067" y="24401"/>
                      <a:pt x="15708" y="24768"/>
                    </a:cubicBezTo>
                    <a:cubicBezTo>
                      <a:pt x="15348" y="25131"/>
                      <a:pt x="14924" y="25425"/>
                      <a:pt x="14458" y="25634"/>
                    </a:cubicBezTo>
                    <a:cubicBezTo>
                      <a:pt x="13471" y="26071"/>
                      <a:pt x="12346" y="26070"/>
                      <a:pt x="11361" y="25632"/>
                    </a:cubicBezTo>
                    <a:cubicBezTo>
                      <a:pt x="10895" y="25422"/>
                      <a:pt x="10472" y="25127"/>
                      <a:pt x="10113" y="24763"/>
                    </a:cubicBezTo>
                    <a:cubicBezTo>
                      <a:pt x="9753" y="24397"/>
                      <a:pt x="9464" y="23968"/>
                      <a:pt x="9259" y="23498"/>
                    </a:cubicBezTo>
                    <a:cubicBezTo>
                      <a:pt x="9041" y="23003"/>
                      <a:pt x="8931" y="22468"/>
                      <a:pt x="8936" y="21927"/>
                    </a:cubicBezTo>
                    <a:close/>
                    <a:moveTo>
                      <a:pt x="8949" y="4211"/>
                    </a:moveTo>
                    <a:cubicBezTo>
                      <a:pt x="8945" y="3671"/>
                      <a:pt x="9056" y="3136"/>
                      <a:pt x="9275" y="2641"/>
                    </a:cubicBezTo>
                    <a:cubicBezTo>
                      <a:pt x="9686" y="1694"/>
                      <a:pt x="10437" y="934"/>
                      <a:pt x="11380" y="511"/>
                    </a:cubicBezTo>
                    <a:cubicBezTo>
                      <a:pt x="12367" y="74"/>
                      <a:pt x="13492" y="75"/>
                      <a:pt x="14478" y="513"/>
                    </a:cubicBezTo>
                    <a:cubicBezTo>
                      <a:pt x="14943" y="724"/>
                      <a:pt x="15366" y="1018"/>
                      <a:pt x="15726" y="1381"/>
                    </a:cubicBezTo>
                    <a:cubicBezTo>
                      <a:pt x="16084" y="1748"/>
                      <a:pt x="16373" y="2177"/>
                      <a:pt x="16580" y="2647"/>
                    </a:cubicBezTo>
                    <a:cubicBezTo>
                      <a:pt x="17011" y="3650"/>
                      <a:pt x="17010" y="4785"/>
                      <a:pt x="16578" y="5787"/>
                    </a:cubicBezTo>
                    <a:cubicBezTo>
                      <a:pt x="16372" y="6257"/>
                      <a:pt x="16082" y="6686"/>
                      <a:pt x="15722" y="7052"/>
                    </a:cubicBezTo>
                    <a:cubicBezTo>
                      <a:pt x="15363" y="7415"/>
                      <a:pt x="14939" y="7709"/>
                      <a:pt x="14473" y="7918"/>
                    </a:cubicBezTo>
                    <a:cubicBezTo>
                      <a:pt x="13486" y="8355"/>
                      <a:pt x="12361" y="8354"/>
                      <a:pt x="11375" y="7916"/>
                    </a:cubicBezTo>
                    <a:cubicBezTo>
                      <a:pt x="10909" y="7706"/>
                      <a:pt x="10487" y="7412"/>
                      <a:pt x="10128" y="7048"/>
                    </a:cubicBezTo>
                    <a:cubicBezTo>
                      <a:pt x="9768" y="6682"/>
                      <a:pt x="9479" y="6253"/>
                      <a:pt x="9274" y="5782"/>
                    </a:cubicBezTo>
                    <a:cubicBezTo>
                      <a:pt x="9056" y="5287"/>
                      <a:pt x="8945" y="4752"/>
                      <a:pt x="8951" y="4212"/>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97" name="Google Shape;1597;p51"/>
              <p:cNvSpPr/>
              <p:nvPr/>
            </p:nvSpPr>
            <p:spPr>
              <a:xfrm>
                <a:off x="7576894" y="5156278"/>
                <a:ext cx="24861" cy="25026"/>
              </a:xfrm>
              <a:custGeom>
                <a:avLst/>
                <a:gdLst/>
                <a:ahLst/>
                <a:cxnLst/>
                <a:rect l="l" t="t" r="r" b="b"/>
                <a:pathLst>
                  <a:path w="24861" h="25026" extrusionOk="0">
                    <a:moveTo>
                      <a:pt x="4552" y="184"/>
                    </a:moveTo>
                    <a:lnTo>
                      <a:pt x="12729" y="8392"/>
                    </a:lnTo>
                    <a:lnTo>
                      <a:pt x="20688" y="243"/>
                    </a:lnTo>
                    <a:lnTo>
                      <a:pt x="24799" y="4277"/>
                    </a:lnTo>
                    <a:lnTo>
                      <a:pt x="16795" y="12706"/>
                    </a:lnTo>
                    <a:lnTo>
                      <a:pt x="25110" y="20821"/>
                    </a:lnTo>
                    <a:lnTo>
                      <a:pt x="20854" y="25176"/>
                    </a:lnTo>
                    <a:lnTo>
                      <a:pt x="12723" y="16921"/>
                    </a:lnTo>
                    <a:lnTo>
                      <a:pt x="4533" y="25211"/>
                    </a:lnTo>
                    <a:lnTo>
                      <a:pt x="421" y="21177"/>
                    </a:lnTo>
                    <a:lnTo>
                      <a:pt x="8473" y="12700"/>
                    </a:lnTo>
                    <a:lnTo>
                      <a:pt x="249" y="4633"/>
                    </a:ln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98" name="Google Shape;1598;p51"/>
              <p:cNvSpPr/>
              <p:nvPr/>
            </p:nvSpPr>
            <p:spPr>
              <a:xfrm>
                <a:off x="7582719" y="5258340"/>
                <a:ext cx="11378" cy="5631"/>
              </a:xfrm>
              <a:custGeom>
                <a:avLst/>
                <a:gdLst/>
                <a:ahLst/>
                <a:cxnLst/>
                <a:rect l="l" t="t" r="r" b="b"/>
                <a:pathLst>
                  <a:path w="11378" h="5631" extrusionOk="0">
                    <a:moveTo>
                      <a:pt x="11623" y="5816"/>
                    </a:moveTo>
                    <a:lnTo>
                      <a:pt x="249" y="5808"/>
                    </a:lnTo>
                    <a:lnTo>
                      <a:pt x="253" y="184"/>
                    </a:lnTo>
                    <a:lnTo>
                      <a:pt x="11627" y="192"/>
                    </a:ln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599" name="Google Shape;1599;p51"/>
              <p:cNvSpPr/>
              <p:nvPr/>
            </p:nvSpPr>
            <p:spPr>
              <a:xfrm>
                <a:off x="7575736" y="5337854"/>
                <a:ext cx="25340" cy="25686"/>
              </a:xfrm>
              <a:custGeom>
                <a:avLst/>
                <a:gdLst/>
                <a:ahLst/>
                <a:cxnLst/>
                <a:rect l="l" t="t" r="r" b="b"/>
                <a:pathLst>
                  <a:path w="25340" h="25686" extrusionOk="0">
                    <a:moveTo>
                      <a:pt x="254" y="10065"/>
                    </a:moveTo>
                    <a:lnTo>
                      <a:pt x="10009" y="10073"/>
                    </a:lnTo>
                    <a:lnTo>
                      <a:pt x="10016" y="184"/>
                    </a:lnTo>
                    <a:lnTo>
                      <a:pt x="15841" y="188"/>
                    </a:lnTo>
                    <a:lnTo>
                      <a:pt x="15834" y="10077"/>
                    </a:lnTo>
                    <a:lnTo>
                      <a:pt x="25590" y="10084"/>
                    </a:lnTo>
                    <a:lnTo>
                      <a:pt x="25585" y="15990"/>
                    </a:lnTo>
                    <a:lnTo>
                      <a:pt x="15830" y="15982"/>
                    </a:lnTo>
                    <a:lnTo>
                      <a:pt x="15822" y="25871"/>
                    </a:lnTo>
                    <a:lnTo>
                      <a:pt x="9997" y="25867"/>
                    </a:lnTo>
                    <a:lnTo>
                      <a:pt x="10004" y="15978"/>
                    </a:lnTo>
                    <a:lnTo>
                      <a:pt x="249" y="15970"/>
                    </a:ln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00" name="Google Shape;1600;p51"/>
              <p:cNvSpPr/>
              <p:nvPr/>
            </p:nvSpPr>
            <p:spPr>
              <a:xfrm>
                <a:off x="7477791" y="5345051"/>
                <a:ext cx="25345" cy="14922"/>
              </a:xfrm>
              <a:custGeom>
                <a:avLst/>
                <a:gdLst/>
                <a:ahLst/>
                <a:cxnLst/>
                <a:rect l="l" t="t" r="r" b="b"/>
                <a:pathLst>
                  <a:path w="25345" h="14922" extrusionOk="0">
                    <a:moveTo>
                      <a:pt x="253" y="9182"/>
                    </a:moveTo>
                    <a:lnTo>
                      <a:pt x="25589" y="9201"/>
                    </a:lnTo>
                    <a:lnTo>
                      <a:pt x="25585" y="15107"/>
                    </a:lnTo>
                    <a:lnTo>
                      <a:pt x="249" y="15087"/>
                    </a:lnTo>
                    <a:close/>
                    <a:moveTo>
                      <a:pt x="260" y="184"/>
                    </a:moveTo>
                    <a:lnTo>
                      <a:pt x="25595" y="203"/>
                    </a:lnTo>
                    <a:lnTo>
                      <a:pt x="25591" y="6108"/>
                    </a:lnTo>
                    <a:lnTo>
                      <a:pt x="256" y="6089"/>
                    </a:ln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01" name="Google Shape;1601;p51"/>
              <p:cNvSpPr/>
              <p:nvPr/>
            </p:nvSpPr>
            <p:spPr>
              <a:xfrm>
                <a:off x="7280024" y="5059993"/>
                <a:ext cx="17159" cy="33186"/>
              </a:xfrm>
              <a:custGeom>
                <a:avLst/>
                <a:gdLst/>
                <a:ahLst/>
                <a:cxnLst/>
                <a:rect l="l" t="t" r="r" b="b"/>
                <a:pathLst>
                  <a:path w="17159" h="33186" extrusionOk="0">
                    <a:moveTo>
                      <a:pt x="10745" y="8058"/>
                    </a:moveTo>
                    <a:lnTo>
                      <a:pt x="4176" y="13911"/>
                    </a:lnTo>
                    <a:lnTo>
                      <a:pt x="249" y="9315"/>
                    </a:lnTo>
                    <a:lnTo>
                      <a:pt x="10936" y="184"/>
                    </a:lnTo>
                    <a:lnTo>
                      <a:pt x="17408" y="189"/>
                    </a:lnTo>
                    <a:lnTo>
                      <a:pt x="17383" y="33371"/>
                    </a:lnTo>
                    <a:lnTo>
                      <a:pt x="10726" y="33366"/>
                    </a:ln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02" name="Google Shape;1602;p51"/>
              <p:cNvSpPr/>
              <p:nvPr/>
            </p:nvSpPr>
            <p:spPr>
              <a:xfrm>
                <a:off x="7379019" y="5059507"/>
                <a:ext cx="22843" cy="33753"/>
              </a:xfrm>
              <a:custGeom>
                <a:avLst/>
                <a:gdLst/>
                <a:ahLst/>
                <a:cxnLst/>
                <a:rect l="l" t="t" r="r" b="b"/>
                <a:pathLst>
                  <a:path w="22843" h="33753" extrusionOk="0">
                    <a:moveTo>
                      <a:pt x="255" y="26467"/>
                    </a:moveTo>
                    <a:lnTo>
                      <a:pt x="12977" y="14901"/>
                    </a:lnTo>
                    <a:cubicBezTo>
                      <a:pt x="13663" y="14268"/>
                      <a:pt x="14312" y="13596"/>
                      <a:pt x="14920" y="12887"/>
                    </a:cubicBezTo>
                    <a:cubicBezTo>
                      <a:pt x="15559" y="12164"/>
                      <a:pt x="15905" y="11229"/>
                      <a:pt x="15893" y="10264"/>
                    </a:cubicBezTo>
                    <a:cubicBezTo>
                      <a:pt x="15940" y="9240"/>
                      <a:pt x="15494" y="8255"/>
                      <a:pt x="14693" y="7615"/>
                    </a:cubicBezTo>
                    <a:cubicBezTo>
                      <a:pt x="13894" y="6974"/>
                      <a:pt x="12897" y="6634"/>
                      <a:pt x="11874" y="6652"/>
                    </a:cubicBezTo>
                    <a:cubicBezTo>
                      <a:pt x="10733" y="6588"/>
                      <a:pt x="9623" y="7033"/>
                      <a:pt x="8844" y="7868"/>
                    </a:cubicBezTo>
                    <a:cubicBezTo>
                      <a:pt x="8110" y="8702"/>
                      <a:pt x="7678" y="9758"/>
                      <a:pt x="7616" y="10866"/>
                    </a:cubicBezTo>
                    <a:lnTo>
                      <a:pt x="683" y="10346"/>
                    </a:lnTo>
                    <a:cubicBezTo>
                      <a:pt x="735" y="8798"/>
                      <a:pt x="1098" y="7276"/>
                      <a:pt x="1750" y="5871"/>
                    </a:cubicBezTo>
                    <a:cubicBezTo>
                      <a:pt x="2331" y="4653"/>
                      <a:pt x="3167" y="3574"/>
                      <a:pt x="4203" y="2709"/>
                    </a:cubicBezTo>
                    <a:cubicBezTo>
                      <a:pt x="5260" y="1845"/>
                      <a:pt x="6478" y="1201"/>
                      <a:pt x="7787" y="814"/>
                    </a:cubicBezTo>
                    <a:cubicBezTo>
                      <a:pt x="9234" y="382"/>
                      <a:pt x="10739" y="170"/>
                      <a:pt x="12249" y="185"/>
                    </a:cubicBezTo>
                    <a:cubicBezTo>
                      <a:pt x="13660" y="175"/>
                      <a:pt x="15065" y="390"/>
                      <a:pt x="16409" y="821"/>
                    </a:cubicBezTo>
                    <a:cubicBezTo>
                      <a:pt x="17649" y="1213"/>
                      <a:pt x="18797" y="1851"/>
                      <a:pt x="19783" y="2697"/>
                    </a:cubicBezTo>
                    <a:cubicBezTo>
                      <a:pt x="20757" y="3553"/>
                      <a:pt x="21523" y="4620"/>
                      <a:pt x="22023" y="5816"/>
                    </a:cubicBezTo>
                    <a:cubicBezTo>
                      <a:pt x="22586" y="7199"/>
                      <a:pt x="22861" y="8682"/>
                      <a:pt x="22829" y="10175"/>
                    </a:cubicBezTo>
                    <a:cubicBezTo>
                      <a:pt x="22839" y="11146"/>
                      <a:pt x="22729" y="12113"/>
                      <a:pt x="22503" y="13057"/>
                    </a:cubicBezTo>
                    <a:cubicBezTo>
                      <a:pt x="22303" y="13874"/>
                      <a:pt x="21999" y="14661"/>
                      <a:pt x="21599" y="15400"/>
                    </a:cubicBezTo>
                    <a:cubicBezTo>
                      <a:pt x="21218" y="16097"/>
                      <a:pt x="20760" y="16749"/>
                      <a:pt x="20234" y="17344"/>
                    </a:cubicBezTo>
                    <a:cubicBezTo>
                      <a:pt x="19695" y="17952"/>
                      <a:pt x="19123" y="18530"/>
                      <a:pt x="18522" y="19077"/>
                    </a:cubicBezTo>
                    <a:lnTo>
                      <a:pt x="8576" y="27739"/>
                    </a:lnTo>
                    <a:lnTo>
                      <a:pt x="23093" y="27750"/>
                    </a:lnTo>
                    <a:lnTo>
                      <a:pt x="23088" y="33937"/>
                    </a:lnTo>
                    <a:lnTo>
                      <a:pt x="249" y="33919"/>
                    </a:ln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03" name="Google Shape;1603;p51"/>
              <p:cNvSpPr/>
              <p:nvPr/>
            </p:nvSpPr>
            <p:spPr>
              <a:xfrm>
                <a:off x="7477007" y="5058632"/>
                <a:ext cx="23535" cy="34311"/>
              </a:xfrm>
              <a:custGeom>
                <a:avLst/>
                <a:gdLst/>
                <a:ahLst/>
                <a:cxnLst/>
                <a:rect l="l" t="t" r="r" b="b"/>
                <a:pathLst>
                  <a:path w="23535" h="34311" extrusionOk="0">
                    <a:moveTo>
                      <a:pt x="8765" y="13820"/>
                    </a:moveTo>
                    <a:lnTo>
                      <a:pt x="11030" y="13822"/>
                    </a:lnTo>
                    <a:cubicBezTo>
                      <a:pt x="11665" y="13823"/>
                      <a:pt x="12298" y="13776"/>
                      <a:pt x="12926" y="13683"/>
                    </a:cubicBezTo>
                    <a:cubicBezTo>
                      <a:pt x="13514" y="13599"/>
                      <a:pt x="14085" y="13417"/>
                      <a:pt x="14613" y="13145"/>
                    </a:cubicBezTo>
                    <a:cubicBezTo>
                      <a:pt x="15115" y="12886"/>
                      <a:pt x="15539" y="12498"/>
                      <a:pt x="15840" y="12021"/>
                    </a:cubicBezTo>
                    <a:cubicBezTo>
                      <a:pt x="16172" y="11445"/>
                      <a:pt x="16332" y="10787"/>
                      <a:pt x="16303" y="10123"/>
                    </a:cubicBezTo>
                    <a:cubicBezTo>
                      <a:pt x="16320" y="9157"/>
                      <a:pt x="15885" y="8238"/>
                      <a:pt x="15126" y="7639"/>
                    </a:cubicBezTo>
                    <a:cubicBezTo>
                      <a:pt x="14314" y="6972"/>
                      <a:pt x="13288" y="6622"/>
                      <a:pt x="12237" y="6652"/>
                    </a:cubicBezTo>
                    <a:cubicBezTo>
                      <a:pt x="11266" y="6615"/>
                      <a:pt x="10313" y="6931"/>
                      <a:pt x="9555" y="7541"/>
                    </a:cubicBezTo>
                    <a:cubicBezTo>
                      <a:pt x="8864" y="8104"/>
                      <a:pt x="8377" y="8877"/>
                      <a:pt x="8166" y="9742"/>
                    </a:cubicBezTo>
                    <a:lnTo>
                      <a:pt x="540" y="8143"/>
                    </a:lnTo>
                    <a:cubicBezTo>
                      <a:pt x="858" y="6822"/>
                      <a:pt x="1423" y="5574"/>
                      <a:pt x="2207" y="4465"/>
                    </a:cubicBezTo>
                    <a:cubicBezTo>
                      <a:pt x="2915" y="3480"/>
                      <a:pt x="3811" y="2645"/>
                      <a:pt x="4843" y="2007"/>
                    </a:cubicBezTo>
                    <a:cubicBezTo>
                      <a:pt x="5895" y="1368"/>
                      <a:pt x="7043" y="903"/>
                      <a:pt x="8242" y="627"/>
                    </a:cubicBezTo>
                    <a:cubicBezTo>
                      <a:pt x="9538" y="325"/>
                      <a:pt x="10865" y="177"/>
                      <a:pt x="12196" y="184"/>
                    </a:cubicBezTo>
                    <a:cubicBezTo>
                      <a:pt x="13608" y="181"/>
                      <a:pt x="15015" y="363"/>
                      <a:pt x="16380" y="726"/>
                    </a:cubicBezTo>
                    <a:cubicBezTo>
                      <a:pt x="17657" y="1056"/>
                      <a:pt x="18857" y="1630"/>
                      <a:pt x="19915" y="2416"/>
                    </a:cubicBezTo>
                    <a:cubicBezTo>
                      <a:pt x="20931" y="3182"/>
                      <a:pt x="21760" y="4168"/>
                      <a:pt x="22340" y="5300"/>
                    </a:cubicBezTo>
                    <a:cubicBezTo>
                      <a:pt x="22969" y="6582"/>
                      <a:pt x="23277" y="7998"/>
                      <a:pt x="23239" y="9425"/>
                    </a:cubicBezTo>
                    <a:cubicBezTo>
                      <a:pt x="23284" y="11116"/>
                      <a:pt x="22780" y="12777"/>
                      <a:pt x="21802" y="14158"/>
                    </a:cubicBezTo>
                    <a:cubicBezTo>
                      <a:pt x="20790" y="15504"/>
                      <a:pt x="19300" y="16409"/>
                      <a:pt x="17639" y="16685"/>
                    </a:cubicBezTo>
                    <a:lnTo>
                      <a:pt x="17639" y="16826"/>
                    </a:lnTo>
                    <a:cubicBezTo>
                      <a:pt x="18564" y="16931"/>
                      <a:pt x="19455" y="17236"/>
                      <a:pt x="20251" y="17719"/>
                    </a:cubicBezTo>
                    <a:cubicBezTo>
                      <a:pt x="20990" y="18175"/>
                      <a:pt x="21640" y="18763"/>
                      <a:pt x="22168" y="19454"/>
                    </a:cubicBezTo>
                    <a:cubicBezTo>
                      <a:pt x="22701" y="20160"/>
                      <a:pt x="23107" y="20954"/>
                      <a:pt x="23368" y="21798"/>
                    </a:cubicBezTo>
                    <a:cubicBezTo>
                      <a:pt x="23649" y="22693"/>
                      <a:pt x="23788" y="23626"/>
                      <a:pt x="23782" y="24564"/>
                    </a:cubicBezTo>
                    <a:cubicBezTo>
                      <a:pt x="23814" y="26071"/>
                      <a:pt x="23489" y="27564"/>
                      <a:pt x="22832" y="28922"/>
                    </a:cubicBezTo>
                    <a:cubicBezTo>
                      <a:pt x="22226" y="30137"/>
                      <a:pt x="21356" y="31202"/>
                      <a:pt x="20285" y="32036"/>
                    </a:cubicBezTo>
                    <a:cubicBezTo>
                      <a:pt x="19169" y="32890"/>
                      <a:pt x="17896" y="33518"/>
                      <a:pt x="16539" y="33885"/>
                    </a:cubicBezTo>
                    <a:cubicBezTo>
                      <a:pt x="15056" y="34297"/>
                      <a:pt x="13524" y="34500"/>
                      <a:pt x="11985" y="34491"/>
                    </a:cubicBezTo>
                    <a:cubicBezTo>
                      <a:pt x="9317" y="34562"/>
                      <a:pt x="6687" y="33842"/>
                      <a:pt x="4427" y="32423"/>
                    </a:cubicBezTo>
                    <a:cubicBezTo>
                      <a:pt x="2218" y="30897"/>
                      <a:pt x="713" y="28549"/>
                      <a:pt x="249" y="25905"/>
                    </a:cubicBezTo>
                    <a:lnTo>
                      <a:pt x="7555" y="24176"/>
                    </a:lnTo>
                    <a:cubicBezTo>
                      <a:pt x="7739" y="25252"/>
                      <a:pt x="8266" y="26238"/>
                      <a:pt x="9056" y="26990"/>
                    </a:cubicBezTo>
                    <a:cubicBezTo>
                      <a:pt x="10004" y="27742"/>
                      <a:pt x="11199" y="28111"/>
                      <a:pt x="12407" y="28023"/>
                    </a:cubicBezTo>
                    <a:cubicBezTo>
                      <a:pt x="13644" y="28127"/>
                      <a:pt x="14866" y="27692"/>
                      <a:pt x="15759" y="26831"/>
                    </a:cubicBezTo>
                    <a:cubicBezTo>
                      <a:pt x="16503" y="25985"/>
                      <a:pt x="16892" y="24886"/>
                      <a:pt x="16848" y="23762"/>
                    </a:cubicBezTo>
                    <a:cubicBezTo>
                      <a:pt x="16896" y="22992"/>
                      <a:pt x="16693" y="22228"/>
                      <a:pt x="16272" y="21582"/>
                    </a:cubicBezTo>
                    <a:cubicBezTo>
                      <a:pt x="15888" y="21068"/>
                      <a:pt x="15368" y="20670"/>
                      <a:pt x="14770" y="20433"/>
                    </a:cubicBezTo>
                    <a:cubicBezTo>
                      <a:pt x="14106" y="20172"/>
                      <a:pt x="13403" y="20021"/>
                      <a:pt x="12690" y="19986"/>
                    </a:cubicBezTo>
                    <a:cubicBezTo>
                      <a:pt x="11919" y="19939"/>
                      <a:pt x="11148" y="19915"/>
                      <a:pt x="10378" y="19914"/>
                    </a:cubicBezTo>
                    <a:lnTo>
                      <a:pt x="8761" y="19913"/>
                    </a:ln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04" name="Google Shape;1604;p51"/>
              <p:cNvSpPr/>
              <p:nvPr/>
            </p:nvSpPr>
            <p:spPr>
              <a:xfrm>
                <a:off x="7278230" y="5150536"/>
                <a:ext cx="25155" cy="33188"/>
              </a:xfrm>
              <a:custGeom>
                <a:avLst/>
                <a:gdLst/>
                <a:ahLst/>
                <a:cxnLst/>
                <a:rect l="l" t="t" r="r" b="b"/>
                <a:pathLst>
                  <a:path w="25155" h="33188" extrusionOk="0">
                    <a:moveTo>
                      <a:pt x="14535" y="26712"/>
                    </a:moveTo>
                    <a:lnTo>
                      <a:pt x="249" y="26701"/>
                    </a:lnTo>
                    <a:lnTo>
                      <a:pt x="253" y="20796"/>
                    </a:lnTo>
                    <a:lnTo>
                      <a:pt x="13631" y="184"/>
                    </a:lnTo>
                    <a:lnTo>
                      <a:pt x="21213" y="190"/>
                    </a:lnTo>
                    <a:lnTo>
                      <a:pt x="21197" y="20812"/>
                    </a:lnTo>
                    <a:lnTo>
                      <a:pt x="25404" y="20815"/>
                    </a:lnTo>
                    <a:lnTo>
                      <a:pt x="25400" y="26720"/>
                    </a:lnTo>
                    <a:lnTo>
                      <a:pt x="21192" y="26717"/>
                    </a:lnTo>
                    <a:lnTo>
                      <a:pt x="21188" y="33372"/>
                    </a:lnTo>
                    <a:lnTo>
                      <a:pt x="14531" y="33367"/>
                    </a:lnTo>
                    <a:close/>
                    <a:moveTo>
                      <a:pt x="14549" y="9371"/>
                    </a:moveTo>
                    <a:lnTo>
                      <a:pt x="14456" y="9371"/>
                    </a:lnTo>
                    <a:lnTo>
                      <a:pt x="7189" y="20801"/>
                    </a:lnTo>
                    <a:lnTo>
                      <a:pt x="14540" y="20806"/>
                    </a:ln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05" name="Google Shape;1605;p51"/>
              <p:cNvSpPr/>
              <p:nvPr/>
            </p:nvSpPr>
            <p:spPr>
              <a:xfrm>
                <a:off x="7378167" y="5151549"/>
                <a:ext cx="23537" cy="33758"/>
              </a:xfrm>
              <a:custGeom>
                <a:avLst/>
                <a:gdLst/>
                <a:ahLst/>
                <a:cxnLst/>
                <a:rect l="l" t="t" r="r" b="b"/>
                <a:pathLst>
                  <a:path w="23537" h="33758" extrusionOk="0">
                    <a:moveTo>
                      <a:pt x="22687" y="6385"/>
                    </a:moveTo>
                    <a:lnTo>
                      <a:pt x="9695" y="6376"/>
                    </a:lnTo>
                    <a:lnTo>
                      <a:pt x="9552" y="11485"/>
                    </a:lnTo>
                    <a:cubicBezTo>
                      <a:pt x="10497" y="11203"/>
                      <a:pt x="11481" y="11076"/>
                      <a:pt x="12466" y="11112"/>
                    </a:cubicBezTo>
                    <a:cubicBezTo>
                      <a:pt x="14024" y="11095"/>
                      <a:pt x="15572" y="11350"/>
                      <a:pt x="17042" y="11865"/>
                    </a:cubicBezTo>
                    <a:cubicBezTo>
                      <a:pt x="18376" y="12334"/>
                      <a:pt x="19595" y="13077"/>
                      <a:pt x="20624" y="14047"/>
                    </a:cubicBezTo>
                    <a:cubicBezTo>
                      <a:pt x="21640" y="15024"/>
                      <a:pt x="22435" y="16207"/>
                      <a:pt x="22955" y="17517"/>
                    </a:cubicBezTo>
                    <a:cubicBezTo>
                      <a:pt x="23527" y="18972"/>
                      <a:pt x="23809" y="20524"/>
                      <a:pt x="23785" y="22087"/>
                    </a:cubicBezTo>
                    <a:cubicBezTo>
                      <a:pt x="23814" y="23806"/>
                      <a:pt x="23490" y="25512"/>
                      <a:pt x="22833" y="27101"/>
                    </a:cubicBezTo>
                    <a:cubicBezTo>
                      <a:pt x="22238" y="28515"/>
                      <a:pt x="21347" y="29785"/>
                      <a:pt x="20218" y="30825"/>
                    </a:cubicBezTo>
                    <a:cubicBezTo>
                      <a:pt x="19073" y="31860"/>
                      <a:pt x="17727" y="32649"/>
                      <a:pt x="16263" y="33142"/>
                    </a:cubicBezTo>
                    <a:cubicBezTo>
                      <a:pt x="14663" y="33684"/>
                      <a:pt x="12982" y="33953"/>
                      <a:pt x="11293" y="33935"/>
                    </a:cubicBezTo>
                    <a:cubicBezTo>
                      <a:pt x="8753" y="34023"/>
                      <a:pt x="6254" y="33280"/>
                      <a:pt x="4175" y="31820"/>
                    </a:cubicBezTo>
                    <a:cubicBezTo>
                      <a:pt x="2148" y="30230"/>
                      <a:pt x="756" y="27969"/>
                      <a:pt x="249" y="25444"/>
                    </a:cubicBezTo>
                    <a:lnTo>
                      <a:pt x="7509" y="23762"/>
                    </a:lnTo>
                    <a:cubicBezTo>
                      <a:pt x="7650" y="24866"/>
                      <a:pt x="8172" y="25886"/>
                      <a:pt x="8987" y="26645"/>
                    </a:cubicBezTo>
                    <a:cubicBezTo>
                      <a:pt x="9807" y="27388"/>
                      <a:pt x="10884" y="27783"/>
                      <a:pt x="11990" y="27749"/>
                    </a:cubicBezTo>
                    <a:cubicBezTo>
                      <a:pt x="13317" y="27812"/>
                      <a:pt x="14606" y="27300"/>
                      <a:pt x="15529" y="26346"/>
                    </a:cubicBezTo>
                    <a:cubicBezTo>
                      <a:pt x="16420" y="25378"/>
                      <a:pt x="16894" y="24099"/>
                      <a:pt x="16849" y="22785"/>
                    </a:cubicBezTo>
                    <a:cubicBezTo>
                      <a:pt x="16887" y="21841"/>
                      <a:pt x="16656" y="20906"/>
                      <a:pt x="16181" y="20089"/>
                    </a:cubicBezTo>
                    <a:cubicBezTo>
                      <a:pt x="15740" y="19393"/>
                      <a:pt x="15138" y="18814"/>
                      <a:pt x="14425" y="18401"/>
                    </a:cubicBezTo>
                    <a:cubicBezTo>
                      <a:pt x="13674" y="17970"/>
                      <a:pt x="12852" y="17675"/>
                      <a:pt x="11998" y="17533"/>
                    </a:cubicBezTo>
                    <a:cubicBezTo>
                      <a:pt x="11113" y="17376"/>
                      <a:pt x="10215" y="17297"/>
                      <a:pt x="9317" y="17296"/>
                    </a:cubicBezTo>
                    <a:cubicBezTo>
                      <a:pt x="8161" y="17297"/>
                      <a:pt x="7008" y="17406"/>
                      <a:pt x="5872" y="17622"/>
                    </a:cubicBezTo>
                    <a:cubicBezTo>
                      <a:pt x="4735" y="17834"/>
                      <a:pt x="3615" y="18131"/>
                      <a:pt x="2520" y="18509"/>
                    </a:cubicBezTo>
                    <a:lnTo>
                      <a:pt x="2904" y="184"/>
                    </a:lnTo>
                    <a:lnTo>
                      <a:pt x="22691" y="199"/>
                    </a:ln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06" name="Google Shape;1606;p51"/>
              <p:cNvSpPr/>
              <p:nvPr/>
            </p:nvSpPr>
            <p:spPr>
              <a:xfrm>
                <a:off x="7475643" y="5151627"/>
                <a:ext cx="24412" cy="33745"/>
              </a:xfrm>
              <a:custGeom>
                <a:avLst/>
                <a:gdLst/>
                <a:ahLst/>
                <a:cxnLst/>
                <a:rect l="l" t="t" r="r" b="b"/>
                <a:pathLst>
                  <a:path w="24412" h="33745" extrusionOk="0">
                    <a:moveTo>
                      <a:pt x="12140" y="12043"/>
                    </a:moveTo>
                    <a:cubicBezTo>
                      <a:pt x="12511" y="11949"/>
                      <a:pt x="12880" y="11872"/>
                      <a:pt x="13251" y="11809"/>
                    </a:cubicBezTo>
                    <a:cubicBezTo>
                      <a:pt x="13632" y="11746"/>
                      <a:pt x="14019" y="11715"/>
                      <a:pt x="14406" y="11716"/>
                    </a:cubicBezTo>
                    <a:cubicBezTo>
                      <a:pt x="15852" y="11698"/>
                      <a:pt x="17286" y="11987"/>
                      <a:pt x="18612" y="12563"/>
                    </a:cubicBezTo>
                    <a:cubicBezTo>
                      <a:pt x="19837" y="13099"/>
                      <a:pt x="20938" y="13881"/>
                      <a:pt x="21847" y="14862"/>
                    </a:cubicBezTo>
                    <a:cubicBezTo>
                      <a:pt x="22759" y="15863"/>
                      <a:pt x="23465" y="17034"/>
                      <a:pt x="23924" y="18309"/>
                    </a:cubicBezTo>
                    <a:cubicBezTo>
                      <a:pt x="24421" y="19667"/>
                      <a:pt x="24671" y="21103"/>
                      <a:pt x="24661" y="22549"/>
                    </a:cubicBezTo>
                    <a:cubicBezTo>
                      <a:pt x="24683" y="24154"/>
                      <a:pt x="24358" y="25745"/>
                      <a:pt x="23709" y="27212"/>
                    </a:cubicBezTo>
                    <a:cubicBezTo>
                      <a:pt x="23099" y="28571"/>
                      <a:pt x="22217" y="29791"/>
                      <a:pt x="21118" y="30796"/>
                    </a:cubicBezTo>
                    <a:cubicBezTo>
                      <a:pt x="19989" y="31816"/>
                      <a:pt x="18668" y="32604"/>
                      <a:pt x="17233" y="33113"/>
                    </a:cubicBezTo>
                    <a:cubicBezTo>
                      <a:pt x="14128" y="34204"/>
                      <a:pt x="10743" y="34201"/>
                      <a:pt x="7640" y="33106"/>
                    </a:cubicBezTo>
                    <a:cubicBezTo>
                      <a:pt x="6214" y="32591"/>
                      <a:pt x="4902" y="31802"/>
                      <a:pt x="3780" y="30783"/>
                    </a:cubicBezTo>
                    <a:cubicBezTo>
                      <a:pt x="2682" y="29776"/>
                      <a:pt x="1802" y="28556"/>
                      <a:pt x="1194" y="27196"/>
                    </a:cubicBezTo>
                    <a:cubicBezTo>
                      <a:pt x="547" y="25727"/>
                      <a:pt x="226" y="24136"/>
                      <a:pt x="250" y="22531"/>
                    </a:cubicBezTo>
                    <a:cubicBezTo>
                      <a:pt x="241" y="21437"/>
                      <a:pt x="351" y="20345"/>
                      <a:pt x="577" y="19274"/>
                    </a:cubicBezTo>
                    <a:cubicBezTo>
                      <a:pt x="783" y="18323"/>
                      <a:pt x="1069" y="17390"/>
                      <a:pt x="1433" y="16487"/>
                    </a:cubicBezTo>
                    <a:cubicBezTo>
                      <a:pt x="1785" y="15620"/>
                      <a:pt x="2203" y="14782"/>
                      <a:pt x="2683" y="13980"/>
                    </a:cubicBezTo>
                    <a:cubicBezTo>
                      <a:pt x="3162" y="13184"/>
                      <a:pt x="3664" y="12364"/>
                      <a:pt x="4188" y="11521"/>
                    </a:cubicBezTo>
                    <a:lnTo>
                      <a:pt x="11363" y="184"/>
                    </a:lnTo>
                    <a:lnTo>
                      <a:pt x="19824" y="191"/>
                    </a:lnTo>
                    <a:close/>
                    <a:moveTo>
                      <a:pt x="17727" y="22263"/>
                    </a:moveTo>
                    <a:cubicBezTo>
                      <a:pt x="17626" y="19492"/>
                      <a:pt x="15295" y="17328"/>
                      <a:pt x="12523" y="17429"/>
                    </a:cubicBezTo>
                    <a:cubicBezTo>
                      <a:pt x="9751" y="17531"/>
                      <a:pt x="7586" y="19859"/>
                      <a:pt x="7688" y="22630"/>
                    </a:cubicBezTo>
                    <a:cubicBezTo>
                      <a:pt x="7789" y="25402"/>
                      <a:pt x="10119" y="27566"/>
                      <a:pt x="12891" y="27465"/>
                    </a:cubicBezTo>
                    <a:cubicBezTo>
                      <a:pt x="14163" y="27418"/>
                      <a:pt x="15370" y="26890"/>
                      <a:pt x="16268" y="25988"/>
                    </a:cubicBezTo>
                    <a:cubicBezTo>
                      <a:pt x="17243" y="24998"/>
                      <a:pt x="17771" y="23652"/>
                      <a:pt x="17727" y="22263"/>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07" name="Google Shape;1607;p51"/>
              <p:cNvSpPr/>
              <p:nvPr/>
            </p:nvSpPr>
            <p:spPr>
              <a:xfrm>
                <a:off x="7278779" y="5244132"/>
                <a:ext cx="23952" cy="33190"/>
              </a:xfrm>
              <a:custGeom>
                <a:avLst/>
                <a:gdLst/>
                <a:ahLst/>
                <a:cxnLst/>
                <a:rect l="l" t="t" r="r" b="b"/>
                <a:pathLst>
                  <a:path w="23952" h="33190" extrusionOk="0">
                    <a:moveTo>
                      <a:pt x="16430" y="6664"/>
                    </a:moveTo>
                    <a:lnTo>
                      <a:pt x="249" y="6652"/>
                    </a:lnTo>
                    <a:lnTo>
                      <a:pt x="254" y="184"/>
                    </a:lnTo>
                    <a:lnTo>
                      <a:pt x="24202" y="202"/>
                    </a:lnTo>
                    <a:lnTo>
                      <a:pt x="24197" y="6389"/>
                    </a:lnTo>
                    <a:lnTo>
                      <a:pt x="11094" y="33375"/>
                    </a:lnTo>
                    <a:lnTo>
                      <a:pt x="3003" y="33368"/>
                    </a:ln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08" name="Google Shape;1608;p51"/>
              <p:cNvSpPr/>
              <p:nvPr/>
            </p:nvSpPr>
            <p:spPr>
              <a:xfrm>
                <a:off x="7377844" y="5243658"/>
                <a:ext cx="23034" cy="34306"/>
              </a:xfrm>
              <a:custGeom>
                <a:avLst/>
                <a:gdLst/>
                <a:ahLst/>
                <a:cxnLst/>
                <a:rect l="l" t="t" r="r" b="b"/>
                <a:pathLst>
                  <a:path w="23034" h="34306" extrusionOk="0">
                    <a:moveTo>
                      <a:pt x="821" y="9314"/>
                    </a:moveTo>
                    <a:cubicBezTo>
                      <a:pt x="790" y="7930"/>
                      <a:pt x="1084" y="6558"/>
                      <a:pt x="1679" y="5308"/>
                    </a:cubicBezTo>
                    <a:cubicBezTo>
                      <a:pt x="2235" y="4186"/>
                      <a:pt x="3043" y="3209"/>
                      <a:pt x="4039" y="2451"/>
                    </a:cubicBezTo>
                    <a:cubicBezTo>
                      <a:pt x="5084" y="1665"/>
                      <a:pt x="6269" y="1086"/>
                      <a:pt x="7530" y="743"/>
                    </a:cubicBezTo>
                    <a:cubicBezTo>
                      <a:pt x="10317" y="-5"/>
                      <a:pt x="13252" y="-2"/>
                      <a:pt x="16037" y="749"/>
                    </a:cubicBezTo>
                    <a:cubicBezTo>
                      <a:pt x="17293" y="1091"/>
                      <a:pt x="18471" y="1673"/>
                      <a:pt x="19504" y="2463"/>
                    </a:cubicBezTo>
                    <a:cubicBezTo>
                      <a:pt x="20491" y="3231"/>
                      <a:pt x="21296" y="4207"/>
                      <a:pt x="21860" y="5323"/>
                    </a:cubicBezTo>
                    <a:cubicBezTo>
                      <a:pt x="22468" y="6570"/>
                      <a:pt x="22768" y="7944"/>
                      <a:pt x="22735" y="9331"/>
                    </a:cubicBezTo>
                    <a:cubicBezTo>
                      <a:pt x="22781" y="10997"/>
                      <a:pt x="22267" y="12630"/>
                      <a:pt x="21276" y="13970"/>
                    </a:cubicBezTo>
                    <a:cubicBezTo>
                      <a:pt x="20241" y="15293"/>
                      <a:pt x="18805" y="16246"/>
                      <a:pt x="17182" y="16685"/>
                    </a:cubicBezTo>
                    <a:lnTo>
                      <a:pt x="17181" y="16779"/>
                    </a:lnTo>
                    <a:cubicBezTo>
                      <a:pt x="18975" y="17197"/>
                      <a:pt x="20573" y="18215"/>
                      <a:pt x="21710" y="19665"/>
                    </a:cubicBezTo>
                    <a:cubicBezTo>
                      <a:pt x="22793" y="21170"/>
                      <a:pt x="23344" y="22991"/>
                      <a:pt x="23278" y="24844"/>
                    </a:cubicBezTo>
                    <a:cubicBezTo>
                      <a:pt x="23306" y="26306"/>
                      <a:pt x="22980" y="27753"/>
                      <a:pt x="22327" y="29062"/>
                    </a:cubicBezTo>
                    <a:cubicBezTo>
                      <a:pt x="21720" y="30249"/>
                      <a:pt x="20849" y="31283"/>
                      <a:pt x="19781" y="32083"/>
                    </a:cubicBezTo>
                    <a:cubicBezTo>
                      <a:pt x="18674" y="32900"/>
                      <a:pt x="17429" y="33511"/>
                      <a:pt x="16104" y="33884"/>
                    </a:cubicBezTo>
                    <a:cubicBezTo>
                      <a:pt x="13264" y="34695"/>
                      <a:pt x="10252" y="34692"/>
                      <a:pt x="7413" y="33878"/>
                    </a:cubicBezTo>
                    <a:cubicBezTo>
                      <a:pt x="6089" y="33502"/>
                      <a:pt x="4845" y="32890"/>
                      <a:pt x="3739" y="32071"/>
                    </a:cubicBezTo>
                    <a:cubicBezTo>
                      <a:pt x="2672" y="31269"/>
                      <a:pt x="1804" y="30234"/>
                      <a:pt x="1198" y="29046"/>
                    </a:cubicBezTo>
                    <a:cubicBezTo>
                      <a:pt x="547" y="27736"/>
                      <a:pt x="223" y="26289"/>
                      <a:pt x="254" y="24827"/>
                    </a:cubicBezTo>
                    <a:cubicBezTo>
                      <a:pt x="190" y="22974"/>
                      <a:pt x="745" y="21153"/>
                      <a:pt x="1831" y="19650"/>
                    </a:cubicBezTo>
                    <a:cubicBezTo>
                      <a:pt x="2969" y="18202"/>
                      <a:pt x="4568" y="17186"/>
                      <a:pt x="6363" y="16771"/>
                    </a:cubicBezTo>
                    <a:lnTo>
                      <a:pt x="6363" y="16677"/>
                    </a:lnTo>
                    <a:cubicBezTo>
                      <a:pt x="4742" y="16235"/>
                      <a:pt x="3307" y="15280"/>
                      <a:pt x="2274" y="13955"/>
                    </a:cubicBezTo>
                    <a:cubicBezTo>
                      <a:pt x="1284" y="12614"/>
                      <a:pt x="772" y="10980"/>
                      <a:pt x="821" y="9314"/>
                    </a:cubicBezTo>
                    <a:close/>
                    <a:moveTo>
                      <a:pt x="7189" y="23848"/>
                    </a:moveTo>
                    <a:cubicBezTo>
                      <a:pt x="7171" y="24964"/>
                      <a:pt x="7624" y="26036"/>
                      <a:pt x="8436" y="26801"/>
                    </a:cubicBezTo>
                    <a:cubicBezTo>
                      <a:pt x="10356" y="28427"/>
                      <a:pt x="13171" y="28429"/>
                      <a:pt x="15093" y="26807"/>
                    </a:cubicBezTo>
                    <a:cubicBezTo>
                      <a:pt x="15907" y="26042"/>
                      <a:pt x="16360" y="24971"/>
                      <a:pt x="16345" y="23855"/>
                    </a:cubicBezTo>
                    <a:cubicBezTo>
                      <a:pt x="16369" y="22724"/>
                      <a:pt x="15916" y="21635"/>
                      <a:pt x="15097" y="20854"/>
                    </a:cubicBezTo>
                    <a:cubicBezTo>
                      <a:pt x="13178" y="19228"/>
                      <a:pt x="10363" y="19226"/>
                      <a:pt x="8441" y="20849"/>
                    </a:cubicBezTo>
                    <a:cubicBezTo>
                      <a:pt x="7621" y="21629"/>
                      <a:pt x="7167" y="22717"/>
                      <a:pt x="7190" y="23848"/>
                    </a:cubicBezTo>
                    <a:close/>
                    <a:moveTo>
                      <a:pt x="7754" y="10304"/>
                    </a:moveTo>
                    <a:cubicBezTo>
                      <a:pt x="7737" y="11296"/>
                      <a:pt x="8139" y="12250"/>
                      <a:pt x="8862" y="12930"/>
                    </a:cubicBezTo>
                    <a:cubicBezTo>
                      <a:pt x="10537" y="14368"/>
                      <a:pt x="13011" y="14369"/>
                      <a:pt x="14688" y="12934"/>
                    </a:cubicBezTo>
                    <a:cubicBezTo>
                      <a:pt x="15411" y="12255"/>
                      <a:pt x="15815" y="11302"/>
                      <a:pt x="15799" y="10310"/>
                    </a:cubicBezTo>
                    <a:cubicBezTo>
                      <a:pt x="15809" y="9333"/>
                      <a:pt x="15407" y="8397"/>
                      <a:pt x="14692" y="7732"/>
                    </a:cubicBezTo>
                    <a:cubicBezTo>
                      <a:pt x="13017" y="6293"/>
                      <a:pt x="10542" y="6291"/>
                      <a:pt x="8866" y="7727"/>
                    </a:cubicBezTo>
                    <a:cubicBezTo>
                      <a:pt x="8149" y="8392"/>
                      <a:pt x="7746" y="9327"/>
                      <a:pt x="7755" y="10304"/>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09" name="Google Shape;1609;p51"/>
              <p:cNvSpPr/>
              <p:nvPr/>
            </p:nvSpPr>
            <p:spPr>
              <a:xfrm>
                <a:off x="7476985" y="5242781"/>
                <a:ext cx="24412" cy="33745"/>
              </a:xfrm>
              <a:custGeom>
                <a:avLst/>
                <a:gdLst/>
                <a:ahLst/>
                <a:cxnLst/>
                <a:rect l="l" t="t" r="r" b="b"/>
                <a:pathLst>
                  <a:path w="24412" h="33745" extrusionOk="0">
                    <a:moveTo>
                      <a:pt x="12770" y="22071"/>
                    </a:moveTo>
                    <a:cubicBezTo>
                      <a:pt x="12399" y="22164"/>
                      <a:pt x="12030" y="22243"/>
                      <a:pt x="11660" y="22305"/>
                    </a:cubicBezTo>
                    <a:cubicBezTo>
                      <a:pt x="11278" y="22368"/>
                      <a:pt x="10892" y="22399"/>
                      <a:pt x="10505" y="22397"/>
                    </a:cubicBezTo>
                    <a:cubicBezTo>
                      <a:pt x="9058" y="22416"/>
                      <a:pt x="7624" y="22127"/>
                      <a:pt x="6298" y="21551"/>
                    </a:cubicBezTo>
                    <a:cubicBezTo>
                      <a:pt x="5073" y="21015"/>
                      <a:pt x="3972" y="20233"/>
                      <a:pt x="3064" y="19252"/>
                    </a:cubicBezTo>
                    <a:cubicBezTo>
                      <a:pt x="2151" y="18251"/>
                      <a:pt x="1445" y="17080"/>
                      <a:pt x="986" y="15806"/>
                    </a:cubicBezTo>
                    <a:cubicBezTo>
                      <a:pt x="489" y="14447"/>
                      <a:pt x="239" y="13010"/>
                      <a:pt x="250" y="11563"/>
                    </a:cubicBezTo>
                    <a:cubicBezTo>
                      <a:pt x="228" y="9959"/>
                      <a:pt x="552" y="8369"/>
                      <a:pt x="1201" y="6902"/>
                    </a:cubicBezTo>
                    <a:cubicBezTo>
                      <a:pt x="1811" y="5543"/>
                      <a:pt x="2692" y="4323"/>
                      <a:pt x="3791" y="3318"/>
                    </a:cubicBezTo>
                    <a:cubicBezTo>
                      <a:pt x="4916" y="2301"/>
                      <a:pt x="6228" y="1514"/>
                      <a:pt x="7654" y="1000"/>
                    </a:cubicBezTo>
                    <a:cubicBezTo>
                      <a:pt x="10760" y="-91"/>
                      <a:pt x="14144" y="-88"/>
                      <a:pt x="17248" y="1008"/>
                    </a:cubicBezTo>
                    <a:cubicBezTo>
                      <a:pt x="18682" y="1520"/>
                      <a:pt x="20001" y="2309"/>
                      <a:pt x="21129" y="3331"/>
                    </a:cubicBezTo>
                    <a:cubicBezTo>
                      <a:pt x="22227" y="4338"/>
                      <a:pt x="23108" y="5559"/>
                      <a:pt x="23717" y="6918"/>
                    </a:cubicBezTo>
                    <a:cubicBezTo>
                      <a:pt x="24363" y="8387"/>
                      <a:pt x="24685" y="9978"/>
                      <a:pt x="24660" y="11582"/>
                    </a:cubicBezTo>
                    <a:cubicBezTo>
                      <a:pt x="24669" y="12676"/>
                      <a:pt x="24560" y="13768"/>
                      <a:pt x="24334" y="14839"/>
                    </a:cubicBezTo>
                    <a:cubicBezTo>
                      <a:pt x="24127" y="15791"/>
                      <a:pt x="23841" y="16723"/>
                      <a:pt x="23477" y="17627"/>
                    </a:cubicBezTo>
                    <a:cubicBezTo>
                      <a:pt x="23126" y="18494"/>
                      <a:pt x="22708" y="19331"/>
                      <a:pt x="22227" y="20133"/>
                    </a:cubicBezTo>
                    <a:cubicBezTo>
                      <a:pt x="21748" y="20929"/>
                      <a:pt x="21245" y="21749"/>
                      <a:pt x="20721" y="22593"/>
                    </a:cubicBezTo>
                    <a:lnTo>
                      <a:pt x="13547" y="33929"/>
                    </a:lnTo>
                    <a:lnTo>
                      <a:pt x="5086" y="33922"/>
                    </a:lnTo>
                    <a:close/>
                    <a:moveTo>
                      <a:pt x="7183" y="11850"/>
                    </a:moveTo>
                    <a:cubicBezTo>
                      <a:pt x="7285" y="14621"/>
                      <a:pt x="9615" y="16785"/>
                      <a:pt x="12387" y="16684"/>
                    </a:cubicBezTo>
                    <a:cubicBezTo>
                      <a:pt x="15159" y="16582"/>
                      <a:pt x="17325" y="14254"/>
                      <a:pt x="17223" y="11482"/>
                    </a:cubicBezTo>
                    <a:cubicBezTo>
                      <a:pt x="17122" y="8711"/>
                      <a:pt x="14792" y="6547"/>
                      <a:pt x="12020" y="6648"/>
                    </a:cubicBezTo>
                    <a:cubicBezTo>
                      <a:pt x="10748" y="6695"/>
                      <a:pt x="9540" y="7223"/>
                      <a:pt x="8642" y="8125"/>
                    </a:cubicBezTo>
                    <a:cubicBezTo>
                      <a:pt x="7668" y="9115"/>
                      <a:pt x="7141" y="10461"/>
                      <a:pt x="7183" y="11850"/>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10" name="Google Shape;1610;p51"/>
              <p:cNvSpPr/>
              <p:nvPr/>
            </p:nvSpPr>
            <p:spPr>
              <a:xfrm>
                <a:off x="7278511" y="5335258"/>
                <a:ext cx="24318" cy="34306"/>
              </a:xfrm>
              <a:custGeom>
                <a:avLst/>
                <a:gdLst/>
                <a:ahLst/>
                <a:cxnLst/>
                <a:rect l="l" t="t" r="r" b="b"/>
                <a:pathLst>
                  <a:path w="24318" h="34306" extrusionOk="0">
                    <a:moveTo>
                      <a:pt x="250" y="17328"/>
                    </a:moveTo>
                    <a:cubicBezTo>
                      <a:pt x="254" y="15317"/>
                      <a:pt x="434" y="13310"/>
                      <a:pt x="786" y="11330"/>
                    </a:cubicBezTo>
                    <a:cubicBezTo>
                      <a:pt x="1109" y="9395"/>
                      <a:pt x="1751" y="7527"/>
                      <a:pt x="2685" y="5801"/>
                    </a:cubicBezTo>
                    <a:cubicBezTo>
                      <a:pt x="3577" y="4166"/>
                      <a:pt x="4856" y="2776"/>
                      <a:pt x="6411" y="1750"/>
                    </a:cubicBezTo>
                    <a:cubicBezTo>
                      <a:pt x="10145" y="-341"/>
                      <a:pt x="14699" y="-338"/>
                      <a:pt x="18430" y="1759"/>
                    </a:cubicBezTo>
                    <a:cubicBezTo>
                      <a:pt x="19983" y="2786"/>
                      <a:pt x="21260" y="4179"/>
                      <a:pt x="22149" y="5815"/>
                    </a:cubicBezTo>
                    <a:cubicBezTo>
                      <a:pt x="23081" y="7542"/>
                      <a:pt x="23720" y="9411"/>
                      <a:pt x="24040" y="11347"/>
                    </a:cubicBezTo>
                    <a:cubicBezTo>
                      <a:pt x="24746" y="15315"/>
                      <a:pt x="24743" y="19377"/>
                      <a:pt x="24032" y="23345"/>
                    </a:cubicBezTo>
                    <a:cubicBezTo>
                      <a:pt x="23708" y="25280"/>
                      <a:pt x="23066" y="27148"/>
                      <a:pt x="22131" y="28873"/>
                    </a:cubicBezTo>
                    <a:cubicBezTo>
                      <a:pt x="21240" y="30509"/>
                      <a:pt x="19961" y="31900"/>
                      <a:pt x="18406" y="32925"/>
                    </a:cubicBezTo>
                    <a:cubicBezTo>
                      <a:pt x="14672" y="35015"/>
                      <a:pt x="10118" y="35012"/>
                      <a:pt x="6387" y="32916"/>
                    </a:cubicBezTo>
                    <a:cubicBezTo>
                      <a:pt x="4834" y="31888"/>
                      <a:pt x="3556" y="30495"/>
                      <a:pt x="2667" y="28859"/>
                    </a:cubicBezTo>
                    <a:cubicBezTo>
                      <a:pt x="1735" y="27132"/>
                      <a:pt x="1096" y="25263"/>
                      <a:pt x="776" y="23327"/>
                    </a:cubicBezTo>
                    <a:cubicBezTo>
                      <a:pt x="427" y="21346"/>
                      <a:pt x="251" y="19339"/>
                      <a:pt x="249" y="17328"/>
                    </a:cubicBezTo>
                    <a:close/>
                    <a:moveTo>
                      <a:pt x="7185" y="17334"/>
                    </a:moveTo>
                    <a:cubicBezTo>
                      <a:pt x="7184" y="18209"/>
                      <a:pt x="7222" y="19256"/>
                      <a:pt x="7298" y="20475"/>
                    </a:cubicBezTo>
                    <a:cubicBezTo>
                      <a:pt x="7369" y="21666"/>
                      <a:pt x="7577" y="22846"/>
                      <a:pt x="7920" y="23989"/>
                    </a:cubicBezTo>
                    <a:cubicBezTo>
                      <a:pt x="8220" y="25044"/>
                      <a:pt x="8747" y="26021"/>
                      <a:pt x="9466" y="26850"/>
                    </a:cubicBezTo>
                    <a:cubicBezTo>
                      <a:pt x="11101" y="28413"/>
                      <a:pt x="13677" y="28415"/>
                      <a:pt x="15315" y="26854"/>
                    </a:cubicBezTo>
                    <a:cubicBezTo>
                      <a:pt x="16048" y="26031"/>
                      <a:pt x="16586" y="25055"/>
                      <a:pt x="16889" y="23997"/>
                    </a:cubicBezTo>
                    <a:cubicBezTo>
                      <a:pt x="17232" y="22853"/>
                      <a:pt x="17443" y="21674"/>
                      <a:pt x="17515" y="20482"/>
                    </a:cubicBezTo>
                    <a:cubicBezTo>
                      <a:pt x="17593" y="19263"/>
                      <a:pt x="17632" y="18216"/>
                      <a:pt x="17633" y="17342"/>
                    </a:cubicBezTo>
                    <a:cubicBezTo>
                      <a:pt x="17634" y="16467"/>
                      <a:pt x="17596" y="15420"/>
                      <a:pt x="17520" y="14201"/>
                    </a:cubicBezTo>
                    <a:cubicBezTo>
                      <a:pt x="17449" y="13010"/>
                      <a:pt x="17240" y="11830"/>
                      <a:pt x="16899" y="10686"/>
                    </a:cubicBezTo>
                    <a:cubicBezTo>
                      <a:pt x="16597" y="9628"/>
                      <a:pt x="16061" y="8650"/>
                      <a:pt x="15330" y="7827"/>
                    </a:cubicBezTo>
                    <a:cubicBezTo>
                      <a:pt x="13695" y="6263"/>
                      <a:pt x="11118" y="6260"/>
                      <a:pt x="9480" y="7822"/>
                    </a:cubicBezTo>
                    <a:cubicBezTo>
                      <a:pt x="8760" y="8650"/>
                      <a:pt x="8231" y="9625"/>
                      <a:pt x="7930" y="10680"/>
                    </a:cubicBezTo>
                    <a:cubicBezTo>
                      <a:pt x="7585" y="11823"/>
                      <a:pt x="7375" y="13003"/>
                      <a:pt x="7302" y="14194"/>
                    </a:cubicBezTo>
                    <a:cubicBezTo>
                      <a:pt x="7225" y="15413"/>
                      <a:pt x="7186" y="16459"/>
                      <a:pt x="7185" y="17334"/>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11" name="Google Shape;1611;p51"/>
              <p:cNvSpPr/>
              <p:nvPr/>
            </p:nvSpPr>
            <p:spPr>
              <a:xfrm>
                <a:off x="7368177" y="5334404"/>
                <a:ext cx="41461" cy="36169"/>
              </a:xfrm>
              <a:custGeom>
                <a:avLst/>
                <a:gdLst/>
                <a:ahLst/>
                <a:cxnLst/>
                <a:rect l="l" t="t" r="r" b="b"/>
                <a:pathLst>
                  <a:path w="41461" h="36169" extrusionOk="0">
                    <a:moveTo>
                      <a:pt x="249" y="10380"/>
                    </a:moveTo>
                    <a:cubicBezTo>
                      <a:pt x="242" y="9141"/>
                      <a:pt x="487" y="7914"/>
                      <a:pt x="969" y="6772"/>
                    </a:cubicBezTo>
                    <a:cubicBezTo>
                      <a:pt x="1429" y="5676"/>
                      <a:pt x="2087" y="4676"/>
                      <a:pt x="2913" y="3821"/>
                    </a:cubicBezTo>
                    <a:cubicBezTo>
                      <a:pt x="3736" y="2974"/>
                      <a:pt x="4719" y="2298"/>
                      <a:pt x="5804" y="1832"/>
                    </a:cubicBezTo>
                    <a:cubicBezTo>
                      <a:pt x="8079" y="864"/>
                      <a:pt x="10650" y="867"/>
                      <a:pt x="12924" y="1837"/>
                    </a:cubicBezTo>
                    <a:cubicBezTo>
                      <a:pt x="14009" y="2305"/>
                      <a:pt x="14990" y="2983"/>
                      <a:pt x="15812" y="3831"/>
                    </a:cubicBezTo>
                    <a:cubicBezTo>
                      <a:pt x="16636" y="4688"/>
                      <a:pt x="17293" y="5689"/>
                      <a:pt x="17752" y="6785"/>
                    </a:cubicBezTo>
                    <a:cubicBezTo>
                      <a:pt x="18705" y="9097"/>
                      <a:pt x="18703" y="11692"/>
                      <a:pt x="17746" y="14002"/>
                    </a:cubicBezTo>
                    <a:cubicBezTo>
                      <a:pt x="17285" y="15097"/>
                      <a:pt x="16627" y="16098"/>
                      <a:pt x="15802" y="16953"/>
                    </a:cubicBezTo>
                    <a:cubicBezTo>
                      <a:pt x="14979" y="17800"/>
                      <a:pt x="13997" y="18476"/>
                      <a:pt x="12912" y="18943"/>
                    </a:cubicBezTo>
                    <a:cubicBezTo>
                      <a:pt x="10637" y="19910"/>
                      <a:pt x="8066" y="19908"/>
                      <a:pt x="5792" y="18937"/>
                    </a:cubicBezTo>
                    <a:cubicBezTo>
                      <a:pt x="4707" y="18470"/>
                      <a:pt x="3725" y="17792"/>
                      <a:pt x="2903" y="16943"/>
                    </a:cubicBezTo>
                    <a:cubicBezTo>
                      <a:pt x="2079" y="16087"/>
                      <a:pt x="1422" y="15086"/>
                      <a:pt x="964" y="13989"/>
                    </a:cubicBezTo>
                    <a:cubicBezTo>
                      <a:pt x="483" y="12847"/>
                      <a:pt x="240" y="11619"/>
                      <a:pt x="250" y="10380"/>
                    </a:cubicBezTo>
                    <a:close/>
                    <a:moveTo>
                      <a:pt x="13750" y="10390"/>
                    </a:moveTo>
                    <a:cubicBezTo>
                      <a:pt x="13774" y="9200"/>
                      <a:pt x="13317" y="8050"/>
                      <a:pt x="12481" y="7202"/>
                    </a:cubicBezTo>
                    <a:cubicBezTo>
                      <a:pt x="10796" y="5478"/>
                      <a:pt x="8032" y="5446"/>
                      <a:pt x="6307" y="7130"/>
                    </a:cubicBezTo>
                    <a:cubicBezTo>
                      <a:pt x="6284" y="7152"/>
                      <a:pt x="6261" y="7175"/>
                      <a:pt x="6239" y="7198"/>
                    </a:cubicBezTo>
                    <a:cubicBezTo>
                      <a:pt x="4542" y="8983"/>
                      <a:pt x="4540" y="11784"/>
                      <a:pt x="6234" y="13572"/>
                    </a:cubicBezTo>
                    <a:cubicBezTo>
                      <a:pt x="7919" y="15296"/>
                      <a:pt x="10684" y="15328"/>
                      <a:pt x="12409" y="13643"/>
                    </a:cubicBezTo>
                    <a:cubicBezTo>
                      <a:pt x="12431" y="13621"/>
                      <a:pt x="12454" y="13599"/>
                      <a:pt x="12476" y="13576"/>
                    </a:cubicBezTo>
                    <a:cubicBezTo>
                      <a:pt x="13313" y="12730"/>
                      <a:pt x="13772" y="11580"/>
                      <a:pt x="13749" y="10390"/>
                    </a:cubicBezTo>
                    <a:close/>
                    <a:moveTo>
                      <a:pt x="28460" y="184"/>
                    </a:moveTo>
                    <a:lnTo>
                      <a:pt x="32341" y="2390"/>
                    </a:lnTo>
                    <a:lnTo>
                      <a:pt x="13222" y="36354"/>
                    </a:lnTo>
                    <a:lnTo>
                      <a:pt x="9710" y="34336"/>
                    </a:lnTo>
                    <a:close/>
                    <a:moveTo>
                      <a:pt x="23494" y="26098"/>
                    </a:moveTo>
                    <a:cubicBezTo>
                      <a:pt x="23486" y="24859"/>
                      <a:pt x="23730" y="23631"/>
                      <a:pt x="24212" y="22490"/>
                    </a:cubicBezTo>
                    <a:cubicBezTo>
                      <a:pt x="24672" y="21395"/>
                      <a:pt x="25332" y="20394"/>
                      <a:pt x="26157" y="19539"/>
                    </a:cubicBezTo>
                    <a:cubicBezTo>
                      <a:pt x="26980" y="18692"/>
                      <a:pt x="27962" y="18015"/>
                      <a:pt x="29048" y="17549"/>
                    </a:cubicBezTo>
                    <a:cubicBezTo>
                      <a:pt x="31323" y="16582"/>
                      <a:pt x="33894" y="16584"/>
                      <a:pt x="36168" y="17554"/>
                    </a:cubicBezTo>
                    <a:cubicBezTo>
                      <a:pt x="37253" y="18023"/>
                      <a:pt x="38234" y="18701"/>
                      <a:pt x="39057" y="19548"/>
                    </a:cubicBezTo>
                    <a:cubicBezTo>
                      <a:pt x="39880" y="20405"/>
                      <a:pt x="40537" y="21406"/>
                      <a:pt x="40996" y="22502"/>
                    </a:cubicBezTo>
                    <a:cubicBezTo>
                      <a:pt x="41476" y="23644"/>
                      <a:pt x="41719" y="24873"/>
                      <a:pt x="41710" y="26111"/>
                    </a:cubicBezTo>
                    <a:cubicBezTo>
                      <a:pt x="41716" y="27358"/>
                      <a:pt x="41471" y="28593"/>
                      <a:pt x="40991" y="29743"/>
                    </a:cubicBezTo>
                    <a:cubicBezTo>
                      <a:pt x="40534" y="30848"/>
                      <a:pt x="39875" y="31856"/>
                      <a:pt x="39046" y="32718"/>
                    </a:cubicBezTo>
                    <a:cubicBezTo>
                      <a:pt x="38223" y="33565"/>
                      <a:pt x="37240" y="34241"/>
                      <a:pt x="36155" y="34708"/>
                    </a:cubicBezTo>
                    <a:cubicBezTo>
                      <a:pt x="33880" y="35675"/>
                      <a:pt x="31309" y="35673"/>
                      <a:pt x="29034" y="34703"/>
                    </a:cubicBezTo>
                    <a:cubicBezTo>
                      <a:pt x="27949" y="34234"/>
                      <a:pt x="26968" y="33557"/>
                      <a:pt x="26146" y="32708"/>
                    </a:cubicBezTo>
                    <a:cubicBezTo>
                      <a:pt x="25319" y="31846"/>
                      <a:pt x="24661" y="30836"/>
                      <a:pt x="24207" y="29731"/>
                    </a:cubicBezTo>
                    <a:cubicBezTo>
                      <a:pt x="23728" y="28580"/>
                      <a:pt x="23485" y="27345"/>
                      <a:pt x="23494" y="26098"/>
                    </a:cubicBezTo>
                    <a:close/>
                    <a:moveTo>
                      <a:pt x="36994" y="26109"/>
                    </a:moveTo>
                    <a:cubicBezTo>
                      <a:pt x="37018" y="24919"/>
                      <a:pt x="36560" y="23769"/>
                      <a:pt x="35725" y="22920"/>
                    </a:cubicBezTo>
                    <a:cubicBezTo>
                      <a:pt x="34040" y="21196"/>
                      <a:pt x="31275" y="21164"/>
                      <a:pt x="29550" y="22849"/>
                    </a:cubicBezTo>
                    <a:cubicBezTo>
                      <a:pt x="29528" y="22871"/>
                      <a:pt x="29505" y="22893"/>
                      <a:pt x="29483" y="22916"/>
                    </a:cubicBezTo>
                    <a:cubicBezTo>
                      <a:pt x="28645" y="23762"/>
                      <a:pt x="28187" y="24912"/>
                      <a:pt x="28210" y="26102"/>
                    </a:cubicBezTo>
                    <a:cubicBezTo>
                      <a:pt x="28179" y="27307"/>
                      <a:pt x="28636" y="28473"/>
                      <a:pt x="29478" y="29336"/>
                    </a:cubicBezTo>
                    <a:cubicBezTo>
                      <a:pt x="31162" y="31060"/>
                      <a:pt x="33926" y="31093"/>
                      <a:pt x="35652" y="29409"/>
                    </a:cubicBezTo>
                    <a:cubicBezTo>
                      <a:pt x="35675" y="29387"/>
                      <a:pt x="35698" y="29364"/>
                      <a:pt x="35720" y="29341"/>
                    </a:cubicBezTo>
                    <a:cubicBezTo>
                      <a:pt x="36564" y="28480"/>
                      <a:pt x="37024" y="27314"/>
                      <a:pt x="36994" y="26109"/>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12" name="Google Shape;1612;p51"/>
              <p:cNvSpPr/>
              <p:nvPr/>
            </p:nvSpPr>
            <p:spPr>
              <a:xfrm>
                <a:off x="7559449" y="4938282"/>
                <a:ext cx="40623" cy="55052"/>
              </a:xfrm>
              <a:custGeom>
                <a:avLst/>
                <a:gdLst/>
                <a:ahLst/>
                <a:cxnLst/>
                <a:rect l="l" t="t" r="r" b="b"/>
                <a:pathLst>
                  <a:path w="40623" h="55052" extrusionOk="0">
                    <a:moveTo>
                      <a:pt x="24550" y="55172"/>
                    </a:moveTo>
                    <a:cubicBezTo>
                      <a:pt x="18023" y="55193"/>
                      <a:pt x="11501" y="54776"/>
                      <a:pt x="5029" y="53925"/>
                    </a:cubicBezTo>
                    <a:cubicBezTo>
                      <a:pt x="3413" y="53546"/>
                      <a:pt x="2146" y="52295"/>
                      <a:pt x="1746" y="50685"/>
                    </a:cubicBezTo>
                    <a:cubicBezTo>
                      <a:pt x="-59" y="45485"/>
                      <a:pt x="-871" y="8112"/>
                      <a:pt x="3070" y="3457"/>
                    </a:cubicBezTo>
                    <a:cubicBezTo>
                      <a:pt x="4160" y="2171"/>
                      <a:pt x="6133" y="907"/>
                      <a:pt x="13137" y="375"/>
                    </a:cubicBezTo>
                    <a:cubicBezTo>
                      <a:pt x="16963" y="84"/>
                      <a:pt x="33271" y="-345"/>
                      <a:pt x="37225" y="3098"/>
                    </a:cubicBezTo>
                    <a:cubicBezTo>
                      <a:pt x="41756" y="7040"/>
                      <a:pt x="41062" y="36679"/>
                      <a:pt x="40362" y="43531"/>
                    </a:cubicBezTo>
                    <a:cubicBezTo>
                      <a:pt x="39735" y="49657"/>
                      <a:pt x="38716" y="52376"/>
                      <a:pt x="36603" y="53565"/>
                    </a:cubicBezTo>
                    <a:cubicBezTo>
                      <a:pt x="32730" y="54889"/>
                      <a:pt x="28634" y="55435"/>
                      <a:pt x="24550" y="55172"/>
                    </a:cubicBezTo>
                    <a:close/>
                    <a:moveTo>
                      <a:pt x="8130" y="47258"/>
                    </a:moveTo>
                    <a:cubicBezTo>
                      <a:pt x="16244" y="48207"/>
                      <a:pt x="24434" y="48313"/>
                      <a:pt x="32569" y="47576"/>
                    </a:cubicBezTo>
                    <a:cubicBezTo>
                      <a:pt x="34619" y="41729"/>
                      <a:pt x="34024" y="13957"/>
                      <a:pt x="32290" y="8379"/>
                    </a:cubicBezTo>
                    <a:cubicBezTo>
                      <a:pt x="24459" y="6911"/>
                      <a:pt x="16430" y="6840"/>
                      <a:pt x="8574" y="8167"/>
                    </a:cubicBezTo>
                    <a:cubicBezTo>
                      <a:pt x="7004" y="21142"/>
                      <a:pt x="6854" y="34250"/>
                      <a:pt x="8130" y="47258"/>
                    </a:cubicBezTo>
                    <a:close/>
                    <a:moveTo>
                      <a:pt x="6441" y="46998"/>
                    </a:moveTo>
                    <a:lnTo>
                      <a:pt x="6441" y="46998"/>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613" name="Google Shape;1613;p51"/>
            <p:cNvGrpSpPr/>
            <p:nvPr/>
          </p:nvGrpSpPr>
          <p:grpSpPr>
            <a:xfrm>
              <a:off x="1660977" y="1012773"/>
              <a:ext cx="2109802" cy="3213997"/>
              <a:chOff x="1660977" y="1012773"/>
              <a:chExt cx="2109802" cy="3213997"/>
            </a:xfrm>
          </p:grpSpPr>
          <p:sp>
            <p:nvSpPr>
              <p:cNvPr id="1614" name="Google Shape;1614;p51"/>
              <p:cNvSpPr/>
              <p:nvPr/>
            </p:nvSpPr>
            <p:spPr>
              <a:xfrm rot="-507080">
                <a:off x="1872163" y="1120492"/>
                <a:ext cx="1687430" cy="2998558"/>
              </a:xfrm>
              <a:custGeom>
                <a:avLst/>
                <a:gdLst/>
                <a:ahLst/>
                <a:cxnLst/>
                <a:rect l="l" t="t" r="r" b="b"/>
                <a:pathLst>
                  <a:path w="652632" h="1159725" extrusionOk="0">
                    <a:moveTo>
                      <a:pt x="97808" y="184"/>
                    </a:moveTo>
                    <a:lnTo>
                      <a:pt x="555322" y="184"/>
                    </a:lnTo>
                    <a:cubicBezTo>
                      <a:pt x="609202" y="184"/>
                      <a:pt x="652881" y="43844"/>
                      <a:pt x="652881" y="97701"/>
                    </a:cubicBezTo>
                    <a:lnTo>
                      <a:pt x="652881" y="1062393"/>
                    </a:lnTo>
                    <a:cubicBezTo>
                      <a:pt x="652881" y="1116250"/>
                      <a:pt x="609203" y="1159910"/>
                      <a:pt x="555322" y="1159910"/>
                    </a:cubicBezTo>
                    <a:lnTo>
                      <a:pt x="97808" y="1159910"/>
                    </a:lnTo>
                    <a:cubicBezTo>
                      <a:pt x="43927" y="1159910"/>
                      <a:pt x="249" y="1116250"/>
                      <a:pt x="249" y="1062394"/>
                    </a:cubicBezTo>
                    <a:lnTo>
                      <a:pt x="249" y="97701"/>
                    </a:lnTo>
                    <a:cubicBezTo>
                      <a:pt x="249" y="43844"/>
                      <a:pt x="43928" y="184"/>
                      <a:pt x="97809" y="184"/>
                    </a:cubicBezTo>
                    <a:close/>
                  </a:path>
                </a:pathLst>
              </a:custGeom>
              <a:solidFill>
                <a:schemeClr val="dk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1615" name="Google Shape;1615;p51"/>
              <p:cNvGrpSpPr/>
              <p:nvPr/>
            </p:nvGrpSpPr>
            <p:grpSpPr>
              <a:xfrm>
                <a:off x="1666753" y="1017936"/>
                <a:ext cx="2097896" cy="3200120"/>
                <a:chOff x="10169214" y="4447863"/>
                <a:chExt cx="812162" cy="1238868"/>
              </a:xfrm>
            </p:grpSpPr>
            <p:sp>
              <p:nvSpPr>
                <p:cNvPr id="1616" name="Google Shape;1616;p51"/>
                <p:cNvSpPr/>
                <p:nvPr/>
              </p:nvSpPr>
              <p:spPr>
                <a:xfrm>
                  <a:off x="10169214" y="4447863"/>
                  <a:ext cx="812162" cy="1238868"/>
                </a:xfrm>
                <a:custGeom>
                  <a:avLst/>
                  <a:gdLst/>
                  <a:ahLst/>
                  <a:cxnLst/>
                  <a:rect l="l" t="t" r="r" b="b"/>
                  <a:pathLst>
                    <a:path w="812162" h="1238868" extrusionOk="0">
                      <a:moveTo>
                        <a:pt x="719728" y="1170471"/>
                      </a:moveTo>
                      <a:lnTo>
                        <a:pt x="267210" y="1237868"/>
                      </a:lnTo>
                      <a:cubicBezTo>
                        <a:pt x="207847" y="1246641"/>
                        <a:pt x="152581" y="1205728"/>
                        <a:pt x="143670" y="1146410"/>
                      </a:cubicBezTo>
                      <a:lnTo>
                        <a:pt x="1434" y="192251"/>
                      </a:lnTo>
                      <a:cubicBezTo>
                        <a:pt x="-7343" y="132914"/>
                        <a:pt x="33589" y="77673"/>
                        <a:pt x="92932" y="68766"/>
                      </a:cubicBezTo>
                      <a:lnTo>
                        <a:pt x="545450" y="1368"/>
                      </a:lnTo>
                      <a:cubicBezTo>
                        <a:pt x="604814" y="-7405"/>
                        <a:pt x="660079" y="33509"/>
                        <a:pt x="668990" y="92826"/>
                      </a:cubicBezTo>
                      <a:lnTo>
                        <a:pt x="811227" y="1046985"/>
                      </a:lnTo>
                      <a:cubicBezTo>
                        <a:pt x="820004" y="1106322"/>
                        <a:pt x="779072" y="1161564"/>
                        <a:pt x="719728" y="1170471"/>
                      </a:cubicBezTo>
                      <a:close/>
                      <a:moveTo>
                        <a:pt x="96217" y="90807"/>
                      </a:moveTo>
                      <a:cubicBezTo>
                        <a:pt x="49045" y="97887"/>
                        <a:pt x="16508" y="141799"/>
                        <a:pt x="23484" y="188967"/>
                      </a:cubicBezTo>
                      <a:lnTo>
                        <a:pt x="165721" y="1143127"/>
                      </a:lnTo>
                      <a:cubicBezTo>
                        <a:pt x="172804" y="1190279"/>
                        <a:pt x="216736" y="1222801"/>
                        <a:pt x="263924" y="1215828"/>
                      </a:cubicBezTo>
                      <a:lnTo>
                        <a:pt x="716443" y="1148430"/>
                      </a:lnTo>
                      <a:cubicBezTo>
                        <a:pt x="763616" y="1141349"/>
                        <a:pt x="796152" y="1097437"/>
                        <a:pt x="789176" y="1050269"/>
                      </a:cubicBezTo>
                      <a:lnTo>
                        <a:pt x="646940" y="96110"/>
                      </a:lnTo>
                      <a:cubicBezTo>
                        <a:pt x="639855" y="48958"/>
                        <a:pt x="595924" y="16436"/>
                        <a:pt x="548736" y="23409"/>
                      </a:cubicBez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17" name="Google Shape;1617;p51"/>
                <p:cNvSpPr/>
                <p:nvPr/>
              </p:nvSpPr>
              <p:spPr>
                <a:xfrm>
                  <a:off x="10352703" y="4467928"/>
                  <a:ext cx="281076" cy="97869"/>
                </a:xfrm>
                <a:custGeom>
                  <a:avLst/>
                  <a:gdLst/>
                  <a:ahLst/>
                  <a:cxnLst/>
                  <a:rect l="l" t="t" r="r" b="b"/>
                  <a:pathLst>
                    <a:path w="281076" h="97869" extrusionOk="0">
                      <a:moveTo>
                        <a:pt x="253256" y="65632"/>
                      </a:moveTo>
                      <a:lnTo>
                        <a:pt x="38020" y="97689"/>
                      </a:lnTo>
                      <a:cubicBezTo>
                        <a:pt x="20041" y="100367"/>
                        <a:pt x="3293" y="87968"/>
                        <a:pt x="613" y="69996"/>
                      </a:cubicBezTo>
                      <a:lnTo>
                        <a:pt x="613" y="69996"/>
                      </a:lnTo>
                      <a:cubicBezTo>
                        <a:pt x="-2066" y="52023"/>
                        <a:pt x="10337" y="35283"/>
                        <a:pt x="28319" y="32605"/>
                      </a:cubicBezTo>
                      <a:lnTo>
                        <a:pt x="243554" y="548"/>
                      </a:lnTo>
                      <a:cubicBezTo>
                        <a:pt x="261534" y="-2130"/>
                        <a:pt x="278282" y="10268"/>
                        <a:pt x="280962" y="28241"/>
                      </a:cubicBezTo>
                      <a:lnTo>
                        <a:pt x="280962" y="28241"/>
                      </a:lnTo>
                      <a:cubicBezTo>
                        <a:pt x="283640" y="46214"/>
                        <a:pt x="271237" y="62954"/>
                        <a:pt x="253256" y="65632"/>
                      </a:cubicBez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18" name="Google Shape;1618;p51"/>
                <p:cNvSpPr/>
                <p:nvPr/>
              </p:nvSpPr>
              <p:spPr>
                <a:xfrm>
                  <a:off x="10178597" y="4779756"/>
                  <a:ext cx="40120" cy="102362"/>
                </a:xfrm>
                <a:custGeom>
                  <a:avLst/>
                  <a:gdLst/>
                  <a:ahLst/>
                  <a:cxnLst/>
                  <a:rect l="l" t="t" r="r" b="b"/>
                  <a:pathLst>
                    <a:path w="40120" h="102362" extrusionOk="0">
                      <a:moveTo>
                        <a:pt x="27915" y="102385"/>
                      </a:moveTo>
                      <a:lnTo>
                        <a:pt x="27915" y="102385"/>
                      </a:lnTo>
                      <a:cubicBezTo>
                        <a:pt x="19937" y="103573"/>
                        <a:pt x="12506" y="98072"/>
                        <a:pt x="11317" y="90098"/>
                      </a:cubicBezTo>
                      <a:cubicBezTo>
                        <a:pt x="11317" y="90098"/>
                        <a:pt x="11317" y="90097"/>
                        <a:pt x="11317" y="90097"/>
                      </a:cubicBezTo>
                      <a:lnTo>
                        <a:pt x="411" y="16936"/>
                      </a:lnTo>
                      <a:cubicBezTo>
                        <a:pt x="-778" y="8962"/>
                        <a:pt x="4725" y="1534"/>
                        <a:pt x="12703" y="345"/>
                      </a:cubicBezTo>
                      <a:cubicBezTo>
                        <a:pt x="12703" y="345"/>
                        <a:pt x="12704" y="345"/>
                        <a:pt x="12704" y="345"/>
                      </a:cubicBezTo>
                      <a:lnTo>
                        <a:pt x="12704" y="345"/>
                      </a:lnTo>
                      <a:cubicBezTo>
                        <a:pt x="20682" y="-843"/>
                        <a:pt x="28114" y="4659"/>
                        <a:pt x="29302" y="12633"/>
                      </a:cubicBezTo>
                      <a:cubicBezTo>
                        <a:pt x="29302" y="12633"/>
                        <a:pt x="29302" y="12634"/>
                        <a:pt x="29302" y="12634"/>
                      </a:cubicBezTo>
                      <a:lnTo>
                        <a:pt x="40208" y="85794"/>
                      </a:lnTo>
                      <a:cubicBezTo>
                        <a:pt x="41397" y="93768"/>
                        <a:pt x="35893" y="101197"/>
                        <a:pt x="27915" y="102385"/>
                      </a:cubicBez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19" name="Google Shape;1619;p51"/>
                <p:cNvSpPr/>
                <p:nvPr/>
              </p:nvSpPr>
              <p:spPr>
                <a:xfrm>
                  <a:off x="10197841" y="4908850"/>
                  <a:ext cx="40120" cy="102362"/>
                </a:xfrm>
                <a:custGeom>
                  <a:avLst/>
                  <a:gdLst/>
                  <a:ahLst/>
                  <a:cxnLst/>
                  <a:rect l="l" t="t" r="r" b="b"/>
                  <a:pathLst>
                    <a:path w="40120" h="102362" extrusionOk="0">
                      <a:moveTo>
                        <a:pt x="27915" y="102385"/>
                      </a:moveTo>
                      <a:lnTo>
                        <a:pt x="27915" y="102385"/>
                      </a:lnTo>
                      <a:cubicBezTo>
                        <a:pt x="19937" y="103574"/>
                        <a:pt x="12506" y="98072"/>
                        <a:pt x="11317" y="90097"/>
                      </a:cubicBezTo>
                      <a:lnTo>
                        <a:pt x="411" y="16937"/>
                      </a:lnTo>
                      <a:cubicBezTo>
                        <a:pt x="-778" y="8962"/>
                        <a:pt x="4725" y="1534"/>
                        <a:pt x="12704" y="345"/>
                      </a:cubicBezTo>
                      <a:cubicBezTo>
                        <a:pt x="12704" y="345"/>
                        <a:pt x="12704" y="345"/>
                        <a:pt x="12704" y="345"/>
                      </a:cubicBezTo>
                      <a:lnTo>
                        <a:pt x="12704" y="345"/>
                      </a:lnTo>
                      <a:cubicBezTo>
                        <a:pt x="20682" y="-843"/>
                        <a:pt x="28114" y="4659"/>
                        <a:pt x="29303" y="12633"/>
                      </a:cubicBezTo>
                      <a:lnTo>
                        <a:pt x="40208" y="85794"/>
                      </a:lnTo>
                      <a:cubicBezTo>
                        <a:pt x="41397" y="93769"/>
                        <a:pt x="35893" y="101197"/>
                        <a:pt x="27915" y="102385"/>
                      </a:cubicBezTo>
                      <a:cubicBezTo>
                        <a:pt x="27915" y="102385"/>
                        <a:pt x="27915" y="102385"/>
                        <a:pt x="27915" y="102385"/>
                      </a:cubicBez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20" name="Google Shape;1620;p51"/>
                <p:cNvSpPr/>
                <p:nvPr/>
              </p:nvSpPr>
              <p:spPr>
                <a:xfrm>
                  <a:off x="10846362" y="4680299"/>
                  <a:ext cx="59365" cy="231455"/>
                </a:xfrm>
                <a:custGeom>
                  <a:avLst/>
                  <a:gdLst/>
                  <a:ahLst/>
                  <a:cxnLst/>
                  <a:rect l="l" t="t" r="r" b="b"/>
                  <a:pathLst>
                    <a:path w="59365" h="231455" extrusionOk="0">
                      <a:moveTo>
                        <a:pt x="47159" y="231479"/>
                      </a:moveTo>
                      <a:lnTo>
                        <a:pt x="47159" y="231479"/>
                      </a:lnTo>
                      <a:cubicBezTo>
                        <a:pt x="39181" y="232667"/>
                        <a:pt x="31749" y="227165"/>
                        <a:pt x="30561" y="219190"/>
                      </a:cubicBezTo>
                      <a:cubicBezTo>
                        <a:pt x="30561" y="219190"/>
                        <a:pt x="30561" y="219190"/>
                        <a:pt x="30561" y="219190"/>
                      </a:cubicBezTo>
                      <a:lnTo>
                        <a:pt x="411" y="16937"/>
                      </a:lnTo>
                      <a:cubicBezTo>
                        <a:pt x="-778" y="8962"/>
                        <a:pt x="4726" y="1534"/>
                        <a:pt x="12703" y="345"/>
                      </a:cubicBezTo>
                      <a:cubicBezTo>
                        <a:pt x="12703" y="345"/>
                        <a:pt x="12703" y="345"/>
                        <a:pt x="12703" y="345"/>
                      </a:cubicBezTo>
                      <a:lnTo>
                        <a:pt x="12704" y="345"/>
                      </a:lnTo>
                      <a:cubicBezTo>
                        <a:pt x="20682" y="-843"/>
                        <a:pt x="28114" y="4659"/>
                        <a:pt x="29303" y="12633"/>
                      </a:cubicBezTo>
                      <a:lnTo>
                        <a:pt x="59453" y="214887"/>
                      </a:lnTo>
                      <a:cubicBezTo>
                        <a:pt x="60642" y="222862"/>
                        <a:pt x="55137" y="230290"/>
                        <a:pt x="47160" y="231479"/>
                      </a:cubicBezTo>
                      <a:cubicBezTo>
                        <a:pt x="47160" y="231479"/>
                        <a:pt x="47160" y="231479"/>
                        <a:pt x="47160" y="231479"/>
                      </a:cubicBez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sp>
            <p:nvSpPr>
              <p:cNvPr id="1621" name="Google Shape;1621;p51"/>
              <p:cNvSpPr/>
              <p:nvPr/>
            </p:nvSpPr>
            <p:spPr>
              <a:xfrm rot="-507080">
                <a:off x="2127698" y="2282445"/>
                <a:ext cx="1191330" cy="771820"/>
              </a:xfrm>
              <a:custGeom>
                <a:avLst/>
                <a:gdLst/>
                <a:ahLst/>
                <a:cxnLst/>
                <a:rect l="l" t="t" r="r" b="b"/>
                <a:pathLst>
                  <a:path w="460760" h="298510" extrusionOk="0">
                    <a:moveTo>
                      <a:pt x="249" y="184"/>
                    </a:moveTo>
                    <a:lnTo>
                      <a:pt x="461010" y="184"/>
                    </a:lnTo>
                    <a:lnTo>
                      <a:pt x="461010" y="298695"/>
                    </a:lnTo>
                    <a:lnTo>
                      <a:pt x="249" y="298695"/>
                    </a:ln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22" name="Google Shape;1622;p51"/>
              <p:cNvSpPr/>
              <p:nvPr/>
            </p:nvSpPr>
            <p:spPr>
              <a:xfrm rot="-507080">
                <a:off x="2085918" y="2285571"/>
                <a:ext cx="1191330" cy="203720"/>
              </a:xfrm>
              <a:custGeom>
                <a:avLst/>
                <a:gdLst/>
                <a:ahLst/>
                <a:cxnLst/>
                <a:rect l="l" t="t" r="r" b="b"/>
                <a:pathLst>
                  <a:path w="460760" h="78791" extrusionOk="0">
                    <a:moveTo>
                      <a:pt x="249" y="184"/>
                    </a:moveTo>
                    <a:lnTo>
                      <a:pt x="461010" y="184"/>
                    </a:lnTo>
                    <a:lnTo>
                      <a:pt x="461010" y="78975"/>
                    </a:lnTo>
                    <a:lnTo>
                      <a:pt x="249" y="78975"/>
                    </a:ln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1623" name="Google Shape;1623;p51"/>
              <p:cNvGrpSpPr/>
              <p:nvPr/>
            </p:nvGrpSpPr>
            <p:grpSpPr>
              <a:xfrm>
                <a:off x="2159841" y="2420657"/>
                <a:ext cx="188564" cy="58259"/>
                <a:chOff x="10360104" y="4990901"/>
                <a:chExt cx="72999" cy="22554"/>
              </a:xfrm>
            </p:grpSpPr>
            <p:sp>
              <p:nvSpPr>
                <p:cNvPr id="1624" name="Google Shape;1624;p51"/>
                <p:cNvSpPr/>
                <p:nvPr/>
              </p:nvSpPr>
              <p:spPr>
                <a:xfrm>
                  <a:off x="10360104" y="4999797"/>
                  <a:ext cx="13265" cy="13658"/>
                </a:xfrm>
                <a:custGeom>
                  <a:avLst/>
                  <a:gdLst/>
                  <a:ahLst/>
                  <a:cxnLst/>
                  <a:rect l="l" t="t" r="r" b="b"/>
                  <a:pathLst>
                    <a:path w="13265" h="13658" extrusionOk="0">
                      <a:moveTo>
                        <a:pt x="7893" y="13798"/>
                      </a:moveTo>
                      <a:cubicBezTo>
                        <a:pt x="11623" y="13110"/>
                        <a:pt x="14087" y="9530"/>
                        <a:pt x="13399" y="5802"/>
                      </a:cubicBezTo>
                      <a:cubicBezTo>
                        <a:pt x="12744" y="2256"/>
                        <a:pt x="9455" y="-179"/>
                        <a:pt x="5871" y="229"/>
                      </a:cubicBezTo>
                      <a:cubicBezTo>
                        <a:pt x="2141" y="917"/>
                        <a:pt x="-324" y="4497"/>
                        <a:pt x="364" y="8225"/>
                      </a:cubicBezTo>
                      <a:cubicBezTo>
                        <a:pt x="1020" y="11771"/>
                        <a:pt x="4309" y="14206"/>
                        <a:pt x="7893" y="13798"/>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25" name="Google Shape;1625;p51"/>
                <p:cNvSpPr/>
                <p:nvPr/>
              </p:nvSpPr>
              <p:spPr>
                <a:xfrm>
                  <a:off x="10389969" y="4995349"/>
                  <a:ext cx="13267" cy="13658"/>
                </a:xfrm>
                <a:custGeom>
                  <a:avLst/>
                  <a:gdLst/>
                  <a:ahLst/>
                  <a:cxnLst/>
                  <a:rect l="l" t="t" r="r" b="b"/>
                  <a:pathLst>
                    <a:path w="13267" h="13658" extrusionOk="0">
                      <a:moveTo>
                        <a:pt x="7894" y="13798"/>
                      </a:moveTo>
                      <a:cubicBezTo>
                        <a:pt x="11624" y="13110"/>
                        <a:pt x="14090" y="9531"/>
                        <a:pt x="13401" y="5803"/>
                      </a:cubicBezTo>
                      <a:cubicBezTo>
                        <a:pt x="12746" y="2256"/>
                        <a:pt x="9456" y="-179"/>
                        <a:pt x="5871" y="229"/>
                      </a:cubicBezTo>
                      <a:cubicBezTo>
                        <a:pt x="2141" y="917"/>
                        <a:pt x="-324" y="4496"/>
                        <a:pt x="364" y="8224"/>
                      </a:cubicBezTo>
                      <a:cubicBezTo>
                        <a:pt x="1019" y="11771"/>
                        <a:pt x="4309" y="14206"/>
                        <a:pt x="7894" y="13798"/>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26" name="Google Shape;1626;p51"/>
                <p:cNvSpPr/>
                <p:nvPr/>
              </p:nvSpPr>
              <p:spPr>
                <a:xfrm>
                  <a:off x="10419836" y="4990901"/>
                  <a:ext cx="13267" cy="13658"/>
                </a:xfrm>
                <a:custGeom>
                  <a:avLst/>
                  <a:gdLst/>
                  <a:ahLst/>
                  <a:cxnLst/>
                  <a:rect l="l" t="t" r="r" b="b"/>
                  <a:pathLst>
                    <a:path w="13267" h="13658" extrusionOk="0">
                      <a:moveTo>
                        <a:pt x="7894" y="13798"/>
                      </a:moveTo>
                      <a:cubicBezTo>
                        <a:pt x="11624" y="13110"/>
                        <a:pt x="14090" y="9531"/>
                        <a:pt x="13401" y="5803"/>
                      </a:cubicBezTo>
                      <a:cubicBezTo>
                        <a:pt x="12746" y="2256"/>
                        <a:pt x="9456" y="-179"/>
                        <a:pt x="5871" y="229"/>
                      </a:cubicBezTo>
                      <a:cubicBezTo>
                        <a:pt x="2141" y="917"/>
                        <a:pt x="-324" y="4496"/>
                        <a:pt x="364" y="8224"/>
                      </a:cubicBezTo>
                      <a:cubicBezTo>
                        <a:pt x="1019" y="11771"/>
                        <a:pt x="4309" y="14206"/>
                        <a:pt x="7894" y="13798"/>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627" name="Google Shape;1627;p51"/>
              <p:cNvGrpSpPr/>
              <p:nvPr/>
            </p:nvGrpSpPr>
            <p:grpSpPr>
              <a:xfrm>
                <a:off x="2203126" y="2549801"/>
                <a:ext cx="478563" cy="478356"/>
                <a:chOff x="10376861" y="5040897"/>
                <a:chExt cx="185267" cy="185187"/>
              </a:xfrm>
            </p:grpSpPr>
            <p:grpSp>
              <p:nvGrpSpPr>
                <p:cNvPr id="1628" name="Google Shape;1628;p51"/>
                <p:cNvGrpSpPr/>
                <p:nvPr/>
              </p:nvGrpSpPr>
              <p:grpSpPr>
                <a:xfrm>
                  <a:off x="10385066" y="5040897"/>
                  <a:ext cx="168636" cy="185187"/>
                  <a:chOff x="10385066" y="5040897"/>
                  <a:chExt cx="168636" cy="185187"/>
                </a:xfrm>
              </p:grpSpPr>
              <p:grpSp>
                <p:nvGrpSpPr>
                  <p:cNvPr id="1629" name="Google Shape;1629;p51"/>
                  <p:cNvGrpSpPr/>
                  <p:nvPr/>
                </p:nvGrpSpPr>
                <p:grpSpPr>
                  <a:xfrm>
                    <a:off x="10385066" y="5062367"/>
                    <a:ext cx="25012" cy="163717"/>
                    <a:chOff x="10385066" y="5062367"/>
                    <a:chExt cx="25012" cy="163717"/>
                  </a:xfrm>
                </p:grpSpPr>
                <p:sp>
                  <p:nvSpPr>
                    <p:cNvPr id="1630" name="Google Shape;1630;p51"/>
                    <p:cNvSpPr/>
                    <p:nvPr/>
                  </p:nvSpPr>
                  <p:spPr>
                    <a:xfrm>
                      <a:off x="10385378" y="5062414"/>
                      <a:ext cx="24455" cy="163457"/>
                    </a:xfrm>
                    <a:custGeom>
                      <a:avLst/>
                      <a:gdLst/>
                      <a:ahLst/>
                      <a:cxnLst/>
                      <a:rect l="l" t="t" r="r" b="b"/>
                      <a:pathLst>
                        <a:path w="24455" h="163457" extrusionOk="0">
                          <a:moveTo>
                            <a:pt x="0" y="0"/>
                          </a:moveTo>
                          <a:lnTo>
                            <a:pt x="24455" y="163458"/>
                          </a:lnTo>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31" name="Google Shape;1631;p51"/>
                    <p:cNvSpPr/>
                    <p:nvPr/>
                  </p:nvSpPr>
                  <p:spPr>
                    <a:xfrm rot="-508449">
                      <a:off x="10397252" y="5061511"/>
                      <a:ext cx="641" cy="165428"/>
                    </a:xfrm>
                    <a:custGeom>
                      <a:avLst/>
                      <a:gdLst/>
                      <a:ahLst/>
                      <a:cxnLst/>
                      <a:rect l="l" t="t" r="r" b="b"/>
                      <a:pathLst>
                        <a:path w="640" h="165275" extrusionOk="0">
                          <a:moveTo>
                            <a:pt x="249" y="184"/>
                          </a:moveTo>
                          <a:lnTo>
                            <a:pt x="889" y="184"/>
                          </a:lnTo>
                          <a:lnTo>
                            <a:pt x="889" y="165459"/>
                          </a:lnTo>
                          <a:lnTo>
                            <a:pt x="249" y="165459"/>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632" name="Google Shape;1632;p51"/>
                  <p:cNvGrpSpPr/>
                  <p:nvPr/>
                </p:nvGrpSpPr>
                <p:grpSpPr>
                  <a:xfrm>
                    <a:off x="10420972" y="5057000"/>
                    <a:ext cx="25012" cy="163717"/>
                    <a:chOff x="10420972" y="5057000"/>
                    <a:chExt cx="25012" cy="163717"/>
                  </a:xfrm>
                </p:grpSpPr>
                <p:sp>
                  <p:nvSpPr>
                    <p:cNvPr id="1633" name="Google Shape;1633;p51"/>
                    <p:cNvSpPr/>
                    <p:nvPr/>
                  </p:nvSpPr>
                  <p:spPr>
                    <a:xfrm>
                      <a:off x="10421283" y="5057047"/>
                      <a:ext cx="24455" cy="163457"/>
                    </a:xfrm>
                    <a:custGeom>
                      <a:avLst/>
                      <a:gdLst/>
                      <a:ahLst/>
                      <a:cxnLst/>
                      <a:rect l="l" t="t" r="r" b="b"/>
                      <a:pathLst>
                        <a:path w="24455" h="163457" extrusionOk="0">
                          <a:moveTo>
                            <a:pt x="0" y="0"/>
                          </a:moveTo>
                          <a:lnTo>
                            <a:pt x="24456" y="163458"/>
                          </a:lnTo>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34" name="Google Shape;1634;p51"/>
                    <p:cNvSpPr/>
                    <p:nvPr/>
                  </p:nvSpPr>
                  <p:spPr>
                    <a:xfrm rot="-508449">
                      <a:off x="10433158" y="5056144"/>
                      <a:ext cx="641" cy="165428"/>
                    </a:xfrm>
                    <a:custGeom>
                      <a:avLst/>
                      <a:gdLst/>
                      <a:ahLst/>
                      <a:cxnLst/>
                      <a:rect l="l" t="t" r="r" b="b"/>
                      <a:pathLst>
                        <a:path w="640" h="165275" extrusionOk="0">
                          <a:moveTo>
                            <a:pt x="249" y="184"/>
                          </a:moveTo>
                          <a:lnTo>
                            <a:pt x="889" y="184"/>
                          </a:lnTo>
                          <a:lnTo>
                            <a:pt x="889" y="165460"/>
                          </a:lnTo>
                          <a:lnTo>
                            <a:pt x="249" y="165460"/>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635" name="Google Shape;1635;p51"/>
                  <p:cNvGrpSpPr/>
                  <p:nvPr/>
                </p:nvGrpSpPr>
                <p:grpSpPr>
                  <a:xfrm>
                    <a:off x="10456878" y="5051633"/>
                    <a:ext cx="25012" cy="163717"/>
                    <a:chOff x="10456878" y="5051633"/>
                    <a:chExt cx="25012" cy="163717"/>
                  </a:xfrm>
                </p:grpSpPr>
                <p:sp>
                  <p:nvSpPr>
                    <p:cNvPr id="1636" name="Google Shape;1636;p51"/>
                    <p:cNvSpPr/>
                    <p:nvPr/>
                  </p:nvSpPr>
                  <p:spPr>
                    <a:xfrm>
                      <a:off x="10457189" y="5051679"/>
                      <a:ext cx="24455" cy="163457"/>
                    </a:xfrm>
                    <a:custGeom>
                      <a:avLst/>
                      <a:gdLst/>
                      <a:ahLst/>
                      <a:cxnLst/>
                      <a:rect l="l" t="t" r="r" b="b"/>
                      <a:pathLst>
                        <a:path w="24455" h="163457" extrusionOk="0">
                          <a:moveTo>
                            <a:pt x="0" y="0"/>
                          </a:moveTo>
                          <a:lnTo>
                            <a:pt x="24455" y="163458"/>
                          </a:lnTo>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37" name="Google Shape;1637;p51"/>
                    <p:cNvSpPr/>
                    <p:nvPr/>
                  </p:nvSpPr>
                  <p:spPr>
                    <a:xfrm rot="-508449">
                      <a:off x="10469064" y="5050777"/>
                      <a:ext cx="641" cy="165428"/>
                    </a:xfrm>
                    <a:custGeom>
                      <a:avLst/>
                      <a:gdLst/>
                      <a:ahLst/>
                      <a:cxnLst/>
                      <a:rect l="l" t="t" r="r" b="b"/>
                      <a:pathLst>
                        <a:path w="640" h="165275" extrusionOk="0">
                          <a:moveTo>
                            <a:pt x="249" y="184"/>
                          </a:moveTo>
                          <a:lnTo>
                            <a:pt x="889" y="184"/>
                          </a:lnTo>
                          <a:lnTo>
                            <a:pt x="889" y="165460"/>
                          </a:lnTo>
                          <a:lnTo>
                            <a:pt x="249" y="165460"/>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638" name="Google Shape;1638;p51"/>
                  <p:cNvGrpSpPr/>
                  <p:nvPr/>
                </p:nvGrpSpPr>
                <p:grpSpPr>
                  <a:xfrm>
                    <a:off x="10492783" y="5046266"/>
                    <a:ext cx="25012" cy="163717"/>
                    <a:chOff x="10492783" y="5046266"/>
                    <a:chExt cx="25012" cy="163717"/>
                  </a:xfrm>
                </p:grpSpPr>
                <p:sp>
                  <p:nvSpPr>
                    <p:cNvPr id="1639" name="Google Shape;1639;p51"/>
                    <p:cNvSpPr/>
                    <p:nvPr/>
                  </p:nvSpPr>
                  <p:spPr>
                    <a:xfrm>
                      <a:off x="10493095" y="5046312"/>
                      <a:ext cx="24455" cy="163457"/>
                    </a:xfrm>
                    <a:custGeom>
                      <a:avLst/>
                      <a:gdLst/>
                      <a:ahLst/>
                      <a:cxnLst/>
                      <a:rect l="l" t="t" r="r" b="b"/>
                      <a:pathLst>
                        <a:path w="24455" h="163457" extrusionOk="0">
                          <a:moveTo>
                            <a:pt x="0" y="0"/>
                          </a:moveTo>
                          <a:lnTo>
                            <a:pt x="24455" y="163458"/>
                          </a:lnTo>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40" name="Google Shape;1640;p51"/>
                    <p:cNvSpPr/>
                    <p:nvPr/>
                  </p:nvSpPr>
                  <p:spPr>
                    <a:xfrm rot="-508449">
                      <a:off x="10504969" y="5045410"/>
                      <a:ext cx="641" cy="165428"/>
                    </a:xfrm>
                    <a:custGeom>
                      <a:avLst/>
                      <a:gdLst/>
                      <a:ahLst/>
                      <a:cxnLst/>
                      <a:rect l="l" t="t" r="r" b="b"/>
                      <a:pathLst>
                        <a:path w="640" h="165275" extrusionOk="0">
                          <a:moveTo>
                            <a:pt x="250" y="184"/>
                          </a:moveTo>
                          <a:lnTo>
                            <a:pt x="890" y="184"/>
                          </a:lnTo>
                          <a:lnTo>
                            <a:pt x="890" y="165460"/>
                          </a:lnTo>
                          <a:lnTo>
                            <a:pt x="250" y="165460"/>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641" name="Google Shape;1641;p51"/>
                  <p:cNvGrpSpPr/>
                  <p:nvPr/>
                </p:nvGrpSpPr>
                <p:grpSpPr>
                  <a:xfrm>
                    <a:off x="10528690" y="5040897"/>
                    <a:ext cx="25012" cy="163717"/>
                    <a:chOff x="10528690" y="5040897"/>
                    <a:chExt cx="25012" cy="163717"/>
                  </a:xfrm>
                </p:grpSpPr>
                <p:sp>
                  <p:nvSpPr>
                    <p:cNvPr id="1642" name="Google Shape;1642;p51"/>
                    <p:cNvSpPr/>
                    <p:nvPr/>
                  </p:nvSpPr>
                  <p:spPr>
                    <a:xfrm>
                      <a:off x="10529001" y="5040945"/>
                      <a:ext cx="24455" cy="163457"/>
                    </a:xfrm>
                    <a:custGeom>
                      <a:avLst/>
                      <a:gdLst/>
                      <a:ahLst/>
                      <a:cxnLst/>
                      <a:rect l="l" t="t" r="r" b="b"/>
                      <a:pathLst>
                        <a:path w="24455" h="163457" extrusionOk="0">
                          <a:moveTo>
                            <a:pt x="0" y="0"/>
                          </a:moveTo>
                          <a:lnTo>
                            <a:pt x="24456" y="163458"/>
                          </a:lnTo>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43" name="Google Shape;1643;p51"/>
                    <p:cNvSpPr/>
                    <p:nvPr/>
                  </p:nvSpPr>
                  <p:spPr>
                    <a:xfrm rot="-508449">
                      <a:off x="10540876" y="5040041"/>
                      <a:ext cx="641" cy="165428"/>
                    </a:xfrm>
                    <a:custGeom>
                      <a:avLst/>
                      <a:gdLst/>
                      <a:ahLst/>
                      <a:cxnLst/>
                      <a:rect l="l" t="t" r="r" b="b"/>
                      <a:pathLst>
                        <a:path w="640" h="165275" extrusionOk="0">
                          <a:moveTo>
                            <a:pt x="249" y="184"/>
                          </a:moveTo>
                          <a:lnTo>
                            <a:pt x="890" y="184"/>
                          </a:lnTo>
                          <a:lnTo>
                            <a:pt x="890" y="165459"/>
                          </a:lnTo>
                          <a:lnTo>
                            <a:pt x="249" y="165459"/>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1644" name="Google Shape;1644;p51"/>
                <p:cNvGrpSpPr/>
                <p:nvPr/>
              </p:nvGrpSpPr>
              <p:grpSpPr>
                <a:xfrm>
                  <a:off x="10376861" y="5049117"/>
                  <a:ext cx="185267" cy="168582"/>
                  <a:chOff x="10376861" y="5049117"/>
                  <a:chExt cx="185267" cy="168582"/>
                </a:xfrm>
              </p:grpSpPr>
              <p:grpSp>
                <p:nvGrpSpPr>
                  <p:cNvPr id="1645" name="Google Shape;1645;p51"/>
                  <p:cNvGrpSpPr/>
                  <p:nvPr/>
                </p:nvGrpSpPr>
                <p:grpSpPr>
                  <a:xfrm>
                    <a:off x="10376861" y="5049117"/>
                    <a:ext cx="163789" cy="25022"/>
                    <a:chOff x="10376861" y="5049117"/>
                    <a:chExt cx="163789" cy="25022"/>
                  </a:xfrm>
                </p:grpSpPr>
                <p:sp>
                  <p:nvSpPr>
                    <p:cNvPr id="1646" name="Google Shape;1646;p51"/>
                    <p:cNvSpPr/>
                    <p:nvPr/>
                  </p:nvSpPr>
                  <p:spPr>
                    <a:xfrm>
                      <a:off x="10376913" y="5049406"/>
                      <a:ext cx="163529" cy="24444"/>
                    </a:xfrm>
                    <a:custGeom>
                      <a:avLst/>
                      <a:gdLst/>
                      <a:ahLst/>
                      <a:cxnLst/>
                      <a:rect l="l" t="t" r="r" b="b"/>
                      <a:pathLst>
                        <a:path w="163529" h="24444" extrusionOk="0">
                          <a:moveTo>
                            <a:pt x="163529" y="0"/>
                          </a:moveTo>
                          <a:lnTo>
                            <a:pt x="0" y="24444"/>
                          </a:lnTo>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47" name="Google Shape;1647;p51"/>
                    <p:cNvSpPr/>
                    <p:nvPr/>
                  </p:nvSpPr>
                  <p:spPr>
                    <a:xfrm rot="-508449">
                      <a:off x="10376005" y="5061308"/>
                      <a:ext cx="165501" cy="641"/>
                    </a:xfrm>
                    <a:custGeom>
                      <a:avLst/>
                      <a:gdLst/>
                      <a:ahLst/>
                      <a:cxnLst/>
                      <a:rect l="l" t="t" r="r" b="b"/>
                      <a:pathLst>
                        <a:path w="165348" h="640" extrusionOk="0">
                          <a:moveTo>
                            <a:pt x="249" y="184"/>
                          </a:moveTo>
                          <a:lnTo>
                            <a:pt x="165597" y="184"/>
                          </a:lnTo>
                          <a:lnTo>
                            <a:pt x="165597" y="824"/>
                          </a:lnTo>
                          <a:lnTo>
                            <a:pt x="249" y="824"/>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648" name="Google Shape;1648;p51"/>
                  <p:cNvGrpSpPr/>
                  <p:nvPr/>
                </p:nvGrpSpPr>
                <p:grpSpPr>
                  <a:xfrm>
                    <a:off x="10382230" y="5085007"/>
                    <a:ext cx="163789" cy="25022"/>
                    <a:chOff x="10382230" y="5085007"/>
                    <a:chExt cx="163789" cy="25022"/>
                  </a:xfrm>
                </p:grpSpPr>
                <p:sp>
                  <p:nvSpPr>
                    <p:cNvPr id="1649" name="Google Shape;1649;p51"/>
                    <p:cNvSpPr/>
                    <p:nvPr/>
                  </p:nvSpPr>
                  <p:spPr>
                    <a:xfrm>
                      <a:off x="10382283" y="5085296"/>
                      <a:ext cx="163529" cy="24444"/>
                    </a:xfrm>
                    <a:custGeom>
                      <a:avLst/>
                      <a:gdLst/>
                      <a:ahLst/>
                      <a:cxnLst/>
                      <a:rect l="l" t="t" r="r" b="b"/>
                      <a:pathLst>
                        <a:path w="163529" h="24444" extrusionOk="0">
                          <a:moveTo>
                            <a:pt x="163530" y="0"/>
                          </a:moveTo>
                          <a:lnTo>
                            <a:pt x="0" y="24445"/>
                          </a:lnTo>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50" name="Google Shape;1650;p51"/>
                    <p:cNvSpPr/>
                    <p:nvPr/>
                  </p:nvSpPr>
                  <p:spPr>
                    <a:xfrm rot="-508449">
                      <a:off x="10381374" y="5097198"/>
                      <a:ext cx="165501" cy="641"/>
                    </a:xfrm>
                    <a:custGeom>
                      <a:avLst/>
                      <a:gdLst/>
                      <a:ahLst/>
                      <a:cxnLst/>
                      <a:rect l="l" t="t" r="r" b="b"/>
                      <a:pathLst>
                        <a:path w="165348" h="640" extrusionOk="0">
                          <a:moveTo>
                            <a:pt x="249" y="184"/>
                          </a:moveTo>
                          <a:lnTo>
                            <a:pt x="165597" y="184"/>
                          </a:lnTo>
                          <a:lnTo>
                            <a:pt x="165597" y="824"/>
                          </a:lnTo>
                          <a:lnTo>
                            <a:pt x="249" y="824"/>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651" name="Google Shape;1651;p51"/>
                  <p:cNvGrpSpPr/>
                  <p:nvPr/>
                </p:nvGrpSpPr>
                <p:grpSpPr>
                  <a:xfrm>
                    <a:off x="10387600" y="5120897"/>
                    <a:ext cx="163789" cy="25022"/>
                    <a:chOff x="10387600" y="5120897"/>
                    <a:chExt cx="163789" cy="25022"/>
                  </a:xfrm>
                </p:grpSpPr>
                <p:sp>
                  <p:nvSpPr>
                    <p:cNvPr id="1652" name="Google Shape;1652;p51"/>
                    <p:cNvSpPr/>
                    <p:nvPr/>
                  </p:nvSpPr>
                  <p:spPr>
                    <a:xfrm>
                      <a:off x="10387652" y="5121186"/>
                      <a:ext cx="163529" cy="24444"/>
                    </a:xfrm>
                    <a:custGeom>
                      <a:avLst/>
                      <a:gdLst/>
                      <a:ahLst/>
                      <a:cxnLst/>
                      <a:rect l="l" t="t" r="r" b="b"/>
                      <a:pathLst>
                        <a:path w="163529" h="24444" extrusionOk="0">
                          <a:moveTo>
                            <a:pt x="163530" y="0"/>
                          </a:moveTo>
                          <a:lnTo>
                            <a:pt x="0" y="24445"/>
                          </a:lnTo>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53" name="Google Shape;1653;p51"/>
                    <p:cNvSpPr/>
                    <p:nvPr/>
                  </p:nvSpPr>
                  <p:spPr>
                    <a:xfrm rot="-508449">
                      <a:off x="10386744" y="5133088"/>
                      <a:ext cx="165501" cy="641"/>
                    </a:xfrm>
                    <a:custGeom>
                      <a:avLst/>
                      <a:gdLst/>
                      <a:ahLst/>
                      <a:cxnLst/>
                      <a:rect l="l" t="t" r="r" b="b"/>
                      <a:pathLst>
                        <a:path w="165348" h="640" extrusionOk="0">
                          <a:moveTo>
                            <a:pt x="249" y="184"/>
                          </a:moveTo>
                          <a:lnTo>
                            <a:pt x="165597" y="184"/>
                          </a:lnTo>
                          <a:lnTo>
                            <a:pt x="165597" y="824"/>
                          </a:lnTo>
                          <a:lnTo>
                            <a:pt x="249" y="824"/>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654" name="Google Shape;1654;p51"/>
                  <p:cNvGrpSpPr/>
                  <p:nvPr/>
                </p:nvGrpSpPr>
                <p:grpSpPr>
                  <a:xfrm>
                    <a:off x="10392969" y="5156782"/>
                    <a:ext cx="163789" cy="25022"/>
                    <a:chOff x="10392969" y="5156782"/>
                    <a:chExt cx="163789" cy="25022"/>
                  </a:xfrm>
                </p:grpSpPr>
                <p:sp>
                  <p:nvSpPr>
                    <p:cNvPr id="1655" name="Google Shape;1655;p51"/>
                    <p:cNvSpPr/>
                    <p:nvPr/>
                  </p:nvSpPr>
                  <p:spPr>
                    <a:xfrm>
                      <a:off x="10393022" y="5157076"/>
                      <a:ext cx="163529" cy="24445"/>
                    </a:xfrm>
                    <a:custGeom>
                      <a:avLst/>
                      <a:gdLst/>
                      <a:ahLst/>
                      <a:cxnLst/>
                      <a:rect l="l" t="t" r="r" b="b"/>
                      <a:pathLst>
                        <a:path w="163529" h="24445" extrusionOk="0">
                          <a:moveTo>
                            <a:pt x="163530" y="0"/>
                          </a:moveTo>
                          <a:lnTo>
                            <a:pt x="0" y="24445"/>
                          </a:lnTo>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56" name="Google Shape;1656;p51"/>
                    <p:cNvSpPr/>
                    <p:nvPr/>
                  </p:nvSpPr>
                  <p:spPr>
                    <a:xfrm rot="-508449">
                      <a:off x="10392113" y="5168973"/>
                      <a:ext cx="165501" cy="641"/>
                    </a:xfrm>
                    <a:custGeom>
                      <a:avLst/>
                      <a:gdLst/>
                      <a:ahLst/>
                      <a:cxnLst/>
                      <a:rect l="l" t="t" r="r" b="b"/>
                      <a:pathLst>
                        <a:path w="165348" h="640" extrusionOk="0">
                          <a:moveTo>
                            <a:pt x="249" y="184"/>
                          </a:moveTo>
                          <a:lnTo>
                            <a:pt x="165597" y="184"/>
                          </a:lnTo>
                          <a:lnTo>
                            <a:pt x="165597" y="824"/>
                          </a:lnTo>
                          <a:lnTo>
                            <a:pt x="249" y="824"/>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657" name="Google Shape;1657;p51"/>
                  <p:cNvGrpSpPr/>
                  <p:nvPr/>
                </p:nvGrpSpPr>
                <p:grpSpPr>
                  <a:xfrm>
                    <a:off x="10398339" y="5192677"/>
                    <a:ext cx="163789" cy="25022"/>
                    <a:chOff x="10398339" y="5192677"/>
                    <a:chExt cx="163789" cy="25022"/>
                  </a:xfrm>
                </p:grpSpPr>
                <p:sp>
                  <p:nvSpPr>
                    <p:cNvPr id="1658" name="Google Shape;1658;p51"/>
                    <p:cNvSpPr/>
                    <p:nvPr/>
                  </p:nvSpPr>
                  <p:spPr>
                    <a:xfrm>
                      <a:off x="10398392" y="5192966"/>
                      <a:ext cx="163529" cy="24444"/>
                    </a:xfrm>
                    <a:custGeom>
                      <a:avLst/>
                      <a:gdLst/>
                      <a:ahLst/>
                      <a:cxnLst/>
                      <a:rect l="l" t="t" r="r" b="b"/>
                      <a:pathLst>
                        <a:path w="163529" h="24444" extrusionOk="0">
                          <a:moveTo>
                            <a:pt x="163530" y="0"/>
                          </a:moveTo>
                          <a:lnTo>
                            <a:pt x="0" y="24444"/>
                          </a:lnTo>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59" name="Google Shape;1659;p51"/>
                    <p:cNvSpPr/>
                    <p:nvPr/>
                  </p:nvSpPr>
                  <p:spPr>
                    <a:xfrm rot="-508449">
                      <a:off x="10397483" y="5204868"/>
                      <a:ext cx="165501" cy="641"/>
                    </a:xfrm>
                    <a:custGeom>
                      <a:avLst/>
                      <a:gdLst/>
                      <a:ahLst/>
                      <a:cxnLst/>
                      <a:rect l="l" t="t" r="r" b="b"/>
                      <a:pathLst>
                        <a:path w="165348" h="640" extrusionOk="0">
                          <a:moveTo>
                            <a:pt x="249" y="184"/>
                          </a:moveTo>
                          <a:lnTo>
                            <a:pt x="165597" y="184"/>
                          </a:lnTo>
                          <a:lnTo>
                            <a:pt x="165597" y="824"/>
                          </a:lnTo>
                          <a:lnTo>
                            <a:pt x="249" y="824"/>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grpSp>
            <p:nvGrpSpPr>
              <p:cNvPr id="1660" name="Google Shape;1660;p51"/>
              <p:cNvGrpSpPr/>
              <p:nvPr/>
            </p:nvGrpSpPr>
            <p:grpSpPr>
              <a:xfrm>
                <a:off x="2225614" y="2653273"/>
                <a:ext cx="403284" cy="260007"/>
                <a:chOff x="10385567" y="5080954"/>
                <a:chExt cx="156124" cy="100657"/>
              </a:xfrm>
            </p:grpSpPr>
            <p:sp>
              <p:nvSpPr>
                <p:cNvPr id="1661" name="Google Shape;1661;p51"/>
                <p:cNvSpPr/>
                <p:nvPr/>
              </p:nvSpPr>
              <p:spPr>
                <a:xfrm>
                  <a:off x="10389739" y="5085130"/>
                  <a:ext cx="147777" cy="92336"/>
                </a:xfrm>
                <a:custGeom>
                  <a:avLst/>
                  <a:gdLst/>
                  <a:ahLst/>
                  <a:cxnLst/>
                  <a:rect l="l" t="t" r="r" b="b"/>
                  <a:pathLst>
                    <a:path w="147777" h="92336" extrusionOk="0">
                      <a:moveTo>
                        <a:pt x="49743" y="92501"/>
                      </a:moveTo>
                      <a:cubicBezTo>
                        <a:pt x="49673" y="92512"/>
                        <a:pt x="49603" y="92518"/>
                        <a:pt x="49532" y="92520"/>
                      </a:cubicBezTo>
                      <a:cubicBezTo>
                        <a:pt x="48387" y="92536"/>
                        <a:pt x="46657" y="92561"/>
                        <a:pt x="535" y="24361"/>
                      </a:cubicBezTo>
                      <a:cubicBezTo>
                        <a:pt x="21" y="23603"/>
                        <a:pt x="219" y="22573"/>
                        <a:pt x="977" y="22059"/>
                      </a:cubicBezTo>
                      <a:cubicBezTo>
                        <a:pt x="1735" y="21546"/>
                        <a:pt x="2765" y="21744"/>
                        <a:pt x="3280" y="22501"/>
                      </a:cubicBezTo>
                      <a:cubicBezTo>
                        <a:pt x="3281" y="22503"/>
                        <a:pt x="3282" y="22504"/>
                        <a:pt x="3283" y="22506"/>
                      </a:cubicBezTo>
                      <a:cubicBezTo>
                        <a:pt x="19021" y="45777"/>
                        <a:pt x="42535" y="79979"/>
                        <a:pt x="48904" y="87873"/>
                      </a:cubicBezTo>
                      <a:cubicBezTo>
                        <a:pt x="52145" y="78318"/>
                        <a:pt x="64548" y="39009"/>
                        <a:pt x="72977" y="12079"/>
                      </a:cubicBezTo>
                      <a:cubicBezTo>
                        <a:pt x="73137" y="11565"/>
                        <a:pt x="73538" y="11161"/>
                        <a:pt x="74051" y="10996"/>
                      </a:cubicBezTo>
                      <a:cubicBezTo>
                        <a:pt x="74563" y="10826"/>
                        <a:pt x="75127" y="10921"/>
                        <a:pt x="75556" y="11249"/>
                      </a:cubicBezTo>
                      <a:lnTo>
                        <a:pt x="115568" y="41326"/>
                      </a:lnTo>
                      <a:lnTo>
                        <a:pt x="145029" y="864"/>
                      </a:lnTo>
                      <a:cubicBezTo>
                        <a:pt x="145569" y="124"/>
                        <a:pt x="146607" y="-37"/>
                        <a:pt x="147347" y="504"/>
                      </a:cubicBezTo>
                      <a:cubicBezTo>
                        <a:pt x="148084" y="1042"/>
                        <a:pt x="148247" y="2075"/>
                        <a:pt x="147711" y="2814"/>
                      </a:cubicBezTo>
                      <a:lnTo>
                        <a:pt x="117259" y="44637"/>
                      </a:lnTo>
                      <a:cubicBezTo>
                        <a:pt x="116697" y="45359"/>
                        <a:pt x="115669" y="45512"/>
                        <a:pt x="114921" y="44987"/>
                      </a:cubicBezTo>
                      <a:lnTo>
                        <a:pt x="75439" y="15308"/>
                      </a:lnTo>
                      <a:cubicBezTo>
                        <a:pt x="67868" y="39488"/>
                        <a:pt x="51935" y="90184"/>
                        <a:pt x="50957" y="91724"/>
                      </a:cubicBezTo>
                      <a:cubicBezTo>
                        <a:pt x="50680" y="92143"/>
                        <a:pt x="50239" y="92425"/>
                        <a:pt x="49742" y="92501"/>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62" name="Google Shape;1662;p51"/>
                <p:cNvSpPr/>
                <p:nvPr/>
              </p:nvSpPr>
              <p:spPr>
                <a:xfrm>
                  <a:off x="10385567" y="5102548"/>
                  <a:ext cx="11664" cy="11659"/>
                </a:xfrm>
                <a:custGeom>
                  <a:avLst/>
                  <a:gdLst/>
                  <a:ahLst/>
                  <a:cxnLst/>
                  <a:rect l="l" t="t" r="r" b="b"/>
                  <a:pathLst>
                    <a:path w="11664" h="11659" extrusionOk="0">
                      <a:moveTo>
                        <a:pt x="11849" y="5152"/>
                      </a:moveTo>
                      <a:cubicBezTo>
                        <a:pt x="12325" y="8336"/>
                        <a:pt x="10128" y="11302"/>
                        <a:pt x="6944" y="11778"/>
                      </a:cubicBezTo>
                      <a:cubicBezTo>
                        <a:pt x="3758" y="12254"/>
                        <a:pt x="790" y="10059"/>
                        <a:pt x="314" y="6875"/>
                      </a:cubicBezTo>
                      <a:cubicBezTo>
                        <a:pt x="-162" y="3692"/>
                        <a:pt x="2033" y="725"/>
                        <a:pt x="5219" y="249"/>
                      </a:cubicBezTo>
                      <a:cubicBezTo>
                        <a:pt x="8404" y="-227"/>
                        <a:pt x="11372" y="1968"/>
                        <a:pt x="11849" y="5152"/>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63" name="Google Shape;1663;p51"/>
                <p:cNvSpPr/>
                <p:nvPr/>
              </p:nvSpPr>
              <p:spPr>
                <a:xfrm>
                  <a:off x="10433215" y="5169952"/>
                  <a:ext cx="11664" cy="11659"/>
                </a:xfrm>
                <a:custGeom>
                  <a:avLst/>
                  <a:gdLst/>
                  <a:ahLst/>
                  <a:cxnLst/>
                  <a:rect l="l" t="t" r="r" b="b"/>
                  <a:pathLst>
                    <a:path w="11664" h="11659" extrusionOk="0">
                      <a:moveTo>
                        <a:pt x="11849" y="5151"/>
                      </a:moveTo>
                      <a:cubicBezTo>
                        <a:pt x="12325" y="8335"/>
                        <a:pt x="10129" y="11302"/>
                        <a:pt x="6944" y="11778"/>
                      </a:cubicBezTo>
                      <a:cubicBezTo>
                        <a:pt x="3758" y="12255"/>
                        <a:pt x="790" y="10060"/>
                        <a:pt x="314" y="6876"/>
                      </a:cubicBezTo>
                      <a:cubicBezTo>
                        <a:pt x="-162" y="3692"/>
                        <a:pt x="2033" y="725"/>
                        <a:pt x="5219" y="249"/>
                      </a:cubicBezTo>
                      <a:cubicBezTo>
                        <a:pt x="8404" y="-227"/>
                        <a:pt x="11372" y="1968"/>
                        <a:pt x="11849" y="5151"/>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64" name="Google Shape;1664;p51"/>
                <p:cNvSpPr/>
                <p:nvPr/>
              </p:nvSpPr>
              <p:spPr>
                <a:xfrm>
                  <a:off x="10458215" y="5091689"/>
                  <a:ext cx="11664" cy="11659"/>
                </a:xfrm>
                <a:custGeom>
                  <a:avLst/>
                  <a:gdLst/>
                  <a:ahLst/>
                  <a:cxnLst/>
                  <a:rect l="l" t="t" r="r" b="b"/>
                  <a:pathLst>
                    <a:path w="11664" h="11659" extrusionOk="0">
                      <a:moveTo>
                        <a:pt x="11849" y="5151"/>
                      </a:moveTo>
                      <a:cubicBezTo>
                        <a:pt x="12325" y="8335"/>
                        <a:pt x="10129" y="11302"/>
                        <a:pt x="6944" y="11778"/>
                      </a:cubicBezTo>
                      <a:cubicBezTo>
                        <a:pt x="3758" y="12255"/>
                        <a:pt x="790" y="10060"/>
                        <a:pt x="314" y="6876"/>
                      </a:cubicBezTo>
                      <a:cubicBezTo>
                        <a:pt x="-162" y="3692"/>
                        <a:pt x="2033" y="725"/>
                        <a:pt x="5219" y="249"/>
                      </a:cubicBezTo>
                      <a:cubicBezTo>
                        <a:pt x="8404" y="-227"/>
                        <a:pt x="11372" y="1967"/>
                        <a:pt x="11849" y="5151"/>
                      </a:cubicBezTo>
                      <a:cubicBezTo>
                        <a:pt x="11849" y="5151"/>
                        <a:pt x="11849" y="5151"/>
                        <a:pt x="11849" y="5152"/>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65" name="Google Shape;1665;p51"/>
                <p:cNvSpPr/>
                <p:nvPr/>
              </p:nvSpPr>
              <p:spPr>
                <a:xfrm>
                  <a:off x="10499491" y="5122211"/>
                  <a:ext cx="11664" cy="11659"/>
                </a:xfrm>
                <a:custGeom>
                  <a:avLst/>
                  <a:gdLst/>
                  <a:ahLst/>
                  <a:cxnLst/>
                  <a:rect l="l" t="t" r="r" b="b"/>
                  <a:pathLst>
                    <a:path w="11664" h="11659" extrusionOk="0">
                      <a:moveTo>
                        <a:pt x="11849" y="5151"/>
                      </a:moveTo>
                      <a:cubicBezTo>
                        <a:pt x="12325" y="8335"/>
                        <a:pt x="10129" y="11302"/>
                        <a:pt x="6944" y="11778"/>
                      </a:cubicBezTo>
                      <a:cubicBezTo>
                        <a:pt x="3758" y="12254"/>
                        <a:pt x="790" y="10059"/>
                        <a:pt x="314" y="6876"/>
                      </a:cubicBezTo>
                      <a:cubicBezTo>
                        <a:pt x="-162" y="3692"/>
                        <a:pt x="2033" y="725"/>
                        <a:pt x="5219" y="249"/>
                      </a:cubicBezTo>
                      <a:cubicBezTo>
                        <a:pt x="8404" y="-227"/>
                        <a:pt x="11372" y="1968"/>
                        <a:pt x="11849" y="5151"/>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66" name="Google Shape;1666;p51"/>
                <p:cNvSpPr/>
                <p:nvPr/>
              </p:nvSpPr>
              <p:spPr>
                <a:xfrm>
                  <a:off x="10530027" y="5080954"/>
                  <a:ext cx="11664" cy="11659"/>
                </a:xfrm>
                <a:custGeom>
                  <a:avLst/>
                  <a:gdLst/>
                  <a:ahLst/>
                  <a:cxnLst/>
                  <a:rect l="l" t="t" r="r" b="b"/>
                  <a:pathLst>
                    <a:path w="11664" h="11659" extrusionOk="0">
                      <a:moveTo>
                        <a:pt x="11849" y="5151"/>
                      </a:moveTo>
                      <a:cubicBezTo>
                        <a:pt x="12325" y="8335"/>
                        <a:pt x="10129" y="11302"/>
                        <a:pt x="6944" y="11778"/>
                      </a:cubicBezTo>
                      <a:cubicBezTo>
                        <a:pt x="3758" y="12255"/>
                        <a:pt x="790" y="10060"/>
                        <a:pt x="314" y="6876"/>
                      </a:cubicBezTo>
                      <a:cubicBezTo>
                        <a:pt x="-162" y="3692"/>
                        <a:pt x="2033" y="725"/>
                        <a:pt x="5219" y="249"/>
                      </a:cubicBezTo>
                      <a:cubicBezTo>
                        <a:pt x="8404" y="-227"/>
                        <a:pt x="11372" y="1968"/>
                        <a:pt x="11849" y="5151"/>
                      </a:cubicBezTo>
                      <a:cubicBezTo>
                        <a:pt x="11849" y="5151"/>
                        <a:pt x="11849" y="5151"/>
                        <a:pt x="11849" y="5151"/>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667" name="Google Shape;1667;p51"/>
              <p:cNvGrpSpPr/>
              <p:nvPr/>
            </p:nvGrpSpPr>
            <p:grpSpPr>
              <a:xfrm>
                <a:off x="2780836" y="2463758"/>
                <a:ext cx="478566" cy="478353"/>
                <a:chOff x="10600511" y="5007587"/>
                <a:chExt cx="185268" cy="185186"/>
              </a:xfrm>
            </p:grpSpPr>
            <p:grpSp>
              <p:nvGrpSpPr>
                <p:cNvPr id="1668" name="Google Shape;1668;p51"/>
                <p:cNvGrpSpPr/>
                <p:nvPr/>
              </p:nvGrpSpPr>
              <p:grpSpPr>
                <a:xfrm>
                  <a:off x="10608717" y="5007587"/>
                  <a:ext cx="168635" cy="185186"/>
                  <a:chOff x="10608717" y="5007587"/>
                  <a:chExt cx="168635" cy="185186"/>
                </a:xfrm>
              </p:grpSpPr>
              <p:grpSp>
                <p:nvGrpSpPr>
                  <p:cNvPr id="1669" name="Google Shape;1669;p51"/>
                  <p:cNvGrpSpPr/>
                  <p:nvPr/>
                </p:nvGrpSpPr>
                <p:grpSpPr>
                  <a:xfrm>
                    <a:off x="10608717" y="5029056"/>
                    <a:ext cx="25012" cy="163717"/>
                    <a:chOff x="10608717" y="5029056"/>
                    <a:chExt cx="25012" cy="163717"/>
                  </a:xfrm>
                </p:grpSpPr>
                <p:sp>
                  <p:nvSpPr>
                    <p:cNvPr id="1670" name="Google Shape;1670;p51"/>
                    <p:cNvSpPr/>
                    <p:nvPr/>
                  </p:nvSpPr>
                  <p:spPr>
                    <a:xfrm>
                      <a:off x="10609028" y="5029104"/>
                      <a:ext cx="24455" cy="163457"/>
                    </a:xfrm>
                    <a:custGeom>
                      <a:avLst/>
                      <a:gdLst/>
                      <a:ahLst/>
                      <a:cxnLst/>
                      <a:rect l="l" t="t" r="r" b="b"/>
                      <a:pathLst>
                        <a:path w="24455" h="163457" extrusionOk="0">
                          <a:moveTo>
                            <a:pt x="0" y="0"/>
                          </a:moveTo>
                          <a:lnTo>
                            <a:pt x="24456" y="163458"/>
                          </a:lnTo>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71" name="Google Shape;1671;p51"/>
                    <p:cNvSpPr/>
                    <p:nvPr/>
                  </p:nvSpPr>
                  <p:spPr>
                    <a:xfrm rot="-508449">
                      <a:off x="10620903" y="5028200"/>
                      <a:ext cx="641" cy="165428"/>
                    </a:xfrm>
                    <a:custGeom>
                      <a:avLst/>
                      <a:gdLst/>
                      <a:ahLst/>
                      <a:cxnLst/>
                      <a:rect l="l" t="t" r="r" b="b"/>
                      <a:pathLst>
                        <a:path w="640" h="165275" extrusionOk="0">
                          <a:moveTo>
                            <a:pt x="250" y="184"/>
                          </a:moveTo>
                          <a:lnTo>
                            <a:pt x="890" y="184"/>
                          </a:lnTo>
                          <a:lnTo>
                            <a:pt x="890" y="165460"/>
                          </a:lnTo>
                          <a:lnTo>
                            <a:pt x="250" y="165460"/>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672" name="Google Shape;1672;p51"/>
                  <p:cNvGrpSpPr/>
                  <p:nvPr/>
                </p:nvGrpSpPr>
                <p:grpSpPr>
                  <a:xfrm>
                    <a:off x="10644622" y="5023689"/>
                    <a:ext cx="25012" cy="163717"/>
                    <a:chOff x="10644622" y="5023689"/>
                    <a:chExt cx="25012" cy="163717"/>
                  </a:xfrm>
                </p:grpSpPr>
                <p:sp>
                  <p:nvSpPr>
                    <p:cNvPr id="1673" name="Google Shape;1673;p51"/>
                    <p:cNvSpPr/>
                    <p:nvPr/>
                  </p:nvSpPr>
                  <p:spPr>
                    <a:xfrm>
                      <a:off x="10644934" y="5023736"/>
                      <a:ext cx="24455" cy="163458"/>
                    </a:xfrm>
                    <a:custGeom>
                      <a:avLst/>
                      <a:gdLst/>
                      <a:ahLst/>
                      <a:cxnLst/>
                      <a:rect l="l" t="t" r="r" b="b"/>
                      <a:pathLst>
                        <a:path w="24455" h="163458" extrusionOk="0">
                          <a:moveTo>
                            <a:pt x="0" y="0"/>
                          </a:moveTo>
                          <a:lnTo>
                            <a:pt x="24455" y="163458"/>
                          </a:lnTo>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74" name="Google Shape;1674;p51"/>
                    <p:cNvSpPr/>
                    <p:nvPr/>
                  </p:nvSpPr>
                  <p:spPr>
                    <a:xfrm rot="-508449">
                      <a:off x="10656808" y="5022833"/>
                      <a:ext cx="641" cy="165428"/>
                    </a:xfrm>
                    <a:custGeom>
                      <a:avLst/>
                      <a:gdLst/>
                      <a:ahLst/>
                      <a:cxnLst/>
                      <a:rect l="l" t="t" r="r" b="b"/>
                      <a:pathLst>
                        <a:path w="640" h="165275" extrusionOk="0">
                          <a:moveTo>
                            <a:pt x="249" y="184"/>
                          </a:moveTo>
                          <a:lnTo>
                            <a:pt x="889" y="184"/>
                          </a:lnTo>
                          <a:lnTo>
                            <a:pt x="889" y="165460"/>
                          </a:lnTo>
                          <a:lnTo>
                            <a:pt x="249" y="165460"/>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675" name="Google Shape;1675;p51"/>
                  <p:cNvGrpSpPr/>
                  <p:nvPr/>
                </p:nvGrpSpPr>
                <p:grpSpPr>
                  <a:xfrm>
                    <a:off x="10680528" y="5018322"/>
                    <a:ext cx="25012" cy="163717"/>
                    <a:chOff x="10680528" y="5018322"/>
                    <a:chExt cx="25012" cy="163717"/>
                  </a:xfrm>
                </p:grpSpPr>
                <p:sp>
                  <p:nvSpPr>
                    <p:cNvPr id="1676" name="Google Shape;1676;p51"/>
                    <p:cNvSpPr/>
                    <p:nvPr/>
                  </p:nvSpPr>
                  <p:spPr>
                    <a:xfrm>
                      <a:off x="10680840" y="5018369"/>
                      <a:ext cx="24455" cy="163457"/>
                    </a:xfrm>
                    <a:custGeom>
                      <a:avLst/>
                      <a:gdLst/>
                      <a:ahLst/>
                      <a:cxnLst/>
                      <a:rect l="l" t="t" r="r" b="b"/>
                      <a:pathLst>
                        <a:path w="24455" h="163457" extrusionOk="0">
                          <a:moveTo>
                            <a:pt x="0" y="0"/>
                          </a:moveTo>
                          <a:lnTo>
                            <a:pt x="24455" y="163458"/>
                          </a:lnTo>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77" name="Google Shape;1677;p51"/>
                    <p:cNvSpPr/>
                    <p:nvPr/>
                  </p:nvSpPr>
                  <p:spPr>
                    <a:xfrm rot="-508449">
                      <a:off x="10692714" y="5017466"/>
                      <a:ext cx="641" cy="165428"/>
                    </a:xfrm>
                    <a:custGeom>
                      <a:avLst/>
                      <a:gdLst/>
                      <a:ahLst/>
                      <a:cxnLst/>
                      <a:rect l="l" t="t" r="r" b="b"/>
                      <a:pathLst>
                        <a:path w="640" h="165275" extrusionOk="0">
                          <a:moveTo>
                            <a:pt x="249" y="184"/>
                          </a:moveTo>
                          <a:lnTo>
                            <a:pt x="889" y="184"/>
                          </a:lnTo>
                          <a:lnTo>
                            <a:pt x="889" y="165459"/>
                          </a:lnTo>
                          <a:lnTo>
                            <a:pt x="249" y="165459"/>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678" name="Google Shape;1678;p51"/>
                  <p:cNvGrpSpPr/>
                  <p:nvPr/>
                </p:nvGrpSpPr>
                <p:grpSpPr>
                  <a:xfrm>
                    <a:off x="10716434" y="5012954"/>
                    <a:ext cx="25012" cy="163717"/>
                    <a:chOff x="10716434" y="5012954"/>
                    <a:chExt cx="25012" cy="163717"/>
                  </a:xfrm>
                </p:grpSpPr>
                <p:sp>
                  <p:nvSpPr>
                    <p:cNvPr id="1679" name="Google Shape;1679;p51"/>
                    <p:cNvSpPr/>
                    <p:nvPr/>
                  </p:nvSpPr>
                  <p:spPr>
                    <a:xfrm>
                      <a:off x="10716746" y="5013002"/>
                      <a:ext cx="24455" cy="163457"/>
                    </a:xfrm>
                    <a:custGeom>
                      <a:avLst/>
                      <a:gdLst/>
                      <a:ahLst/>
                      <a:cxnLst/>
                      <a:rect l="l" t="t" r="r" b="b"/>
                      <a:pathLst>
                        <a:path w="24455" h="163457" extrusionOk="0">
                          <a:moveTo>
                            <a:pt x="0" y="0"/>
                          </a:moveTo>
                          <a:lnTo>
                            <a:pt x="24455" y="163458"/>
                          </a:lnTo>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80" name="Google Shape;1680;p51"/>
                    <p:cNvSpPr/>
                    <p:nvPr/>
                  </p:nvSpPr>
                  <p:spPr>
                    <a:xfrm rot="-508449">
                      <a:off x="10728620" y="5012098"/>
                      <a:ext cx="641" cy="165428"/>
                    </a:xfrm>
                    <a:custGeom>
                      <a:avLst/>
                      <a:gdLst/>
                      <a:ahLst/>
                      <a:cxnLst/>
                      <a:rect l="l" t="t" r="r" b="b"/>
                      <a:pathLst>
                        <a:path w="640" h="165275" extrusionOk="0">
                          <a:moveTo>
                            <a:pt x="249" y="184"/>
                          </a:moveTo>
                          <a:lnTo>
                            <a:pt x="889" y="184"/>
                          </a:lnTo>
                          <a:lnTo>
                            <a:pt x="889" y="165460"/>
                          </a:lnTo>
                          <a:lnTo>
                            <a:pt x="249" y="165460"/>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681" name="Google Shape;1681;p51"/>
                  <p:cNvGrpSpPr/>
                  <p:nvPr/>
                </p:nvGrpSpPr>
                <p:grpSpPr>
                  <a:xfrm>
                    <a:off x="10752340" y="5007587"/>
                    <a:ext cx="25012" cy="163717"/>
                    <a:chOff x="10752340" y="5007587"/>
                    <a:chExt cx="25012" cy="163717"/>
                  </a:xfrm>
                </p:grpSpPr>
                <p:sp>
                  <p:nvSpPr>
                    <p:cNvPr id="1682" name="Google Shape;1682;p51"/>
                    <p:cNvSpPr/>
                    <p:nvPr/>
                  </p:nvSpPr>
                  <p:spPr>
                    <a:xfrm>
                      <a:off x="10752652" y="5007634"/>
                      <a:ext cx="24455" cy="163457"/>
                    </a:xfrm>
                    <a:custGeom>
                      <a:avLst/>
                      <a:gdLst/>
                      <a:ahLst/>
                      <a:cxnLst/>
                      <a:rect l="l" t="t" r="r" b="b"/>
                      <a:pathLst>
                        <a:path w="24455" h="163457" extrusionOk="0">
                          <a:moveTo>
                            <a:pt x="0" y="0"/>
                          </a:moveTo>
                          <a:lnTo>
                            <a:pt x="24455" y="163458"/>
                          </a:lnTo>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83" name="Google Shape;1683;p51"/>
                    <p:cNvSpPr/>
                    <p:nvPr/>
                  </p:nvSpPr>
                  <p:spPr>
                    <a:xfrm rot="-508449">
                      <a:off x="10764526" y="5006731"/>
                      <a:ext cx="641" cy="165428"/>
                    </a:xfrm>
                    <a:custGeom>
                      <a:avLst/>
                      <a:gdLst/>
                      <a:ahLst/>
                      <a:cxnLst/>
                      <a:rect l="l" t="t" r="r" b="b"/>
                      <a:pathLst>
                        <a:path w="640" h="165275" extrusionOk="0">
                          <a:moveTo>
                            <a:pt x="249" y="184"/>
                          </a:moveTo>
                          <a:lnTo>
                            <a:pt x="889" y="184"/>
                          </a:lnTo>
                          <a:lnTo>
                            <a:pt x="889" y="165459"/>
                          </a:lnTo>
                          <a:lnTo>
                            <a:pt x="249" y="165459"/>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1684" name="Google Shape;1684;p51"/>
                <p:cNvGrpSpPr/>
                <p:nvPr/>
              </p:nvGrpSpPr>
              <p:grpSpPr>
                <a:xfrm>
                  <a:off x="10600511" y="5015806"/>
                  <a:ext cx="185268" cy="168582"/>
                  <a:chOff x="10600511" y="5015806"/>
                  <a:chExt cx="185268" cy="168582"/>
                </a:xfrm>
              </p:grpSpPr>
              <p:grpSp>
                <p:nvGrpSpPr>
                  <p:cNvPr id="1685" name="Google Shape;1685;p51"/>
                  <p:cNvGrpSpPr/>
                  <p:nvPr/>
                </p:nvGrpSpPr>
                <p:grpSpPr>
                  <a:xfrm>
                    <a:off x="10600511" y="5015806"/>
                    <a:ext cx="163789" cy="25022"/>
                    <a:chOff x="10600511" y="5015806"/>
                    <a:chExt cx="163789" cy="25022"/>
                  </a:xfrm>
                </p:grpSpPr>
                <p:sp>
                  <p:nvSpPr>
                    <p:cNvPr id="1686" name="Google Shape;1686;p51"/>
                    <p:cNvSpPr/>
                    <p:nvPr/>
                  </p:nvSpPr>
                  <p:spPr>
                    <a:xfrm>
                      <a:off x="10600563" y="5016095"/>
                      <a:ext cx="163529" cy="24444"/>
                    </a:xfrm>
                    <a:custGeom>
                      <a:avLst/>
                      <a:gdLst/>
                      <a:ahLst/>
                      <a:cxnLst/>
                      <a:rect l="l" t="t" r="r" b="b"/>
                      <a:pathLst>
                        <a:path w="163529" h="24444" extrusionOk="0">
                          <a:moveTo>
                            <a:pt x="163530" y="0"/>
                          </a:moveTo>
                          <a:lnTo>
                            <a:pt x="0" y="24445"/>
                          </a:lnTo>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87" name="Google Shape;1687;p51"/>
                    <p:cNvSpPr/>
                    <p:nvPr/>
                  </p:nvSpPr>
                  <p:spPr>
                    <a:xfrm rot="-508449">
                      <a:off x="10599655" y="5027997"/>
                      <a:ext cx="165501" cy="641"/>
                    </a:xfrm>
                    <a:custGeom>
                      <a:avLst/>
                      <a:gdLst/>
                      <a:ahLst/>
                      <a:cxnLst/>
                      <a:rect l="l" t="t" r="r" b="b"/>
                      <a:pathLst>
                        <a:path w="165348" h="640" extrusionOk="0">
                          <a:moveTo>
                            <a:pt x="249" y="184"/>
                          </a:moveTo>
                          <a:lnTo>
                            <a:pt x="165597" y="184"/>
                          </a:lnTo>
                          <a:lnTo>
                            <a:pt x="165597" y="824"/>
                          </a:lnTo>
                          <a:lnTo>
                            <a:pt x="249" y="824"/>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688" name="Google Shape;1688;p51"/>
                  <p:cNvGrpSpPr/>
                  <p:nvPr/>
                </p:nvGrpSpPr>
                <p:grpSpPr>
                  <a:xfrm>
                    <a:off x="10605881" y="5051696"/>
                    <a:ext cx="163789" cy="25022"/>
                    <a:chOff x="10605881" y="5051696"/>
                    <a:chExt cx="163789" cy="25022"/>
                  </a:xfrm>
                </p:grpSpPr>
                <p:sp>
                  <p:nvSpPr>
                    <p:cNvPr id="1689" name="Google Shape;1689;p51"/>
                    <p:cNvSpPr/>
                    <p:nvPr/>
                  </p:nvSpPr>
                  <p:spPr>
                    <a:xfrm>
                      <a:off x="10605933" y="5051985"/>
                      <a:ext cx="163529" cy="24444"/>
                    </a:xfrm>
                    <a:custGeom>
                      <a:avLst/>
                      <a:gdLst/>
                      <a:ahLst/>
                      <a:cxnLst/>
                      <a:rect l="l" t="t" r="r" b="b"/>
                      <a:pathLst>
                        <a:path w="163529" h="24444" extrusionOk="0">
                          <a:moveTo>
                            <a:pt x="163530" y="0"/>
                          </a:moveTo>
                          <a:lnTo>
                            <a:pt x="0" y="24445"/>
                          </a:lnTo>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90" name="Google Shape;1690;p51"/>
                    <p:cNvSpPr/>
                    <p:nvPr/>
                  </p:nvSpPr>
                  <p:spPr>
                    <a:xfrm rot="-508449">
                      <a:off x="10605025" y="5063887"/>
                      <a:ext cx="165501" cy="641"/>
                    </a:xfrm>
                    <a:custGeom>
                      <a:avLst/>
                      <a:gdLst/>
                      <a:ahLst/>
                      <a:cxnLst/>
                      <a:rect l="l" t="t" r="r" b="b"/>
                      <a:pathLst>
                        <a:path w="165348" h="640" extrusionOk="0">
                          <a:moveTo>
                            <a:pt x="249" y="184"/>
                          </a:moveTo>
                          <a:lnTo>
                            <a:pt x="165597" y="184"/>
                          </a:lnTo>
                          <a:lnTo>
                            <a:pt x="165597" y="824"/>
                          </a:lnTo>
                          <a:lnTo>
                            <a:pt x="249" y="824"/>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691" name="Google Shape;1691;p51"/>
                  <p:cNvGrpSpPr/>
                  <p:nvPr/>
                </p:nvGrpSpPr>
                <p:grpSpPr>
                  <a:xfrm>
                    <a:off x="10611250" y="5087586"/>
                    <a:ext cx="163789" cy="25022"/>
                    <a:chOff x="10611250" y="5087586"/>
                    <a:chExt cx="163789" cy="25022"/>
                  </a:xfrm>
                </p:grpSpPr>
                <p:sp>
                  <p:nvSpPr>
                    <p:cNvPr id="1692" name="Google Shape;1692;p51"/>
                    <p:cNvSpPr/>
                    <p:nvPr/>
                  </p:nvSpPr>
                  <p:spPr>
                    <a:xfrm>
                      <a:off x="10611303" y="5087875"/>
                      <a:ext cx="163529" cy="24444"/>
                    </a:xfrm>
                    <a:custGeom>
                      <a:avLst/>
                      <a:gdLst/>
                      <a:ahLst/>
                      <a:cxnLst/>
                      <a:rect l="l" t="t" r="r" b="b"/>
                      <a:pathLst>
                        <a:path w="163529" h="24444" extrusionOk="0">
                          <a:moveTo>
                            <a:pt x="163530" y="0"/>
                          </a:moveTo>
                          <a:lnTo>
                            <a:pt x="-1" y="24445"/>
                          </a:lnTo>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93" name="Google Shape;1693;p51"/>
                    <p:cNvSpPr/>
                    <p:nvPr/>
                  </p:nvSpPr>
                  <p:spPr>
                    <a:xfrm rot="-508449">
                      <a:off x="10610394" y="5099777"/>
                      <a:ext cx="165501" cy="641"/>
                    </a:xfrm>
                    <a:custGeom>
                      <a:avLst/>
                      <a:gdLst/>
                      <a:ahLst/>
                      <a:cxnLst/>
                      <a:rect l="l" t="t" r="r" b="b"/>
                      <a:pathLst>
                        <a:path w="165348" h="640" extrusionOk="0">
                          <a:moveTo>
                            <a:pt x="249" y="184"/>
                          </a:moveTo>
                          <a:lnTo>
                            <a:pt x="165597" y="184"/>
                          </a:lnTo>
                          <a:lnTo>
                            <a:pt x="165597" y="824"/>
                          </a:lnTo>
                          <a:lnTo>
                            <a:pt x="249" y="824"/>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694" name="Google Shape;1694;p51"/>
                  <p:cNvGrpSpPr/>
                  <p:nvPr/>
                </p:nvGrpSpPr>
                <p:grpSpPr>
                  <a:xfrm>
                    <a:off x="10616620" y="5123476"/>
                    <a:ext cx="163789" cy="25022"/>
                    <a:chOff x="10616620" y="5123476"/>
                    <a:chExt cx="163789" cy="25022"/>
                  </a:xfrm>
                </p:grpSpPr>
                <p:sp>
                  <p:nvSpPr>
                    <p:cNvPr id="1695" name="Google Shape;1695;p51"/>
                    <p:cNvSpPr/>
                    <p:nvPr/>
                  </p:nvSpPr>
                  <p:spPr>
                    <a:xfrm>
                      <a:off x="10616672" y="5123765"/>
                      <a:ext cx="163529" cy="24444"/>
                    </a:xfrm>
                    <a:custGeom>
                      <a:avLst/>
                      <a:gdLst/>
                      <a:ahLst/>
                      <a:cxnLst/>
                      <a:rect l="l" t="t" r="r" b="b"/>
                      <a:pathLst>
                        <a:path w="163529" h="24444" extrusionOk="0">
                          <a:moveTo>
                            <a:pt x="163530" y="0"/>
                          </a:moveTo>
                          <a:lnTo>
                            <a:pt x="0" y="24445"/>
                          </a:lnTo>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96" name="Google Shape;1696;p51"/>
                    <p:cNvSpPr/>
                    <p:nvPr/>
                  </p:nvSpPr>
                  <p:spPr>
                    <a:xfrm rot="-508449">
                      <a:off x="10615764" y="5135667"/>
                      <a:ext cx="165501" cy="641"/>
                    </a:xfrm>
                    <a:custGeom>
                      <a:avLst/>
                      <a:gdLst/>
                      <a:ahLst/>
                      <a:cxnLst/>
                      <a:rect l="l" t="t" r="r" b="b"/>
                      <a:pathLst>
                        <a:path w="165348" h="640" extrusionOk="0">
                          <a:moveTo>
                            <a:pt x="249" y="184"/>
                          </a:moveTo>
                          <a:lnTo>
                            <a:pt x="165597" y="184"/>
                          </a:lnTo>
                          <a:lnTo>
                            <a:pt x="165597" y="824"/>
                          </a:lnTo>
                          <a:lnTo>
                            <a:pt x="249" y="824"/>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697" name="Google Shape;1697;p51"/>
                  <p:cNvGrpSpPr/>
                  <p:nvPr/>
                </p:nvGrpSpPr>
                <p:grpSpPr>
                  <a:xfrm>
                    <a:off x="10621990" y="5159366"/>
                    <a:ext cx="163789" cy="25022"/>
                    <a:chOff x="10621990" y="5159366"/>
                    <a:chExt cx="163789" cy="25022"/>
                  </a:xfrm>
                </p:grpSpPr>
                <p:sp>
                  <p:nvSpPr>
                    <p:cNvPr id="1698" name="Google Shape;1698;p51"/>
                    <p:cNvSpPr/>
                    <p:nvPr/>
                  </p:nvSpPr>
                  <p:spPr>
                    <a:xfrm>
                      <a:off x="10622042" y="5159655"/>
                      <a:ext cx="163529" cy="24444"/>
                    </a:xfrm>
                    <a:custGeom>
                      <a:avLst/>
                      <a:gdLst/>
                      <a:ahLst/>
                      <a:cxnLst/>
                      <a:rect l="l" t="t" r="r" b="b"/>
                      <a:pathLst>
                        <a:path w="163529" h="24444" extrusionOk="0">
                          <a:moveTo>
                            <a:pt x="163530" y="0"/>
                          </a:moveTo>
                          <a:lnTo>
                            <a:pt x="0" y="24445"/>
                          </a:lnTo>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699" name="Google Shape;1699;p51"/>
                    <p:cNvSpPr/>
                    <p:nvPr/>
                  </p:nvSpPr>
                  <p:spPr>
                    <a:xfrm rot="-508449">
                      <a:off x="10621134" y="5171557"/>
                      <a:ext cx="165501" cy="641"/>
                    </a:xfrm>
                    <a:custGeom>
                      <a:avLst/>
                      <a:gdLst/>
                      <a:ahLst/>
                      <a:cxnLst/>
                      <a:rect l="l" t="t" r="r" b="b"/>
                      <a:pathLst>
                        <a:path w="165348" h="640" extrusionOk="0">
                          <a:moveTo>
                            <a:pt x="249" y="184"/>
                          </a:moveTo>
                          <a:lnTo>
                            <a:pt x="165597" y="184"/>
                          </a:lnTo>
                          <a:lnTo>
                            <a:pt x="165597" y="824"/>
                          </a:lnTo>
                          <a:lnTo>
                            <a:pt x="249" y="824"/>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grpSp>
            <p:nvGrpSpPr>
              <p:cNvPr id="1700" name="Google Shape;1700;p51"/>
              <p:cNvGrpSpPr/>
              <p:nvPr/>
            </p:nvGrpSpPr>
            <p:grpSpPr>
              <a:xfrm>
                <a:off x="2803325" y="2567230"/>
                <a:ext cx="403284" cy="260005"/>
                <a:chOff x="10609217" y="5047644"/>
                <a:chExt cx="156124" cy="100656"/>
              </a:xfrm>
            </p:grpSpPr>
            <p:sp>
              <p:nvSpPr>
                <p:cNvPr id="1701" name="Google Shape;1701;p51"/>
                <p:cNvSpPr/>
                <p:nvPr/>
              </p:nvSpPr>
              <p:spPr>
                <a:xfrm>
                  <a:off x="10613391" y="5051819"/>
                  <a:ext cx="147775" cy="92335"/>
                </a:xfrm>
                <a:custGeom>
                  <a:avLst/>
                  <a:gdLst/>
                  <a:ahLst/>
                  <a:cxnLst/>
                  <a:rect l="l" t="t" r="r" b="b"/>
                  <a:pathLst>
                    <a:path w="147775" h="92335" extrusionOk="0">
                      <a:moveTo>
                        <a:pt x="49741" y="92501"/>
                      </a:moveTo>
                      <a:cubicBezTo>
                        <a:pt x="49671" y="92512"/>
                        <a:pt x="49601" y="92518"/>
                        <a:pt x="49530" y="92519"/>
                      </a:cubicBezTo>
                      <a:cubicBezTo>
                        <a:pt x="48385" y="92536"/>
                        <a:pt x="46655" y="92561"/>
                        <a:pt x="533" y="24361"/>
                      </a:cubicBezTo>
                      <a:cubicBezTo>
                        <a:pt x="21" y="23603"/>
                        <a:pt x="220" y="22572"/>
                        <a:pt x="979" y="22060"/>
                      </a:cubicBezTo>
                      <a:cubicBezTo>
                        <a:pt x="1738" y="21548"/>
                        <a:pt x="2769" y="21748"/>
                        <a:pt x="3281" y="22506"/>
                      </a:cubicBezTo>
                      <a:cubicBezTo>
                        <a:pt x="19018" y="45778"/>
                        <a:pt x="42533" y="79979"/>
                        <a:pt x="48903" y="87873"/>
                      </a:cubicBezTo>
                      <a:cubicBezTo>
                        <a:pt x="52143" y="78318"/>
                        <a:pt x="64546" y="39009"/>
                        <a:pt x="72975" y="12079"/>
                      </a:cubicBezTo>
                      <a:cubicBezTo>
                        <a:pt x="73135" y="11565"/>
                        <a:pt x="73536" y="11161"/>
                        <a:pt x="74049" y="10996"/>
                      </a:cubicBezTo>
                      <a:cubicBezTo>
                        <a:pt x="74561" y="10827"/>
                        <a:pt x="75125" y="10921"/>
                        <a:pt x="75554" y="11249"/>
                      </a:cubicBezTo>
                      <a:lnTo>
                        <a:pt x="115567" y="41326"/>
                      </a:lnTo>
                      <a:lnTo>
                        <a:pt x="145027" y="864"/>
                      </a:lnTo>
                      <a:cubicBezTo>
                        <a:pt x="145567" y="124"/>
                        <a:pt x="146605" y="-37"/>
                        <a:pt x="147345" y="504"/>
                      </a:cubicBezTo>
                      <a:cubicBezTo>
                        <a:pt x="148082" y="1042"/>
                        <a:pt x="148245" y="2075"/>
                        <a:pt x="147709" y="2814"/>
                      </a:cubicBezTo>
                      <a:lnTo>
                        <a:pt x="117257" y="44638"/>
                      </a:lnTo>
                      <a:cubicBezTo>
                        <a:pt x="116695" y="45359"/>
                        <a:pt x="115666" y="45513"/>
                        <a:pt x="114919" y="44988"/>
                      </a:cubicBezTo>
                      <a:lnTo>
                        <a:pt x="75438" y="15309"/>
                      </a:lnTo>
                      <a:cubicBezTo>
                        <a:pt x="67866" y="39488"/>
                        <a:pt x="51934" y="90184"/>
                        <a:pt x="50956" y="91724"/>
                      </a:cubicBezTo>
                      <a:cubicBezTo>
                        <a:pt x="50679" y="92143"/>
                        <a:pt x="50238" y="92426"/>
                        <a:pt x="49741" y="92501"/>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702" name="Google Shape;1702;p51"/>
                <p:cNvSpPr/>
                <p:nvPr/>
              </p:nvSpPr>
              <p:spPr>
                <a:xfrm>
                  <a:off x="10609217" y="5069238"/>
                  <a:ext cx="11664" cy="11659"/>
                </a:xfrm>
                <a:custGeom>
                  <a:avLst/>
                  <a:gdLst/>
                  <a:ahLst/>
                  <a:cxnLst/>
                  <a:rect l="l" t="t" r="r" b="b"/>
                  <a:pathLst>
                    <a:path w="11664" h="11659" extrusionOk="0">
                      <a:moveTo>
                        <a:pt x="11849" y="5151"/>
                      </a:moveTo>
                      <a:cubicBezTo>
                        <a:pt x="12325" y="8335"/>
                        <a:pt x="10129" y="11302"/>
                        <a:pt x="6944" y="11778"/>
                      </a:cubicBezTo>
                      <a:cubicBezTo>
                        <a:pt x="3758" y="12255"/>
                        <a:pt x="790" y="10060"/>
                        <a:pt x="314" y="6876"/>
                      </a:cubicBezTo>
                      <a:cubicBezTo>
                        <a:pt x="-162" y="3692"/>
                        <a:pt x="2033" y="725"/>
                        <a:pt x="5219" y="249"/>
                      </a:cubicBezTo>
                      <a:cubicBezTo>
                        <a:pt x="5219" y="249"/>
                        <a:pt x="5219" y="249"/>
                        <a:pt x="5219" y="249"/>
                      </a:cubicBezTo>
                      <a:cubicBezTo>
                        <a:pt x="8404" y="-227"/>
                        <a:pt x="11372" y="1968"/>
                        <a:pt x="11849" y="5151"/>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703" name="Google Shape;1703;p51"/>
                <p:cNvSpPr/>
                <p:nvPr/>
              </p:nvSpPr>
              <p:spPr>
                <a:xfrm>
                  <a:off x="10656866" y="5136641"/>
                  <a:ext cx="11664" cy="11659"/>
                </a:xfrm>
                <a:custGeom>
                  <a:avLst/>
                  <a:gdLst/>
                  <a:ahLst/>
                  <a:cxnLst/>
                  <a:rect l="l" t="t" r="r" b="b"/>
                  <a:pathLst>
                    <a:path w="11664" h="11659" extrusionOk="0">
                      <a:moveTo>
                        <a:pt x="11849" y="5151"/>
                      </a:moveTo>
                      <a:cubicBezTo>
                        <a:pt x="12325" y="8335"/>
                        <a:pt x="10129" y="11302"/>
                        <a:pt x="6944" y="11779"/>
                      </a:cubicBezTo>
                      <a:cubicBezTo>
                        <a:pt x="3758" y="12255"/>
                        <a:pt x="790" y="10060"/>
                        <a:pt x="314" y="6876"/>
                      </a:cubicBezTo>
                      <a:cubicBezTo>
                        <a:pt x="-162" y="3692"/>
                        <a:pt x="2033" y="725"/>
                        <a:pt x="5219" y="249"/>
                      </a:cubicBezTo>
                      <a:cubicBezTo>
                        <a:pt x="8403" y="-228"/>
                        <a:pt x="11372" y="1967"/>
                        <a:pt x="11849" y="5150"/>
                      </a:cubicBezTo>
                      <a:cubicBezTo>
                        <a:pt x="11849" y="5150"/>
                        <a:pt x="11849" y="5151"/>
                        <a:pt x="11849" y="5151"/>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704" name="Google Shape;1704;p51"/>
                <p:cNvSpPr/>
                <p:nvPr/>
              </p:nvSpPr>
              <p:spPr>
                <a:xfrm>
                  <a:off x="10681865" y="5058378"/>
                  <a:ext cx="11664" cy="11658"/>
                </a:xfrm>
                <a:custGeom>
                  <a:avLst/>
                  <a:gdLst/>
                  <a:ahLst/>
                  <a:cxnLst/>
                  <a:rect l="l" t="t" r="r" b="b"/>
                  <a:pathLst>
                    <a:path w="11664" h="11658" extrusionOk="0">
                      <a:moveTo>
                        <a:pt x="11849" y="5151"/>
                      </a:moveTo>
                      <a:cubicBezTo>
                        <a:pt x="12325" y="8335"/>
                        <a:pt x="10129" y="11302"/>
                        <a:pt x="6944" y="11778"/>
                      </a:cubicBezTo>
                      <a:cubicBezTo>
                        <a:pt x="3758" y="12254"/>
                        <a:pt x="790" y="10059"/>
                        <a:pt x="314" y="6875"/>
                      </a:cubicBezTo>
                      <a:cubicBezTo>
                        <a:pt x="-162" y="3692"/>
                        <a:pt x="2033" y="725"/>
                        <a:pt x="5219" y="249"/>
                      </a:cubicBezTo>
                      <a:cubicBezTo>
                        <a:pt x="8404" y="-227"/>
                        <a:pt x="11372" y="1968"/>
                        <a:pt x="11849" y="5151"/>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705" name="Google Shape;1705;p51"/>
                <p:cNvSpPr/>
                <p:nvPr/>
              </p:nvSpPr>
              <p:spPr>
                <a:xfrm>
                  <a:off x="10723141" y="5088901"/>
                  <a:ext cx="11664" cy="11659"/>
                </a:xfrm>
                <a:custGeom>
                  <a:avLst/>
                  <a:gdLst/>
                  <a:ahLst/>
                  <a:cxnLst/>
                  <a:rect l="l" t="t" r="r" b="b"/>
                  <a:pathLst>
                    <a:path w="11664" h="11659" extrusionOk="0">
                      <a:moveTo>
                        <a:pt x="11849" y="5151"/>
                      </a:moveTo>
                      <a:cubicBezTo>
                        <a:pt x="12325" y="8335"/>
                        <a:pt x="10129" y="11302"/>
                        <a:pt x="6944" y="11778"/>
                      </a:cubicBezTo>
                      <a:cubicBezTo>
                        <a:pt x="3758" y="12255"/>
                        <a:pt x="790" y="10060"/>
                        <a:pt x="314" y="6876"/>
                      </a:cubicBezTo>
                      <a:cubicBezTo>
                        <a:pt x="-162" y="3692"/>
                        <a:pt x="2033" y="725"/>
                        <a:pt x="5219" y="249"/>
                      </a:cubicBezTo>
                      <a:cubicBezTo>
                        <a:pt x="8404" y="-227"/>
                        <a:pt x="11372" y="1967"/>
                        <a:pt x="11849" y="5151"/>
                      </a:cubicBezTo>
                      <a:cubicBezTo>
                        <a:pt x="11849" y="5151"/>
                        <a:pt x="11849" y="5151"/>
                        <a:pt x="11849" y="5152"/>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706" name="Google Shape;1706;p51"/>
                <p:cNvSpPr/>
                <p:nvPr/>
              </p:nvSpPr>
              <p:spPr>
                <a:xfrm>
                  <a:off x="10753677" y="5047644"/>
                  <a:ext cx="11664" cy="11659"/>
                </a:xfrm>
                <a:custGeom>
                  <a:avLst/>
                  <a:gdLst/>
                  <a:ahLst/>
                  <a:cxnLst/>
                  <a:rect l="l" t="t" r="r" b="b"/>
                  <a:pathLst>
                    <a:path w="11664" h="11659" extrusionOk="0">
                      <a:moveTo>
                        <a:pt x="11849" y="5151"/>
                      </a:moveTo>
                      <a:cubicBezTo>
                        <a:pt x="12325" y="8335"/>
                        <a:pt x="10129" y="11302"/>
                        <a:pt x="6944" y="11778"/>
                      </a:cubicBezTo>
                      <a:cubicBezTo>
                        <a:pt x="3758" y="12255"/>
                        <a:pt x="790" y="10060"/>
                        <a:pt x="314" y="6876"/>
                      </a:cubicBezTo>
                      <a:cubicBezTo>
                        <a:pt x="-162" y="3692"/>
                        <a:pt x="2033" y="725"/>
                        <a:pt x="5219" y="249"/>
                      </a:cubicBezTo>
                      <a:cubicBezTo>
                        <a:pt x="5219" y="249"/>
                        <a:pt x="5219" y="249"/>
                        <a:pt x="5220" y="249"/>
                      </a:cubicBezTo>
                      <a:cubicBezTo>
                        <a:pt x="8405" y="-227"/>
                        <a:pt x="11373" y="1968"/>
                        <a:pt x="11850" y="5151"/>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sp>
            <p:nvSpPr>
              <p:cNvPr id="1707" name="Google Shape;1707;p51"/>
              <p:cNvSpPr/>
              <p:nvPr/>
            </p:nvSpPr>
            <p:spPr>
              <a:xfrm rot="-507080">
                <a:off x="2262277" y="3185231"/>
                <a:ext cx="1191330" cy="771823"/>
              </a:xfrm>
              <a:custGeom>
                <a:avLst/>
                <a:gdLst/>
                <a:ahLst/>
                <a:cxnLst/>
                <a:rect l="l" t="t" r="r" b="b"/>
                <a:pathLst>
                  <a:path w="460760" h="298511" extrusionOk="0">
                    <a:moveTo>
                      <a:pt x="249" y="184"/>
                    </a:moveTo>
                    <a:lnTo>
                      <a:pt x="461009" y="184"/>
                    </a:lnTo>
                    <a:lnTo>
                      <a:pt x="461009" y="298695"/>
                    </a:lnTo>
                    <a:lnTo>
                      <a:pt x="249" y="298695"/>
                    </a:ln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708" name="Google Shape;1708;p51"/>
              <p:cNvSpPr/>
              <p:nvPr/>
            </p:nvSpPr>
            <p:spPr>
              <a:xfrm rot="-507080">
                <a:off x="2220500" y="3188357"/>
                <a:ext cx="1191330" cy="203720"/>
              </a:xfrm>
              <a:custGeom>
                <a:avLst/>
                <a:gdLst/>
                <a:ahLst/>
                <a:cxnLst/>
                <a:rect l="l" t="t" r="r" b="b"/>
                <a:pathLst>
                  <a:path w="460760" h="78791" extrusionOk="0">
                    <a:moveTo>
                      <a:pt x="249" y="184"/>
                    </a:moveTo>
                    <a:lnTo>
                      <a:pt x="461009" y="184"/>
                    </a:lnTo>
                    <a:lnTo>
                      <a:pt x="461009" y="78976"/>
                    </a:lnTo>
                    <a:lnTo>
                      <a:pt x="249" y="78976"/>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1709" name="Google Shape;1709;p51"/>
              <p:cNvGrpSpPr/>
              <p:nvPr/>
            </p:nvGrpSpPr>
            <p:grpSpPr>
              <a:xfrm>
                <a:off x="2294415" y="3323443"/>
                <a:ext cx="188566" cy="58259"/>
                <a:chOff x="10412202" y="5340398"/>
                <a:chExt cx="73000" cy="22554"/>
              </a:xfrm>
            </p:grpSpPr>
            <p:sp>
              <p:nvSpPr>
                <p:cNvPr id="1710" name="Google Shape;1710;p51"/>
                <p:cNvSpPr/>
                <p:nvPr/>
              </p:nvSpPr>
              <p:spPr>
                <a:xfrm>
                  <a:off x="10412202" y="5349294"/>
                  <a:ext cx="13267" cy="13658"/>
                </a:xfrm>
                <a:custGeom>
                  <a:avLst/>
                  <a:gdLst/>
                  <a:ahLst/>
                  <a:cxnLst/>
                  <a:rect l="l" t="t" r="r" b="b"/>
                  <a:pathLst>
                    <a:path w="13267" h="13658" extrusionOk="0">
                      <a:moveTo>
                        <a:pt x="7894" y="13798"/>
                      </a:moveTo>
                      <a:cubicBezTo>
                        <a:pt x="11624" y="13110"/>
                        <a:pt x="14090" y="9531"/>
                        <a:pt x="13401" y="5803"/>
                      </a:cubicBezTo>
                      <a:cubicBezTo>
                        <a:pt x="12746" y="2256"/>
                        <a:pt x="9456" y="-179"/>
                        <a:pt x="5871" y="229"/>
                      </a:cubicBezTo>
                      <a:cubicBezTo>
                        <a:pt x="2141" y="917"/>
                        <a:pt x="-324" y="4496"/>
                        <a:pt x="364" y="8224"/>
                      </a:cubicBezTo>
                      <a:cubicBezTo>
                        <a:pt x="1019" y="11771"/>
                        <a:pt x="4309" y="14206"/>
                        <a:pt x="7894" y="13798"/>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711" name="Google Shape;1711;p51"/>
                <p:cNvSpPr/>
                <p:nvPr/>
              </p:nvSpPr>
              <p:spPr>
                <a:xfrm>
                  <a:off x="10442069" y="5344846"/>
                  <a:ext cx="13267" cy="13658"/>
                </a:xfrm>
                <a:custGeom>
                  <a:avLst/>
                  <a:gdLst/>
                  <a:ahLst/>
                  <a:cxnLst/>
                  <a:rect l="l" t="t" r="r" b="b"/>
                  <a:pathLst>
                    <a:path w="13267" h="13658" extrusionOk="0">
                      <a:moveTo>
                        <a:pt x="7894" y="13798"/>
                      </a:moveTo>
                      <a:cubicBezTo>
                        <a:pt x="11624" y="13110"/>
                        <a:pt x="14090" y="9531"/>
                        <a:pt x="13401" y="5803"/>
                      </a:cubicBezTo>
                      <a:cubicBezTo>
                        <a:pt x="12746" y="2256"/>
                        <a:pt x="9456" y="-179"/>
                        <a:pt x="5871" y="229"/>
                      </a:cubicBezTo>
                      <a:cubicBezTo>
                        <a:pt x="2141" y="917"/>
                        <a:pt x="-324" y="4496"/>
                        <a:pt x="364" y="8224"/>
                      </a:cubicBezTo>
                      <a:cubicBezTo>
                        <a:pt x="1019" y="11771"/>
                        <a:pt x="4309" y="14206"/>
                        <a:pt x="7894" y="13798"/>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712" name="Google Shape;1712;p51"/>
                <p:cNvSpPr/>
                <p:nvPr/>
              </p:nvSpPr>
              <p:spPr>
                <a:xfrm>
                  <a:off x="10471935" y="5340398"/>
                  <a:ext cx="13267" cy="13658"/>
                </a:xfrm>
                <a:custGeom>
                  <a:avLst/>
                  <a:gdLst/>
                  <a:ahLst/>
                  <a:cxnLst/>
                  <a:rect l="l" t="t" r="r" b="b"/>
                  <a:pathLst>
                    <a:path w="13267" h="13658" extrusionOk="0">
                      <a:moveTo>
                        <a:pt x="7894" y="13798"/>
                      </a:moveTo>
                      <a:cubicBezTo>
                        <a:pt x="11624" y="13110"/>
                        <a:pt x="14090" y="9530"/>
                        <a:pt x="13401" y="5803"/>
                      </a:cubicBezTo>
                      <a:cubicBezTo>
                        <a:pt x="12746" y="2256"/>
                        <a:pt x="9456" y="-179"/>
                        <a:pt x="5871" y="229"/>
                      </a:cubicBezTo>
                      <a:cubicBezTo>
                        <a:pt x="2141" y="917"/>
                        <a:pt x="-324" y="4496"/>
                        <a:pt x="364" y="8224"/>
                      </a:cubicBezTo>
                      <a:cubicBezTo>
                        <a:pt x="1019" y="11770"/>
                        <a:pt x="4309" y="14206"/>
                        <a:pt x="7894" y="13798"/>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713" name="Google Shape;1713;p51"/>
              <p:cNvGrpSpPr/>
              <p:nvPr/>
            </p:nvGrpSpPr>
            <p:grpSpPr>
              <a:xfrm>
                <a:off x="2356564" y="3384328"/>
                <a:ext cx="1041174" cy="545192"/>
                <a:chOff x="10436262" y="5363968"/>
                <a:chExt cx="403072" cy="211061"/>
              </a:xfrm>
            </p:grpSpPr>
            <p:sp>
              <p:nvSpPr>
                <p:cNvPr id="1714" name="Google Shape;1714;p51"/>
                <p:cNvSpPr/>
                <p:nvPr/>
              </p:nvSpPr>
              <p:spPr>
                <a:xfrm rot="-508449">
                  <a:off x="10435348" y="5392192"/>
                  <a:ext cx="384245" cy="16073"/>
                </a:xfrm>
                <a:custGeom>
                  <a:avLst/>
                  <a:gdLst/>
                  <a:ahLst/>
                  <a:cxnLst/>
                  <a:rect l="l" t="t" r="r" b="b"/>
                  <a:pathLst>
                    <a:path w="383889" h="16058" extrusionOk="0">
                      <a:moveTo>
                        <a:pt x="249" y="184"/>
                      </a:moveTo>
                      <a:lnTo>
                        <a:pt x="384139" y="184"/>
                      </a:lnTo>
                      <a:lnTo>
                        <a:pt x="384139" y="16243"/>
                      </a:lnTo>
                      <a:lnTo>
                        <a:pt x="249" y="16243"/>
                      </a:ln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715" name="Google Shape;1715;p51"/>
                <p:cNvSpPr/>
                <p:nvPr/>
              </p:nvSpPr>
              <p:spPr>
                <a:xfrm rot="-508449">
                  <a:off x="10440512" y="5426826"/>
                  <a:ext cx="384245" cy="16073"/>
                </a:xfrm>
                <a:custGeom>
                  <a:avLst/>
                  <a:gdLst/>
                  <a:ahLst/>
                  <a:cxnLst/>
                  <a:rect l="l" t="t" r="r" b="b"/>
                  <a:pathLst>
                    <a:path w="383889" h="16058" extrusionOk="0">
                      <a:moveTo>
                        <a:pt x="249" y="184"/>
                      </a:moveTo>
                      <a:lnTo>
                        <a:pt x="384138" y="184"/>
                      </a:lnTo>
                      <a:lnTo>
                        <a:pt x="384138" y="16243"/>
                      </a:lnTo>
                      <a:lnTo>
                        <a:pt x="249" y="16243"/>
                      </a:ln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716" name="Google Shape;1716;p51"/>
                <p:cNvSpPr/>
                <p:nvPr/>
              </p:nvSpPr>
              <p:spPr>
                <a:xfrm rot="-508449">
                  <a:off x="10445674" y="5461462"/>
                  <a:ext cx="384246" cy="16073"/>
                </a:xfrm>
                <a:custGeom>
                  <a:avLst/>
                  <a:gdLst/>
                  <a:ahLst/>
                  <a:cxnLst/>
                  <a:rect l="l" t="t" r="r" b="b"/>
                  <a:pathLst>
                    <a:path w="383890" h="16058" extrusionOk="0">
                      <a:moveTo>
                        <a:pt x="250" y="184"/>
                      </a:moveTo>
                      <a:lnTo>
                        <a:pt x="384140" y="184"/>
                      </a:lnTo>
                      <a:lnTo>
                        <a:pt x="384140" y="16243"/>
                      </a:lnTo>
                      <a:lnTo>
                        <a:pt x="250" y="16243"/>
                      </a:ln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717" name="Google Shape;1717;p51"/>
                <p:cNvSpPr/>
                <p:nvPr/>
              </p:nvSpPr>
              <p:spPr>
                <a:xfrm rot="-508449">
                  <a:off x="10450838" y="5496097"/>
                  <a:ext cx="384246" cy="16073"/>
                </a:xfrm>
                <a:custGeom>
                  <a:avLst/>
                  <a:gdLst/>
                  <a:ahLst/>
                  <a:cxnLst/>
                  <a:rect l="l" t="t" r="r" b="b"/>
                  <a:pathLst>
                    <a:path w="383890" h="16058" extrusionOk="0">
                      <a:moveTo>
                        <a:pt x="249" y="184"/>
                      </a:moveTo>
                      <a:lnTo>
                        <a:pt x="384140" y="184"/>
                      </a:lnTo>
                      <a:lnTo>
                        <a:pt x="384140" y="16243"/>
                      </a:lnTo>
                      <a:lnTo>
                        <a:pt x="249" y="16243"/>
                      </a:ln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718" name="Google Shape;1718;p51"/>
                <p:cNvSpPr/>
                <p:nvPr/>
              </p:nvSpPr>
              <p:spPr>
                <a:xfrm rot="-508449">
                  <a:off x="10456000" y="5530732"/>
                  <a:ext cx="384246" cy="16073"/>
                </a:xfrm>
                <a:custGeom>
                  <a:avLst/>
                  <a:gdLst/>
                  <a:ahLst/>
                  <a:cxnLst/>
                  <a:rect l="l" t="t" r="r" b="b"/>
                  <a:pathLst>
                    <a:path w="383890" h="16058" extrusionOk="0">
                      <a:moveTo>
                        <a:pt x="249" y="184"/>
                      </a:moveTo>
                      <a:lnTo>
                        <a:pt x="384139" y="184"/>
                      </a:lnTo>
                      <a:lnTo>
                        <a:pt x="384139" y="16243"/>
                      </a:lnTo>
                      <a:lnTo>
                        <a:pt x="249" y="16243"/>
                      </a:ln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sp>
            <p:nvSpPr>
              <p:cNvPr id="1719" name="Google Shape;1719;p51"/>
              <p:cNvSpPr/>
              <p:nvPr/>
            </p:nvSpPr>
            <p:spPr>
              <a:xfrm rot="-507080">
                <a:off x="1993118" y="1379659"/>
                <a:ext cx="1191330" cy="771820"/>
              </a:xfrm>
              <a:custGeom>
                <a:avLst/>
                <a:gdLst/>
                <a:ahLst/>
                <a:cxnLst/>
                <a:rect l="l" t="t" r="r" b="b"/>
                <a:pathLst>
                  <a:path w="460760" h="298510" extrusionOk="0">
                    <a:moveTo>
                      <a:pt x="249" y="184"/>
                    </a:moveTo>
                    <a:lnTo>
                      <a:pt x="461010" y="184"/>
                    </a:lnTo>
                    <a:lnTo>
                      <a:pt x="461010" y="298695"/>
                    </a:lnTo>
                    <a:lnTo>
                      <a:pt x="249" y="298695"/>
                    </a:ln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720" name="Google Shape;1720;p51"/>
              <p:cNvSpPr/>
              <p:nvPr/>
            </p:nvSpPr>
            <p:spPr>
              <a:xfrm rot="-507080">
                <a:off x="1951351" y="1382745"/>
                <a:ext cx="1191330" cy="203720"/>
              </a:xfrm>
              <a:custGeom>
                <a:avLst/>
                <a:gdLst/>
                <a:ahLst/>
                <a:cxnLst/>
                <a:rect l="l" t="t" r="r" b="b"/>
                <a:pathLst>
                  <a:path w="460760" h="78791" extrusionOk="0">
                    <a:moveTo>
                      <a:pt x="249" y="184"/>
                    </a:moveTo>
                    <a:lnTo>
                      <a:pt x="461010" y="184"/>
                    </a:lnTo>
                    <a:lnTo>
                      <a:pt x="461010" y="78975"/>
                    </a:lnTo>
                    <a:lnTo>
                      <a:pt x="249" y="78975"/>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1721" name="Google Shape;1721;p51"/>
              <p:cNvGrpSpPr/>
              <p:nvPr/>
            </p:nvGrpSpPr>
            <p:grpSpPr>
              <a:xfrm>
                <a:off x="2025259" y="1517869"/>
                <a:ext cx="188566" cy="58262"/>
                <a:chOff x="10308003" y="4641403"/>
                <a:chExt cx="73000" cy="22555"/>
              </a:xfrm>
            </p:grpSpPr>
            <p:sp>
              <p:nvSpPr>
                <p:cNvPr id="1722" name="Google Shape;1722;p51"/>
                <p:cNvSpPr/>
                <p:nvPr/>
              </p:nvSpPr>
              <p:spPr>
                <a:xfrm>
                  <a:off x="10308003" y="4650300"/>
                  <a:ext cx="13266" cy="13658"/>
                </a:xfrm>
                <a:custGeom>
                  <a:avLst/>
                  <a:gdLst/>
                  <a:ahLst/>
                  <a:cxnLst/>
                  <a:rect l="l" t="t" r="r" b="b"/>
                  <a:pathLst>
                    <a:path w="13266" h="13658" extrusionOk="0">
                      <a:moveTo>
                        <a:pt x="7894" y="13798"/>
                      </a:moveTo>
                      <a:cubicBezTo>
                        <a:pt x="11624" y="13110"/>
                        <a:pt x="14089" y="9530"/>
                        <a:pt x="13401" y="5803"/>
                      </a:cubicBezTo>
                      <a:cubicBezTo>
                        <a:pt x="12746" y="2256"/>
                        <a:pt x="9456" y="-179"/>
                        <a:pt x="5871" y="229"/>
                      </a:cubicBezTo>
                      <a:cubicBezTo>
                        <a:pt x="2141" y="917"/>
                        <a:pt x="-324" y="4496"/>
                        <a:pt x="364" y="8224"/>
                      </a:cubicBezTo>
                      <a:cubicBezTo>
                        <a:pt x="1019" y="11770"/>
                        <a:pt x="4309" y="14206"/>
                        <a:pt x="7894" y="13798"/>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723" name="Google Shape;1723;p51"/>
                <p:cNvSpPr/>
                <p:nvPr/>
              </p:nvSpPr>
              <p:spPr>
                <a:xfrm>
                  <a:off x="10337871" y="4645852"/>
                  <a:ext cx="13265" cy="13658"/>
                </a:xfrm>
                <a:custGeom>
                  <a:avLst/>
                  <a:gdLst/>
                  <a:ahLst/>
                  <a:cxnLst/>
                  <a:rect l="l" t="t" r="r" b="b"/>
                  <a:pathLst>
                    <a:path w="13265" h="13658" extrusionOk="0">
                      <a:moveTo>
                        <a:pt x="7893" y="13798"/>
                      </a:moveTo>
                      <a:cubicBezTo>
                        <a:pt x="11623" y="13110"/>
                        <a:pt x="14087" y="9530"/>
                        <a:pt x="13399" y="5802"/>
                      </a:cubicBezTo>
                      <a:cubicBezTo>
                        <a:pt x="12744" y="2256"/>
                        <a:pt x="9455" y="-179"/>
                        <a:pt x="5871" y="229"/>
                      </a:cubicBezTo>
                      <a:cubicBezTo>
                        <a:pt x="2141" y="917"/>
                        <a:pt x="-324" y="4497"/>
                        <a:pt x="364" y="8224"/>
                      </a:cubicBezTo>
                      <a:cubicBezTo>
                        <a:pt x="1020" y="11771"/>
                        <a:pt x="4309" y="14206"/>
                        <a:pt x="7893" y="13798"/>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724" name="Google Shape;1724;p51"/>
                <p:cNvSpPr/>
                <p:nvPr/>
              </p:nvSpPr>
              <p:spPr>
                <a:xfrm>
                  <a:off x="10367736" y="4641403"/>
                  <a:ext cx="13267" cy="13658"/>
                </a:xfrm>
                <a:custGeom>
                  <a:avLst/>
                  <a:gdLst/>
                  <a:ahLst/>
                  <a:cxnLst/>
                  <a:rect l="l" t="t" r="r" b="b"/>
                  <a:pathLst>
                    <a:path w="13267" h="13658" extrusionOk="0">
                      <a:moveTo>
                        <a:pt x="7894" y="13798"/>
                      </a:moveTo>
                      <a:cubicBezTo>
                        <a:pt x="11624" y="13110"/>
                        <a:pt x="14090" y="9531"/>
                        <a:pt x="13401" y="5803"/>
                      </a:cubicBezTo>
                      <a:cubicBezTo>
                        <a:pt x="12746" y="2256"/>
                        <a:pt x="9456" y="-179"/>
                        <a:pt x="5871" y="229"/>
                      </a:cubicBezTo>
                      <a:cubicBezTo>
                        <a:pt x="2141" y="917"/>
                        <a:pt x="-324" y="4496"/>
                        <a:pt x="364" y="8224"/>
                      </a:cubicBezTo>
                      <a:cubicBezTo>
                        <a:pt x="1019" y="11771"/>
                        <a:pt x="4309" y="14206"/>
                        <a:pt x="7894" y="13798"/>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725" name="Google Shape;1725;p51"/>
              <p:cNvGrpSpPr/>
              <p:nvPr/>
            </p:nvGrpSpPr>
            <p:grpSpPr>
              <a:xfrm>
                <a:off x="2373337" y="1621208"/>
                <a:ext cx="449658" cy="422574"/>
                <a:chOff x="10442755" y="4681409"/>
                <a:chExt cx="174077" cy="163592"/>
              </a:xfrm>
            </p:grpSpPr>
            <p:sp>
              <p:nvSpPr>
                <p:cNvPr id="1726" name="Google Shape;1726;p51"/>
                <p:cNvSpPr/>
                <p:nvPr/>
              </p:nvSpPr>
              <p:spPr>
                <a:xfrm>
                  <a:off x="10530433" y="4764641"/>
                  <a:ext cx="75935" cy="79039"/>
                </a:xfrm>
                <a:custGeom>
                  <a:avLst/>
                  <a:gdLst/>
                  <a:ahLst/>
                  <a:cxnLst/>
                  <a:rect l="l" t="t" r="r" b="b"/>
                  <a:pathLst>
                    <a:path w="75935" h="79039" extrusionOk="0">
                      <a:moveTo>
                        <a:pt x="76184" y="184"/>
                      </a:moveTo>
                      <a:lnTo>
                        <a:pt x="30345" y="383"/>
                      </a:lnTo>
                      <a:cubicBezTo>
                        <a:pt x="29673" y="15020"/>
                        <a:pt x="20191" y="27789"/>
                        <a:pt x="6370" y="32672"/>
                      </a:cubicBezTo>
                      <a:cubicBezTo>
                        <a:pt x="4381" y="33377"/>
                        <a:pt x="2333" y="33902"/>
                        <a:pt x="249" y="34240"/>
                      </a:cubicBezTo>
                      <a:lnTo>
                        <a:pt x="8918" y="79224"/>
                      </a:lnTo>
                      <a:cubicBezTo>
                        <a:pt x="12014" y="78670"/>
                        <a:pt x="15075" y="77934"/>
                        <a:pt x="18085" y="77021"/>
                      </a:cubicBezTo>
                      <a:cubicBezTo>
                        <a:pt x="52084" y="66729"/>
                        <a:pt x="75556" y="35687"/>
                        <a:pt x="76184" y="184"/>
                      </a:cubicBezTo>
                      <a:close/>
                    </a:path>
                  </a:pathLst>
                </a:custGeom>
                <a:solidFill>
                  <a:schemeClr val="accen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727" name="Google Shape;1727;p51"/>
                <p:cNvSpPr/>
                <p:nvPr/>
              </p:nvSpPr>
              <p:spPr>
                <a:xfrm>
                  <a:off x="10454145" y="4681409"/>
                  <a:ext cx="133184" cy="64998"/>
                </a:xfrm>
                <a:custGeom>
                  <a:avLst/>
                  <a:gdLst/>
                  <a:ahLst/>
                  <a:cxnLst/>
                  <a:rect l="l" t="t" r="r" b="b"/>
                  <a:pathLst>
                    <a:path w="133184" h="64998" extrusionOk="0">
                      <a:moveTo>
                        <a:pt x="71455" y="188"/>
                      </a:moveTo>
                      <a:cubicBezTo>
                        <a:pt x="44034" y="-90"/>
                        <a:pt x="18301" y="13397"/>
                        <a:pt x="2937" y="36099"/>
                      </a:cubicBezTo>
                      <a:cubicBezTo>
                        <a:pt x="1998" y="37483"/>
                        <a:pt x="1095" y="38895"/>
                        <a:pt x="249" y="40336"/>
                      </a:cubicBezTo>
                      <a:lnTo>
                        <a:pt x="38837" y="65183"/>
                      </a:lnTo>
                      <a:cubicBezTo>
                        <a:pt x="39577" y="63766"/>
                        <a:pt x="40414" y="62403"/>
                        <a:pt x="41345" y="61103"/>
                      </a:cubicBezTo>
                      <a:cubicBezTo>
                        <a:pt x="52867" y="44913"/>
                        <a:pt x="75339" y="41124"/>
                        <a:pt x="91536" y="52642"/>
                      </a:cubicBezTo>
                      <a:cubicBezTo>
                        <a:pt x="94109" y="54472"/>
                        <a:pt x="96431" y="56632"/>
                        <a:pt x="98441" y="59068"/>
                      </a:cubicBezTo>
                      <a:lnTo>
                        <a:pt x="133434" y="29501"/>
                      </a:lnTo>
                      <a:cubicBezTo>
                        <a:pt x="118082" y="11109"/>
                        <a:pt x="95418" y="390"/>
                        <a:pt x="71455" y="188"/>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728" name="Google Shape;1728;p51"/>
                <p:cNvSpPr/>
                <p:nvPr/>
              </p:nvSpPr>
              <p:spPr>
                <a:xfrm>
                  <a:off x="10442755" y="4717324"/>
                  <a:ext cx="105512" cy="127677"/>
                </a:xfrm>
                <a:custGeom>
                  <a:avLst/>
                  <a:gdLst/>
                  <a:ahLst/>
                  <a:cxnLst/>
                  <a:rect l="l" t="t" r="r" b="b"/>
                  <a:pathLst>
                    <a:path w="105512" h="127677" extrusionOk="0">
                      <a:moveTo>
                        <a:pt x="46068" y="45706"/>
                      </a:moveTo>
                      <a:cubicBezTo>
                        <a:pt x="45889" y="65588"/>
                        <a:pt x="61869" y="81852"/>
                        <a:pt x="81760" y="82031"/>
                      </a:cubicBezTo>
                      <a:cubicBezTo>
                        <a:pt x="85943" y="82069"/>
                        <a:pt x="90101" y="81378"/>
                        <a:pt x="94047" y="79989"/>
                      </a:cubicBezTo>
                      <a:lnTo>
                        <a:pt x="105762" y="124338"/>
                      </a:lnTo>
                      <a:cubicBezTo>
                        <a:pt x="62505" y="137414"/>
                        <a:pt x="16834" y="112963"/>
                        <a:pt x="3753" y="69726"/>
                      </a:cubicBezTo>
                      <a:cubicBezTo>
                        <a:pt x="-3384" y="46137"/>
                        <a:pt x="501" y="20589"/>
                        <a:pt x="14326" y="184"/>
                      </a:cubicBezTo>
                      <a:lnTo>
                        <a:pt x="52734" y="25188"/>
                      </a:lnTo>
                      <a:cubicBezTo>
                        <a:pt x="48454" y="31180"/>
                        <a:pt x="46127" y="38344"/>
                        <a:pt x="46068" y="45706"/>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729" name="Google Shape;1729;p51"/>
                <p:cNvSpPr/>
                <p:nvPr/>
              </p:nvSpPr>
              <p:spPr>
                <a:xfrm>
                  <a:off x="10562112" y="4707537"/>
                  <a:ext cx="54720" cy="53074"/>
                </a:xfrm>
                <a:custGeom>
                  <a:avLst/>
                  <a:gdLst/>
                  <a:ahLst/>
                  <a:cxnLst/>
                  <a:rect l="l" t="t" r="r" b="b"/>
                  <a:pathLst>
                    <a:path w="54720" h="53074" extrusionOk="0">
                      <a:moveTo>
                        <a:pt x="54969" y="53258"/>
                      </a:moveTo>
                      <a:lnTo>
                        <a:pt x="9141" y="53115"/>
                      </a:lnTo>
                      <a:cubicBezTo>
                        <a:pt x="9055" y="44717"/>
                        <a:pt x="6017" y="36617"/>
                        <a:pt x="558" y="30232"/>
                      </a:cubicBezTo>
                      <a:cubicBezTo>
                        <a:pt x="456" y="30111"/>
                        <a:pt x="353" y="29990"/>
                        <a:pt x="249" y="29882"/>
                      </a:cubicBezTo>
                      <a:lnTo>
                        <a:pt x="35126" y="184"/>
                      </a:lnTo>
                      <a:cubicBezTo>
                        <a:pt x="35237" y="299"/>
                        <a:pt x="35334" y="413"/>
                        <a:pt x="35436" y="534"/>
                      </a:cubicBezTo>
                      <a:cubicBezTo>
                        <a:pt x="47998" y="15236"/>
                        <a:pt x="54921" y="33924"/>
                        <a:pt x="54969" y="53258"/>
                      </a:cubicBez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3"/>
        <p:cNvGrpSpPr/>
        <p:nvPr/>
      </p:nvGrpSpPr>
      <p:grpSpPr>
        <a:xfrm>
          <a:off x="0" y="0"/>
          <a:ext cx="0" cy="0"/>
          <a:chOff x="0" y="0"/>
          <a:chExt cx="0" cy="0"/>
        </a:xfrm>
      </p:grpSpPr>
      <p:grpSp>
        <p:nvGrpSpPr>
          <p:cNvPr id="1224" name="Google Shape;1224;p46"/>
          <p:cNvGrpSpPr/>
          <p:nvPr/>
        </p:nvGrpSpPr>
        <p:grpSpPr>
          <a:xfrm>
            <a:off x="-49011" y="11344"/>
            <a:ext cx="9183372" cy="5842884"/>
            <a:chOff x="-997369" y="-975022"/>
            <a:chExt cx="10361335" cy="7083339"/>
          </a:xfrm>
        </p:grpSpPr>
        <p:sp>
          <p:nvSpPr>
            <p:cNvPr id="1225" name="Google Shape;1225;p46"/>
            <p:cNvSpPr/>
            <p:nvPr/>
          </p:nvSpPr>
          <p:spPr>
            <a:xfrm rot="20743769">
              <a:off x="-997369" y="1704324"/>
              <a:ext cx="5621524" cy="4403993"/>
            </a:xfrm>
            <a:custGeom>
              <a:avLst/>
              <a:gdLst>
                <a:gd name="connsiteX0" fmla="*/ 886524 w 3755963"/>
                <a:gd name="connsiteY0" fmla="*/ 78122 h 2352161"/>
                <a:gd name="connsiteX1" fmla="*/ 1349233 w 3755963"/>
                <a:gd name="connsiteY1" fmla="*/ 762465 h 2352161"/>
                <a:gd name="connsiteX2" fmla="*/ 3467246 w 3755963"/>
                <a:gd name="connsiteY2" fmla="*/ 1812215 h 2352161"/>
                <a:gd name="connsiteX3" fmla="*/ 3755963 w 3755963"/>
                <a:gd name="connsiteY3" fmla="*/ 2075679 h 2352161"/>
                <a:gd name="connsiteX4" fmla="*/ 3463504 w 3755963"/>
                <a:gd name="connsiteY4" fmla="*/ 2034003 h 2352161"/>
                <a:gd name="connsiteX5" fmla="*/ 2936530 w 3755963"/>
                <a:gd name="connsiteY5" fmla="*/ 2040708 h 2352161"/>
                <a:gd name="connsiteX6" fmla="*/ 1938172 w 3755963"/>
                <a:gd name="connsiteY6" fmla="*/ 2345432 h 2352161"/>
                <a:gd name="connsiteX7" fmla="*/ 280798 w 3755963"/>
                <a:gd name="connsiteY7" fmla="*/ 2035058 h 2352161"/>
                <a:gd name="connsiteX8" fmla="*/ 109795 w 3755963"/>
                <a:gd name="connsiteY8" fmla="*/ 1922117 h 2352161"/>
                <a:gd name="connsiteX9" fmla="*/ 387 w 3755963"/>
                <a:gd name="connsiteY9" fmla="*/ 1571901 h 2352161"/>
                <a:gd name="connsiteX10" fmla="*/ 323632 w 3755963"/>
                <a:gd name="connsiteY10" fmla="*/ 338114 h 2352161"/>
                <a:gd name="connsiteX11" fmla="*/ 482729 w 3755963"/>
                <a:gd name="connsiteY11" fmla="*/ 73540 h 2352161"/>
                <a:gd name="connsiteX12" fmla="*/ 768569 w 3755963"/>
                <a:gd name="connsiteY12" fmla="*/ 29604 h 2352161"/>
                <a:gd name="connsiteX13" fmla="*/ 886524 w 3755963"/>
                <a:gd name="connsiteY13" fmla="*/ 78122 h 2352161"/>
                <a:gd name="connsiteX0" fmla="*/ 886524 w 3755963"/>
                <a:gd name="connsiteY0" fmla="*/ 78122 h 2346543"/>
                <a:gd name="connsiteX1" fmla="*/ 1349233 w 3755963"/>
                <a:gd name="connsiteY1" fmla="*/ 762465 h 2346543"/>
                <a:gd name="connsiteX2" fmla="*/ 3467246 w 3755963"/>
                <a:gd name="connsiteY2" fmla="*/ 1812215 h 2346543"/>
                <a:gd name="connsiteX3" fmla="*/ 3755963 w 3755963"/>
                <a:gd name="connsiteY3" fmla="*/ 2075679 h 2346543"/>
                <a:gd name="connsiteX4" fmla="*/ 3463504 w 3755963"/>
                <a:gd name="connsiteY4" fmla="*/ 2034003 h 2346543"/>
                <a:gd name="connsiteX5" fmla="*/ 2936530 w 3755963"/>
                <a:gd name="connsiteY5" fmla="*/ 2040708 h 2346543"/>
                <a:gd name="connsiteX6" fmla="*/ 1938172 w 3755963"/>
                <a:gd name="connsiteY6" fmla="*/ 2345432 h 2346543"/>
                <a:gd name="connsiteX7" fmla="*/ 280798 w 3755963"/>
                <a:gd name="connsiteY7" fmla="*/ 2035058 h 2346543"/>
                <a:gd name="connsiteX8" fmla="*/ 109795 w 3755963"/>
                <a:gd name="connsiteY8" fmla="*/ 1922117 h 2346543"/>
                <a:gd name="connsiteX9" fmla="*/ 387 w 3755963"/>
                <a:gd name="connsiteY9" fmla="*/ 1571901 h 2346543"/>
                <a:gd name="connsiteX10" fmla="*/ 323632 w 3755963"/>
                <a:gd name="connsiteY10" fmla="*/ 338114 h 2346543"/>
                <a:gd name="connsiteX11" fmla="*/ 482729 w 3755963"/>
                <a:gd name="connsiteY11" fmla="*/ 73540 h 2346543"/>
                <a:gd name="connsiteX12" fmla="*/ 768569 w 3755963"/>
                <a:gd name="connsiteY12" fmla="*/ 29604 h 2346543"/>
                <a:gd name="connsiteX13" fmla="*/ 886524 w 3755963"/>
                <a:gd name="connsiteY13" fmla="*/ 78122 h 2346543"/>
                <a:gd name="connsiteX0" fmla="*/ 886524 w 3755963"/>
                <a:gd name="connsiteY0" fmla="*/ 78122 h 2652724"/>
                <a:gd name="connsiteX1" fmla="*/ 1349233 w 3755963"/>
                <a:gd name="connsiteY1" fmla="*/ 762465 h 2652724"/>
                <a:gd name="connsiteX2" fmla="*/ 3467246 w 3755963"/>
                <a:gd name="connsiteY2" fmla="*/ 1812215 h 2652724"/>
                <a:gd name="connsiteX3" fmla="*/ 3755963 w 3755963"/>
                <a:gd name="connsiteY3" fmla="*/ 2075679 h 2652724"/>
                <a:gd name="connsiteX4" fmla="*/ 3463504 w 3755963"/>
                <a:gd name="connsiteY4" fmla="*/ 2034003 h 2652724"/>
                <a:gd name="connsiteX5" fmla="*/ 2868998 w 3755963"/>
                <a:gd name="connsiteY5" fmla="*/ 2645724 h 2652724"/>
                <a:gd name="connsiteX6" fmla="*/ 1938172 w 3755963"/>
                <a:gd name="connsiteY6" fmla="*/ 2345432 h 2652724"/>
                <a:gd name="connsiteX7" fmla="*/ 280798 w 3755963"/>
                <a:gd name="connsiteY7" fmla="*/ 2035058 h 2652724"/>
                <a:gd name="connsiteX8" fmla="*/ 109795 w 3755963"/>
                <a:gd name="connsiteY8" fmla="*/ 1922117 h 2652724"/>
                <a:gd name="connsiteX9" fmla="*/ 387 w 3755963"/>
                <a:gd name="connsiteY9" fmla="*/ 1571901 h 2652724"/>
                <a:gd name="connsiteX10" fmla="*/ 323632 w 3755963"/>
                <a:gd name="connsiteY10" fmla="*/ 338114 h 2652724"/>
                <a:gd name="connsiteX11" fmla="*/ 482729 w 3755963"/>
                <a:gd name="connsiteY11" fmla="*/ 73540 h 2652724"/>
                <a:gd name="connsiteX12" fmla="*/ 768569 w 3755963"/>
                <a:gd name="connsiteY12" fmla="*/ 29604 h 2652724"/>
                <a:gd name="connsiteX13" fmla="*/ 886524 w 3755963"/>
                <a:gd name="connsiteY13" fmla="*/ 78122 h 2652724"/>
                <a:gd name="connsiteX0" fmla="*/ 886524 w 3755963"/>
                <a:gd name="connsiteY0" fmla="*/ 78122 h 2662011"/>
                <a:gd name="connsiteX1" fmla="*/ 1349233 w 3755963"/>
                <a:gd name="connsiteY1" fmla="*/ 762465 h 2662011"/>
                <a:gd name="connsiteX2" fmla="*/ 3467246 w 3755963"/>
                <a:gd name="connsiteY2" fmla="*/ 1812215 h 2662011"/>
                <a:gd name="connsiteX3" fmla="*/ 3755963 w 3755963"/>
                <a:gd name="connsiteY3" fmla="*/ 2075679 h 2662011"/>
                <a:gd name="connsiteX4" fmla="*/ 3463504 w 3755963"/>
                <a:gd name="connsiteY4" fmla="*/ 2034003 h 2662011"/>
                <a:gd name="connsiteX5" fmla="*/ 2868998 w 3755963"/>
                <a:gd name="connsiteY5" fmla="*/ 2645724 h 2662011"/>
                <a:gd name="connsiteX6" fmla="*/ 1914063 w 3755963"/>
                <a:gd name="connsiteY6" fmla="*/ 2447273 h 2662011"/>
                <a:gd name="connsiteX7" fmla="*/ 280798 w 3755963"/>
                <a:gd name="connsiteY7" fmla="*/ 2035058 h 2662011"/>
                <a:gd name="connsiteX8" fmla="*/ 109795 w 3755963"/>
                <a:gd name="connsiteY8" fmla="*/ 1922117 h 2662011"/>
                <a:gd name="connsiteX9" fmla="*/ 387 w 3755963"/>
                <a:gd name="connsiteY9" fmla="*/ 1571901 h 2662011"/>
                <a:gd name="connsiteX10" fmla="*/ 323632 w 3755963"/>
                <a:gd name="connsiteY10" fmla="*/ 338114 h 2662011"/>
                <a:gd name="connsiteX11" fmla="*/ 482729 w 3755963"/>
                <a:gd name="connsiteY11" fmla="*/ 73540 h 2662011"/>
                <a:gd name="connsiteX12" fmla="*/ 768569 w 3755963"/>
                <a:gd name="connsiteY12" fmla="*/ 29604 h 2662011"/>
                <a:gd name="connsiteX13" fmla="*/ 886524 w 3755963"/>
                <a:gd name="connsiteY13" fmla="*/ 78122 h 2662011"/>
                <a:gd name="connsiteX0" fmla="*/ 886524 w 3755963"/>
                <a:gd name="connsiteY0" fmla="*/ 78122 h 2645904"/>
                <a:gd name="connsiteX1" fmla="*/ 1349233 w 3755963"/>
                <a:gd name="connsiteY1" fmla="*/ 762465 h 2645904"/>
                <a:gd name="connsiteX2" fmla="*/ 3467246 w 3755963"/>
                <a:gd name="connsiteY2" fmla="*/ 1812215 h 2645904"/>
                <a:gd name="connsiteX3" fmla="*/ 3755963 w 3755963"/>
                <a:gd name="connsiteY3" fmla="*/ 2075679 h 2645904"/>
                <a:gd name="connsiteX4" fmla="*/ 3608322 w 3755963"/>
                <a:gd name="connsiteY4" fmla="*/ 2416943 h 2645904"/>
                <a:gd name="connsiteX5" fmla="*/ 2868998 w 3755963"/>
                <a:gd name="connsiteY5" fmla="*/ 2645724 h 2645904"/>
                <a:gd name="connsiteX6" fmla="*/ 1914063 w 3755963"/>
                <a:gd name="connsiteY6" fmla="*/ 2447273 h 2645904"/>
                <a:gd name="connsiteX7" fmla="*/ 280798 w 3755963"/>
                <a:gd name="connsiteY7" fmla="*/ 2035058 h 2645904"/>
                <a:gd name="connsiteX8" fmla="*/ 109795 w 3755963"/>
                <a:gd name="connsiteY8" fmla="*/ 1922117 h 2645904"/>
                <a:gd name="connsiteX9" fmla="*/ 387 w 3755963"/>
                <a:gd name="connsiteY9" fmla="*/ 1571901 h 2645904"/>
                <a:gd name="connsiteX10" fmla="*/ 323632 w 3755963"/>
                <a:gd name="connsiteY10" fmla="*/ 338114 h 2645904"/>
                <a:gd name="connsiteX11" fmla="*/ 482729 w 3755963"/>
                <a:gd name="connsiteY11" fmla="*/ 73540 h 2645904"/>
                <a:gd name="connsiteX12" fmla="*/ 768569 w 3755963"/>
                <a:gd name="connsiteY12" fmla="*/ 29604 h 2645904"/>
                <a:gd name="connsiteX13" fmla="*/ 886524 w 3755963"/>
                <a:gd name="connsiteY13" fmla="*/ 78122 h 2645904"/>
                <a:gd name="connsiteX0" fmla="*/ 886524 w 3759021"/>
                <a:gd name="connsiteY0" fmla="*/ 78122 h 2645904"/>
                <a:gd name="connsiteX1" fmla="*/ 1349233 w 3759021"/>
                <a:gd name="connsiteY1" fmla="*/ 762465 h 2645904"/>
                <a:gd name="connsiteX2" fmla="*/ 3467246 w 3759021"/>
                <a:gd name="connsiteY2" fmla="*/ 1812215 h 2645904"/>
                <a:gd name="connsiteX3" fmla="*/ 3755963 w 3759021"/>
                <a:gd name="connsiteY3" fmla="*/ 2075679 h 2645904"/>
                <a:gd name="connsiteX4" fmla="*/ 3608322 w 3759021"/>
                <a:gd name="connsiteY4" fmla="*/ 2416943 h 2645904"/>
                <a:gd name="connsiteX5" fmla="*/ 2868998 w 3759021"/>
                <a:gd name="connsiteY5" fmla="*/ 2645724 h 2645904"/>
                <a:gd name="connsiteX6" fmla="*/ 1914063 w 3759021"/>
                <a:gd name="connsiteY6" fmla="*/ 2447273 h 2645904"/>
                <a:gd name="connsiteX7" fmla="*/ 280798 w 3759021"/>
                <a:gd name="connsiteY7" fmla="*/ 2035058 h 2645904"/>
                <a:gd name="connsiteX8" fmla="*/ 109795 w 3759021"/>
                <a:gd name="connsiteY8" fmla="*/ 1922117 h 2645904"/>
                <a:gd name="connsiteX9" fmla="*/ 387 w 3759021"/>
                <a:gd name="connsiteY9" fmla="*/ 1571901 h 2645904"/>
                <a:gd name="connsiteX10" fmla="*/ 323632 w 3759021"/>
                <a:gd name="connsiteY10" fmla="*/ 338114 h 2645904"/>
                <a:gd name="connsiteX11" fmla="*/ 482729 w 3759021"/>
                <a:gd name="connsiteY11" fmla="*/ 73540 h 2645904"/>
                <a:gd name="connsiteX12" fmla="*/ 768569 w 3759021"/>
                <a:gd name="connsiteY12" fmla="*/ 29604 h 2645904"/>
                <a:gd name="connsiteX13" fmla="*/ 886524 w 3759021"/>
                <a:gd name="connsiteY13" fmla="*/ 78122 h 2645904"/>
                <a:gd name="connsiteX0" fmla="*/ 886524 w 4212653"/>
                <a:gd name="connsiteY0" fmla="*/ 78122 h 3095081"/>
                <a:gd name="connsiteX1" fmla="*/ 1349233 w 4212653"/>
                <a:gd name="connsiteY1" fmla="*/ 762465 h 3095081"/>
                <a:gd name="connsiteX2" fmla="*/ 3467246 w 4212653"/>
                <a:gd name="connsiteY2" fmla="*/ 1812215 h 3095081"/>
                <a:gd name="connsiteX3" fmla="*/ 4212653 w 4212653"/>
                <a:gd name="connsiteY3" fmla="*/ 3095037 h 3095081"/>
                <a:gd name="connsiteX4" fmla="*/ 3608322 w 4212653"/>
                <a:gd name="connsiteY4" fmla="*/ 2416943 h 3095081"/>
                <a:gd name="connsiteX5" fmla="*/ 2868998 w 4212653"/>
                <a:gd name="connsiteY5" fmla="*/ 2645724 h 3095081"/>
                <a:gd name="connsiteX6" fmla="*/ 1914063 w 4212653"/>
                <a:gd name="connsiteY6" fmla="*/ 2447273 h 3095081"/>
                <a:gd name="connsiteX7" fmla="*/ 280798 w 4212653"/>
                <a:gd name="connsiteY7" fmla="*/ 2035058 h 3095081"/>
                <a:gd name="connsiteX8" fmla="*/ 109795 w 4212653"/>
                <a:gd name="connsiteY8" fmla="*/ 1922117 h 3095081"/>
                <a:gd name="connsiteX9" fmla="*/ 387 w 4212653"/>
                <a:gd name="connsiteY9" fmla="*/ 1571901 h 3095081"/>
                <a:gd name="connsiteX10" fmla="*/ 323632 w 4212653"/>
                <a:gd name="connsiteY10" fmla="*/ 338114 h 3095081"/>
                <a:gd name="connsiteX11" fmla="*/ 482729 w 4212653"/>
                <a:gd name="connsiteY11" fmla="*/ 73540 h 3095081"/>
                <a:gd name="connsiteX12" fmla="*/ 768569 w 4212653"/>
                <a:gd name="connsiteY12" fmla="*/ 29604 h 3095081"/>
                <a:gd name="connsiteX13" fmla="*/ 886524 w 4212653"/>
                <a:gd name="connsiteY13" fmla="*/ 78122 h 3095081"/>
                <a:gd name="connsiteX0" fmla="*/ 886524 w 4212653"/>
                <a:gd name="connsiteY0" fmla="*/ 78122 h 3095138"/>
                <a:gd name="connsiteX1" fmla="*/ 1349233 w 4212653"/>
                <a:gd name="connsiteY1" fmla="*/ 762465 h 3095138"/>
                <a:gd name="connsiteX2" fmla="*/ 3467246 w 4212653"/>
                <a:gd name="connsiteY2" fmla="*/ 1812215 h 3095138"/>
                <a:gd name="connsiteX3" fmla="*/ 4212653 w 4212653"/>
                <a:gd name="connsiteY3" fmla="*/ 3095037 h 3095138"/>
                <a:gd name="connsiteX4" fmla="*/ 3535861 w 4212653"/>
                <a:gd name="connsiteY4" fmla="*/ 2758573 h 3095138"/>
                <a:gd name="connsiteX5" fmla="*/ 2868998 w 4212653"/>
                <a:gd name="connsiteY5" fmla="*/ 2645724 h 3095138"/>
                <a:gd name="connsiteX6" fmla="*/ 1914063 w 4212653"/>
                <a:gd name="connsiteY6" fmla="*/ 2447273 h 3095138"/>
                <a:gd name="connsiteX7" fmla="*/ 280798 w 4212653"/>
                <a:gd name="connsiteY7" fmla="*/ 2035058 h 3095138"/>
                <a:gd name="connsiteX8" fmla="*/ 109795 w 4212653"/>
                <a:gd name="connsiteY8" fmla="*/ 1922117 h 3095138"/>
                <a:gd name="connsiteX9" fmla="*/ 387 w 4212653"/>
                <a:gd name="connsiteY9" fmla="*/ 1571901 h 3095138"/>
                <a:gd name="connsiteX10" fmla="*/ 323632 w 4212653"/>
                <a:gd name="connsiteY10" fmla="*/ 338114 h 3095138"/>
                <a:gd name="connsiteX11" fmla="*/ 482729 w 4212653"/>
                <a:gd name="connsiteY11" fmla="*/ 73540 h 3095138"/>
                <a:gd name="connsiteX12" fmla="*/ 768569 w 4212653"/>
                <a:gd name="connsiteY12" fmla="*/ 29604 h 3095138"/>
                <a:gd name="connsiteX13" fmla="*/ 886524 w 4212653"/>
                <a:gd name="connsiteY13" fmla="*/ 78122 h 3095138"/>
                <a:gd name="connsiteX0" fmla="*/ 886524 w 4212653"/>
                <a:gd name="connsiteY0" fmla="*/ 293571 h 3310587"/>
                <a:gd name="connsiteX1" fmla="*/ 1349233 w 4212653"/>
                <a:gd name="connsiteY1" fmla="*/ 977914 h 3310587"/>
                <a:gd name="connsiteX2" fmla="*/ 3467246 w 4212653"/>
                <a:gd name="connsiteY2" fmla="*/ 2027664 h 3310587"/>
                <a:gd name="connsiteX3" fmla="*/ 4212653 w 4212653"/>
                <a:gd name="connsiteY3" fmla="*/ 3310486 h 3310587"/>
                <a:gd name="connsiteX4" fmla="*/ 3535861 w 4212653"/>
                <a:gd name="connsiteY4" fmla="*/ 2974022 h 3310587"/>
                <a:gd name="connsiteX5" fmla="*/ 2868998 w 4212653"/>
                <a:gd name="connsiteY5" fmla="*/ 2861173 h 3310587"/>
                <a:gd name="connsiteX6" fmla="*/ 1914063 w 4212653"/>
                <a:gd name="connsiteY6" fmla="*/ 2662722 h 3310587"/>
                <a:gd name="connsiteX7" fmla="*/ 280798 w 4212653"/>
                <a:gd name="connsiteY7" fmla="*/ 2250507 h 3310587"/>
                <a:gd name="connsiteX8" fmla="*/ 109795 w 4212653"/>
                <a:gd name="connsiteY8" fmla="*/ 2137566 h 3310587"/>
                <a:gd name="connsiteX9" fmla="*/ 387 w 4212653"/>
                <a:gd name="connsiteY9" fmla="*/ 1787350 h 3310587"/>
                <a:gd name="connsiteX10" fmla="*/ 323632 w 4212653"/>
                <a:gd name="connsiteY10" fmla="*/ 553563 h 3310587"/>
                <a:gd name="connsiteX11" fmla="*/ 363204 w 4212653"/>
                <a:gd name="connsiteY11" fmla="*/ 12357 h 3310587"/>
                <a:gd name="connsiteX12" fmla="*/ 768569 w 4212653"/>
                <a:gd name="connsiteY12" fmla="*/ 245053 h 3310587"/>
                <a:gd name="connsiteX13" fmla="*/ 886524 w 4212653"/>
                <a:gd name="connsiteY13" fmla="*/ 293571 h 3310587"/>
                <a:gd name="connsiteX0" fmla="*/ 892652 w 4218781"/>
                <a:gd name="connsiteY0" fmla="*/ 288043 h 3305059"/>
                <a:gd name="connsiteX1" fmla="*/ 1355361 w 4218781"/>
                <a:gd name="connsiteY1" fmla="*/ 972386 h 3305059"/>
                <a:gd name="connsiteX2" fmla="*/ 3473374 w 4218781"/>
                <a:gd name="connsiteY2" fmla="*/ 2022136 h 3305059"/>
                <a:gd name="connsiteX3" fmla="*/ 4218781 w 4218781"/>
                <a:gd name="connsiteY3" fmla="*/ 3304958 h 3305059"/>
                <a:gd name="connsiteX4" fmla="*/ 3541989 w 4218781"/>
                <a:gd name="connsiteY4" fmla="*/ 2968494 h 3305059"/>
                <a:gd name="connsiteX5" fmla="*/ 2875126 w 4218781"/>
                <a:gd name="connsiteY5" fmla="*/ 2855645 h 3305059"/>
                <a:gd name="connsiteX6" fmla="*/ 1920191 w 4218781"/>
                <a:gd name="connsiteY6" fmla="*/ 2657194 h 3305059"/>
                <a:gd name="connsiteX7" fmla="*/ 286926 w 4218781"/>
                <a:gd name="connsiteY7" fmla="*/ 2244979 h 3305059"/>
                <a:gd name="connsiteX8" fmla="*/ 115923 w 4218781"/>
                <a:gd name="connsiteY8" fmla="*/ 2132038 h 3305059"/>
                <a:gd name="connsiteX9" fmla="*/ 6515 w 4218781"/>
                <a:gd name="connsiteY9" fmla="*/ 1781822 h 3305059"/>
                <a:gd name="connsiteX10" fmla="*/ 266572 w 4218781"/>
                <a:gd name="connsiteY10" fmla="*/ 530766 h 3305059"/>
                <a:gd name="connsiteX11" fmla="*/ 369332 w 4218781"/>
                <a:gd name="connsiteY11" fmla="*/ 6829 h 3305059"/>
                <a:gd name="connsiteX12" fmla="*/ 774697 w 4218781"/>
                <a:gd name="connsiteY12" fmla="*/ 239525 h 3305059"/>
                <a:gd name="connsiteX13" fmla="*/ 892652 w 4218781"/>
                <a:gd name="connsiteY13" fmla="*/ 288043 h 330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18781" h="3305059" extrusionOk="0">
                  <a:moveTo>
                    <a:pt x="892652" y="288043"/>
                  </a:moveTo>
                  <a:cubicBezTo>
                    <a:pt x="991363" y="549138"/>
                    <a:pt x="1149827" y="783505"/>
                    <a:pt x="1355361" y="972386"/>
                  </a:cubicBezTo>
                  <a:cubicBezTo>
                    <a:pt x="1939028" y="1507618"/>
                    <a:pt x="2996137" y="1633374"/>
                    <a:pt x="3473374" y="2022136"/>
                  </a:cubicBezTo>
                  <a:cubicBezTo>
                    <a:pt x="3950611" y="2410898"/>
                    <a:pt x="4148984" y="3193624"/>
                    <a:pt x="4218781" y="3304958"/>
                  </a:cubicBezTo>
                  <a:cubicBezTo>
                    <a:pt x="4120203" y="3311017"/>
                    <a:pt x="3765931" y="3043379"/>
                    <a:pt x="3541989" y="2968494"/>
                  </a:cubicBezTo>
                  <a:cubicBezTo>
                    <a:pt x="3318047" y="2893609"/>
                    <a:pt x="3145426" y="2907528"/>
                    <a:pt x="2875126" y="2855645"/>
                  </a:cubicBezTo>
                  <a:cubicBezTo>
                    <a:pt x="2604826" y="2803762"/>
                    <a:pt x="2351558" y="2758972"/>
                    <a:pt x="1920191" y="2657194"/>
                  </a:cubicBezTo>
                  <a:cubicBezTo>
                    <a:pt x="1488824" y="2555416"/>
                    <a:pt x="587637" y="2332505"/>
                    <a:pt x="286926" y="2244979"/>
                  </a:cubicBezTo>
                  <a:cubicBezTo>
                    <a:pt x="-13785" y="2157453"/>
                    <a:pt x="162511" y="2182632"/>
                    <a:pt x="115923" y="2132038"/>
                  </a:cubicBezTo>
                  <a:cubicBezTo>
                    <a:pt x="31193" y="2040024"/>
                    <a:pt x="-18593" y="2048701"/>
                    <a:pt x="6515" y="1781822"/>
                  </a:cubicBezTo>
                  <a:cubicBezTo>
                    <a:pt x="31623" y="1514943"/>
                    <a:pt x="101640" y="926202"/>
                    <a:pt x="266572" y="530766"/>
                  </a:cubicBezTo>
                  <a:cubicBezTo>
                    <a:pt x="306528" y="434969"/>
                    <a:pt x="284645" y="55369"/>
                    <a:pt x="369332" y="6829"/>
                  </a:cubicBezTo>
                  <a:cubicBezTo>
                    <a:pt x="454019" y="-41711"/>
                    <a:pt x="687988" y="182462"/>
                    <a:pt x="774697" y="239525"/>
                  </a:cubicBezTo>
                  <a:lnTo>
                    <a:pt x="892652" y="288043"/>
                  </a:lnTo>
                  <a:close/>
                </a:path>
              </a:pathLst>
            </a:custGeom>
            <a:solidFill>
              <a:schemeClr val="dk2"/>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sp>
          <p:nvSpPr>
            <p:cNvPr id="1226" name="Google Shape;1226;p46"/>
            <p:cNvSpPr/>
            <p:nvPr/>
          </p:nvSpPr>
          <p:spPr>
            <a:xfrm>
              <a:off x="2430587" y="-975022"/>
              <a:ext cx="6933379" cy="3174988"/>
            </a:xfrm>
            <a:custGeom>
              <a:avLst/>
              <a:gdLst/>
              <a:ahLst/>
              <a:cxnLst/>
              <a:rect l="l" t="t" r="r" b="b"/>
              <a:pathLst>
                <a:path w="5203287" h="2382730" extrusionOk="0">
                  <a:moveTo>
                    <a:pt x="762" y="266035"/>
                  </a:moveTo>
                  <a:cubicBezTo>
                    <a:pt x="393491" y="611648"/>
                    <a:pt x="868213" y="924551"/>
                    <a:pt x="1391131" y="908337"/>
                  </a:cubicBezTo>
                  <a:cubicBezTo>
                    <a:pt x="1496841" y="905059"/>
                    <a:pt x="1601593" y="888220"/>
                    <a:pt x="1706191" y="872586"/>
                  </a:cubicBezTo>
                  <a:cubicBezTo>
                    <a:pt x="2123117" y="810266"/>
                    <a:pt x="2546407" y="766558"/>
                    <a:pt x="2965914" y="808086"/>
                  </a:cubicBezTo>
                  <a:cubicBezTo>
                    <a:pt x="3385421" y="849614"/>
                    <a:pt x="3804003" y="981237"/>
                    <a:pt x="4136746" y="1240044"/>
                  </a:cubicBezTo>
                  <a:cubicBezTo>
                    <a:pt x="4540213" y="1553861"/>
                    <a:pt x="4787728" y="2026609"/>
                    <a:pt x="5154261" y="2382862"/>
                  </a:cubicBezTo>
                  <a:cubicBezTo>
                    <a:pt x="5198016" y="1770956"/>
                    <a:pt x="5212931" y="1157896"/>
                    <a:pt x="5199008" y="543682"/>
                  </a:cubicBezTo>
                  <a:cubicBezTo>
                    <a:pt x="5196941" y="452774"/>
                    <a:pt x="5193251" y="358028"/>
                    <a:pt x="5149894" y="278097"/>
                  </a:cubicBezTo>
                  <a:cubicBezTo>
                    <a:pt x="5066964" y="125212"/>
                    <a:pt x="4872604" y="78319"/>
                    <a:pt x="4700103" y="55978"/>
                  </a:cubicBezTo>
                  <a:cubicBezTo>
                    <a:pt x="4263235" y="-600"/>
                    <a:pt x="3821235" y="-241"/>
                    <a:pt x="3380718" y="209"/>
                  </a:cubicBezTo>
                  <a:cubicBezTo>
                    <a:pt x="2325287" y="1287"/>
                    <a:pt x="1269791" y="2365"/>
                    <a:pt x="214541" y="21978"/>
                  </a:cubicBezTo>
                  <a:close/>
                </a:path>
              </a:pathLst>
            </a:custGeom>
            <a:solidFill>
              <a:schemeClr val="dk2"/>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grpSp>
      <p:grpSp>
        <p:nvGrpSpPr>
          <p:cNvPr id="1227" name="Google Shape;1227;p46"/>
          <p:cNvGrpSpPr/>
          <p:nvPr/>
        </p:nvGrpSpPr>
        <p:grpSpPr>
          <a:xfrm>
            <a:off x="6272563" y="-823674"/>
            <a:ext cx="3244501" cy="6004709"/>
            <a:chOff x="6272561" y="-823675"/>
            <a:chExt cx="3244501" cy="6004709"/>
          </a:xfrm>
        </p:grpSpPr>
        <p:sp>
          <p:nvSpPr>
            <p:cNvPr id="1229" name="Google Shape;1229;p46"/>
            <p:cNvSpPr/>
            <p:nvPr/>
          </p:nvSpPr>
          <p:spPr>
            <a:xfrm rot="15962789">
              <a:off x="7123124" y="3250733"/>
              <a:ext cx="1639354" cy="2221248"/>
            </a:xfrm>
            <a:custGeom>
              <a:avLst/>
              <a:gdLst/>
              <a:ahLst/>
              <a:cxnLst/>
              <a:rect l="l" t="t" r="r" b="b"/>
              <a:pathLst>
                <a:path w="1211973" h="1509936" extrusionOk="0">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grpSp>
          <p:nvGrpSpPr>
            <p:cNvPr id="1231" name="Google Shape;1231;p46"/>
            <p:cNvGrpSpPr/>
            <p:nvPr/>
          </p:nvGrpSpPr>
          <p:grpSpPr>
            <a:xfrm flipH="1">
              <a:off x="6272561" y="-823675"/>
              <a:ext cx="3244501" cy="2716594"/>
              <a:chOff x="2928576" y="0"/>
              <a:chExt cx="3244501" cy="2716594"/>
            </a:xfrm>
          </p:grpSpPr>
          <p:sp>
            <p:nvSpPr>
              <p:cNvPr id="1233" name="Google Shape;1233;p46"/>
              <p:cNvSpPr/>
              <p:nvPr/>
            </p:nvSpPr>
            <p:spPr>
              <a:xfrm>
                <a:off x="3282332" y="831361"/>
                <a:ext cx="2890745" cy="1885233"/>
              </a:xfrm>
              <a:custGeom>
                <a:avLst/>
                <a:gdLst/>
                <a:ahLst/>
                <a:cxnLst/>
                <a:rect l="l" t="t" r="r" b="b"/>
                <a:pathLst>
                  <a:path w="2890745" h="1885233" extrusionOk="0">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34" name="Google Shape;1234;p46"/>
              <p:cNvSpPr/>
              <p:nvPr/>
            </p:nvSpPr>
            <p:spPr>
              <a:xfrm>
                <a:off x="2928576" y="0"/>
                <a:ext cx="30338" cy="68295"/>
              </a:xfrm>
              <a:custGeom>
                <a:avLst/>
                <a:gdLst/>
                <a:ahLst/>
                <a:cxnLst/>
                <a:rect l="l" t="t" r="r" b="b"/>
                <a:pathLst>
                  <a:path w="30338" h="68295" extrusionOk="0">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1242" name="Google Shape;1242;p47"/>
          <p:cNvGrpSpPr/>
          <p:nvPr/>
        </p:nvGrpSpPr>
        <p:grpSpPr>
          <a:xfrm>
            <a:off x="5353073" y="1206842"/>
            <a:ext cx="3835193" cy="2839641"/>
            <a:chOff x="4724603" y="974924"/>
            <a:chExt cx="3760922" cy="2903852"/>
          </a:xfrm>
        </p:grpSpPr>
        <p:grpSp>
          <p:nvGrpSpPr>
            <p:cNvPr id="1243" name="Google Shape;1243;p47"/>
            <p:cNvGrpSpPr/>
            <p:nvPr/>
          </p:nvGrpSpPr>
          <p:grpSpPr>
            <a:xfrm>
              <a:off x="4724603" y="1677238"/>
              <a:ext cx="3760922" cy="2123925"/>
              <a:chOff x="4825253" y="1638538"/>
              <a:chExt cx="3760922" cy="2123925"/>
            </a:xfrm>
          </p:grpSpPr>
          <p:grpSp>
            <p:nvGrpSpPr>
              <p:cNvPr id="1244" name="Google Shape;1244;p47"/>
              <p:cNvGrpSpPr/>
              <p:nvPr/>
            </p:nvGrpSpPr>
            <p:grpSpPr>
              <a:xfrm rot="-2070756">
                <a:off x="4932614" y="2649422"/>
                <a:ext cx="1354455" cy="799706"/>
                <a:chOff x="4778337" y="5141250"/>
                <a:chExt cx="1335335" cy="788417"/>
              </a:xfrm>
            </p:grpSpPr>
            <p:sp>
              <p:nvSpPr>
                <p:cNvPr id="1245" name="Google Shape;1245;p47"/>
                <p:cNvSpPr/>
                <p:nvPr/>
              </p:nvSpPr>
              <p:spPr>
                <a:xfrm>
                  <a:off x="4778337" y="5141250"/>
                  <a:ext cx="1335334" cy="787760"/>
                </a:xfrm>
                <a:custGeom>
                  <a:avLst/>
                  <a:gdLst/>
                  <a:ahLst/>
                  <a:cxnLst/>
                  <a:rect l="l" t="t" r="r" b="b"/>
                  <a:pathLst>
                    <a:path w="1745534" h="1029752" extrusionOk="0">
                      <a:moveTo>
                        <a:pt x="5103" y="167486"/>
                      </a:moveTo>
                      <a:cubicBezTo>
                        <a:pt x="-86406" y="691790"/>
                        <a:pt x="1052911" y="1396174"/>
                        <a:pt x="1745445" y="803631"/>
                      </a:cubicBezTo>
                      <a:cubicBezTo>
                        <a:pt x="1467424" y="94438"/>
                        <a:pt x="387793" y="-221495"/>
                        <a:pt x="5103" y="167486"/>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46" name="Google Shape;1246;p47"/>
                <p:cNvSpPr/>
                <p:nvPr/>
              </p:nvSpPr>
              <p:spPr>
                <a:xfrm>
                  <a:off x="5204163" y="5142875"/>
                  <a:ext cx="102221" cy="324991"/>
                </a:xfrm>
                <a:custGeom>
                  <a:avLst/>
                  <a:gdLst/>
                  <a:ahLst/>
                  <a:cxnLst/>
                  <a:rect l="l" t="t" r="r" b="b"/>
                  <a:pathLst>
                    <a:path w="133622" h="424825" extrusionOk="0">
                      <a:moveTo>
                        <a:pt x="133534" y="418484"/>
                      </a:moveTo>
                      <a:lnTo>
                        <a:pt x="23088" y="953"/>
                      </a:lnTo>
                      <a:cubicBezTo>
                        <a:pt x="15344" y="333"/>
                        <a:pt x="7606" y="-262"/>
                        <a:pt x="-89" y="-728"/>
                      </a:cubicBezTo>
                      <a:lnTo>
                        <a:pt x="112286" y="424098"/>
                      </a:ln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47" name="Google Shape;1247;p47"/>
                <p:cNvSpPr/>
                <p:nvPr/>
              </p:nvSpPr>
              <p:spPr>
                <a:xfrm>
                  <a:off x="4817422" y="5352727"/>
                  <a:ext cx="187330" cy="134330"/>
                </a:xfrm>
                <a:custGeom>
                  <a:avLst/>
                  <a:gdLst/>
                  <a:ahLst/>
                  <a:cxnLst/>
                  <a:rect l="l" t="t" r="r" b="b"/>
                  <a:pathLst>
                    <a:path w="244876" h="175595" extrusionOk="0">
                      <a:moveTo>
                        <a:pt x="232548" y="-728"/>
                      </a:moveTo>
                      <a:lnTo>
                        <a:pt x="-89" y="155148"/>
                      </a:lnTo>
                      <a:cubicBezTo>
                        <a:pt x="3113" y="161731"/>
                        <a:pt x="6459" y="168305"/>
                        <a:pt x="9948" y="174867"/>
                      </a:cubicBezTo>
                      <a:lnTo>
                        <a:pt x="244788" y="17516"/>
                      </a:ln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48" name="Google Shape;1248;p47"/>
                <p:cNvSpPr/>
                <p:nvPr/>
              </p:nvSpPr>
              <p:spPr>
                <a:xfrm>
                  <a:off x="5205180" y="5554833"/>
                  <a:ext cx="365072" cy="278678"/>
                </a:xfrm>
                <a:custGeom>
                  <a:avLst/>
                  <a:gdLst/>
                  <a:ahLst/>
                  <a:cxnLst/>
                  <a:rect l="l" t="t" r="r" b="b"/>
                  <a:pathLst>
                    <a:path w="477218" h="364285" extrusionOk="0">
                      <a:moveTo>
                        <a:pt x="463799" y="-728"/>
                      </a:moveTo>
                      <a:lnTo>
                        <a:pt x="-89" y="352899"/>
                      </a:lnTo>
                      <a:cubicBezTo>
                        <a:pt x="7290" y="356507"/>
                        <a:pt x="14709" y="360060"/>
                        <a:pt x="22169" y="363558"/>
                      </a:cubicBezTo>
                      <a:lnTo>
                        <a:pt x="477129" y="16737"/>
                      </a:ln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49" name="Google Shape;1249;p47"/>
                <p:cNvSpPr/>
                <p:nvPr/>
              </p:nvSpPr>
              <p:spPr>
                <a:xfrm>
                  <a:off x="5728282" y="5315912"/>
                  <a:ext cx="66602" cy="325390"/>
                </a:xfrm>
                <a:custGeom>
                  <a:avLst/>
                  <a:gdLst/>
                  <a:ahLst/>
                  <a:cxnLst/>
                  <a:rect l="l" t="t" r="r" b="b"/>
                  <a:pathLst>
                    <a:path w="87062" h="425347" extrusionOk="0">
                      <a:moveTo>
                        <a:pt x="86974" y="421286"/>
                      </a:moveTo>
                      <a:lnTo>
                        <a:pt x="24541" y="14862"/>
                      </a:lnTo>
                      <a:cubicBezTo>
                        <a:pt x="16387" y="9574"/>
                        <a:pt x="8162" y="4400"/>
                        <a:pt x="-89" y="-728"/>
                      </a:cubicBezTo>
                      <a:lnTo>
                        <a:pt x="65250" y="424620"/>
                      </a:lnTo>
                      <a:close/>
                    </a:path>
                  </a:pathLst>
                </a:custGeom>
                <a:solidFill>
                  <a:schemeClr val="accen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50" name="Google Shape;1250;p47"/>
                <p:cNvSpPr/>
                <p:nvPr/>
              </p:nvSpPr>
              <p:spPr>
                <a:xfrm>
                  <a:off x="5642170" y="5695733"/>
                  <a:ext cx="322891" cy="233935"/>
                </a:xfrm>
                <a:custGeom>
                  <a:avLst/>
                  <a:gdLst/>
                  <a:ahLst/>
                  <a:cxnLst/>
                  <a:rect l="l" t="t" r="r" b="b"/>
                  <a:pathLst>
                    <a:path w="422080" h="305797" extrusionOk="0">
                      <a:moveTo>
                        <a:pt x="421991" y="16860"/>
                      </a:moveTo>
                      <a:lnTo>
                        <a:pt x="408822" y="-728"/>
                      </a:lnTo>
                      <a:lnTo>
                        <a:pt x="-89" y="305069"/>
                      </a:lnTo>
                      <a:cubicBezTo>
                        <a:pt x="12556" y="304979"/>
                        <a:pt x="25200" y="304669"/>
                        <a:pt x="37842" y="304137"/>
                      </a:cubicBezTo>
                      <a:close/>
                    </a:path>
                  </a:pathLst>
                </a:custGeom>
                <a:solidFill>
                  <a:schemeClr val="accen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51" name="Google Shape;1251;p47"/>
                <p:cNvSpPr/>
                <p:nvPr/>
              </p:nvSpPr>
              <p:spPr>
                <a:xfrm>
                  <a:off x="4779643" y="5272811"/>
                  <a:ext cx="1334029" cy="490484"/>
                </a:xfrm>
                <a:custGeom>
                  <a:avLst/>
                  <a:gdLst/>
                  <a:ahLst/>
                  <a:cxnLst/>
                  <a:rect l="l" t="t" r="r" b="b"/>
                  <a:pathLst>
                    <a:path w="1743829" h="641156" extrusionOk="0">
                      <a:moveTo>
                        <a:pt x="1738354" y="618832"/>
                      </a:moveTo>
                      <a:lnTo>
                        <a:pt x="2846" y="-728"/>
                      </a:lnTo>
                      <a:cubicBezTo>
                        <a:pt x="1635" y="6666"/>
                        <a:pt x="639" y="14090"/>
                        <a:pt x="-89" y="21550"/>
                      </a:cubicBezTo>
                      <a:lnTo>
                        <a:pt x="1733514" y="640429"/>
                      </a:lnTo>
                      <a:cubicBezTo>
                        <a:pt x="1736927" y="637589"/>
                        <a:pt x="1740349" y="634773"/>
                        <a:pt x="1743740" y="631872"/>
                      </a:cubicBezTo>
                      <a:cubicBezTo>
                        <a:pt x="1742022" y="627487"/>
                        <a:pt x="1740133" y="623186"/>
                        <a:pt x="1738354" y="618832"/>
                      </a:cubicBez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252" name="Google Shape;1252;p47"/>
              <p:cNvGrpSpPr/>
              <p:nvPr/>
            </p:nvGrpSpPr>
            <p:grpSpPr>
              <a:xfrm rot="736030">
                <a:off x="5077946" y="1738438"/>
                <a:ext cx="1063783" cy="1148535"/>
                <a:chOff x="4921769" y="3642162"/>
                <a:chExt cx="1048829" cy="1132389"/>
              </a:xfrm>
            </p:grpSpPr>
            <p:sp>
              <p:nvSpPr>
                <p:cNvPr id="1253" name="Google Shape;1253;p47"/>
                <p:cNvSpPr/>
                <p:nvPr/>
              </p:nvSpPr>
              <p:spPr>
                <a:xfrm>
                  <a:off x="4921769" y="3642162"/>
                  <a:ext cx="1048829" cy="1132378"/>
                </a:xfrm>
                <a:custGeom>
                  <a:avLst/>
                  <a:gdLst/>
                  <a:ahLst/>
                  <a:cxnLst/>
                  <a:rect l="l" t="t" r="r" b="b"/>
                  <a:pathLst>
                    <a:path w="1371018" h="1480233" extrusionOk="0">
                      <a:moveTo>
                        <a:pt x="24217" y="13961"/>
                      </a:moveTo>
                      <a:cubicBezTo>
                        <a:pt x="-94878" y="497744"/>
                        <a:pt x="207410" y="1383284"/>
                        <a:pt x="1293296" y="1479506"/>
                      </a:cubicBezTo>
                      <a:cubicBezTo>
                        <a:pt x="1574677" y="888315"/>
                        <a:pt x="1077452" y="-135295"/>
                        <a:pt x="24217" y="13961"/>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54" name="Google Shape;1254;p47"/>
                <p:cNvSpPr/>
                <p:nvPr/>
              </p:nvSpPr>
              <p:spPr>
                <a:xfrm>
                  <a:off x="4938097" y="3651132"/>
                  <a:ext cx="976193" cy="1123419"/>
                </a:xfrm>
                <a:custGeom>
                  <a:avLst/>
                  <a:gdLst/>
                  <a:ahLst/>
                  <a:cxnLst/>
                  <a:rect l="l" t="t" r="r" b="b"/>
                  <a:pathLst>
                    <a:path w="1276069" h="1468522" extrusionOk="0">
                      <a:moveTo>
                        <a:pt x="1275980" y="1459154"/>
                      </a:moveTo>
                      <a:lnTo>
                        <a:pt x="25185" y="-728"/>
                      </a:lnTo>
                      <a:cubicBezTo>
                        <a:pt x="17782" y="212"/>
                        <a:pt x="10353" y="1204"/>
                        <a:pt x="2899" y="2249"/>
                      </a:cubicBezTo>
                      <a:cubicBezTo>
                        <a:pt x="1845" y="6533"/>
                        <a:pt x="899" y="10919"/>
                        <a:pt x="-89" y="15265"/>
                      </a:cubicBezTo>
                      <a:lnTo>
                        <a:pt x="1241796" y="1464746"/>
                      </a:lnTo>
                      <a:cubicBezTo>
                        <a:pt x="1251834" y="1465785"/>
                        <a:pt x="1261804" y="1466893"/>
                        <a:pt x="1271979" y="1467795"/>
                      </a:cubicBezTo>
                      <a:cubicBezTo>
                        <a:pt x="1273342" y="1464931"/>
                        <a:pt x="1274653" y="1462037"/>
                        <a:pt x="1275980" y="1459154"/>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55" name="Google Shape;1255;p47"/>
                <p:cNvSpPr/>
                <p:nvPr/>
              </p:nvSpPr>
              <p:spPr>
                <a:xfrm>
                  <a:off x="4965616" y="4023850"/>
                  <a:ext cx="307717" cy="85969"/>
                </a:xfrm>
                <a:custGeom>
                  <a:avLst/>
                  <a:gdLst/>
                  <a:ahLst/>
                  <a:cxnLst/>
                  <a:rect l="l" t="t" r="r" b="b"/>
                  <a:pathLst>
                    <a:path w="402245" h="112378" extrusionOk="0">
                      <a:moveTo>
                        <a:pt x="396002" y="-728"/>
                      </a:moveTo>
                      <a:lnTo>
                        <a:pt x="-89" y="83401"/>
                      </a:lnTo>
                      <a:cubicBezTo>
                        <a:pt x="2932" y="92818"/>
                        <a:pt x="6076" y="102234"/>
                        <a:pt x="9343" y="111651"/>
                      </a:cubicBezTo>
                      <a:lnTo>
                        <a:pt x="402156" y="28218"/>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56" name="Google Shape;1256;p47"/>
                <p:cNvSpPr/>
                <p:nvPr/>
              </p:nvSpPr>
              <p:spPr>
                <a:xfrm>
                  <a:off x="5461021" y="3802587"/>
                  <a:ext cx="170353" cy="469223"/>
                </a:xfrm>
                <a:custGeom>
                  <a:avLst/>
                  <a:gdLst/>
                  <a:ahLst/>
                  <a:cxnLst/>
                  <a:rect l="l" t="t" r="r" b="b"/>
                  <a:pathLst>
                    <a:path w="222684" h="613364" extrusionOk="0">
                      <a:moveTo>
                        <a:pt x="28049" y="612637"/>
                      </a:moveTo>
                      <a:lnTo>
                        <a:pt x="222595" y="17894"/>
                      </a:lnTo>
                      <a:cubicBezTo>
                        <a:pt x="214348" y="11586"/>
                        <a:pt x="205997" y="5379"/>
                        <a:pt x="197541" y="-728"/>
                      </a:cubicBezTo>
                      <a:lnTo>
                        <a:pt x="-89" y="603444"/>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1257" name="Google Shape;1257;p47"/>
                <p:cNvGrpSpPr/>
                <p:nvPr/>
              </p:nvGrpSpPr>
              <p:grpSpPr>
                <a:xfrm>
                  <a:off x="5242608" y="4480691"/>
                  <a:ext cx="420919" cy="42073"/>
                  <a:chOff x="2422386" y="2810148"/>
                  <a:chExt cx="549503" cy="54926"/>
                </a:xfrm>
              </p:grpSpPr>
              <p:sp>
                <p:nvSpPr>
                  <p:cNvPr id="1258" name="Google Shape;1258;p47"/>
                  <p:cNvSpPr/>
                  <p:nvPr/>
                </p:nvSpPr>
                <p:spPr>
                  <a:xfrm>
                    <a:off x="2423063" y="2850164"/>
                    <a:ext cx="16318" cy="14910"/>
                  </a:xfrm>
                  <a:custGeom>
                    <a:avLst/>
                    <a:gdLst/>
                    <a:ahLst/>
                    <a:cxnLst/>
                    <a:rect l="l" t="t" r="r" b="b"/>
                    <a:pathLst>
                      <a:path w="16318" h="14910" extrusionOk="0">
                        <a:moveTo>
                          <a:pt x="600" y="14183"/>
                        </a:moveTo>
                        <a:lnTo>
                          <a:pt x="16230" y="13459"/>
                        </a:lnTo>
                        <a:cubicBezTo>
                          <a:pt x="10700" y="8781"/>
                          <a:pt x="5325" y="4016"/>
                          <a:pt x="-89" y="-728"/>
                        </a:cubicBezTo>
                        <a:close/>
                      </a:path>
                    </a:pathLst>
                  </a:custGeom>
                  <a:solidFill>
                    <a:schemeClr val="accen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59" name="Google Shape;1259;p47"/>
                  <p:cNvSpPr/>
                  <p:nvPr/>
                </p:nvSpPr>
                <p:spPr>
                  <a:xfrm>
                    <a:off x="2422386" y="2810148"/>
                    <a:ext cx="549503" cy="54203"/>
                  </a:xfrm>
                  <a:custGeom>
                    <a:avLst/>
                    <a:gdLst/>
                    <a:ahLst/>
                    <a:cxnLst/>
                    <a:rect l="l" t="t" r="r" b="b"/>
                    <a:pathLst>
                      <a:path w="549503" h="54203" extrusionOk="0">
                        <a:moveTo>
                          <a:pt x="548046" y="-728"/>
                        </a:moveTo>
                        <a:lnTo>
                          <a:pt x="-89" y="24642"/>
                        </a:lnTo>
                        <a:lnTo>
                          <a:pt x="589" y="39288"/>
                        </a:lnTo>
                        <a:cubicBezTo>
                          <a:pt x="6002" y="44032"/>
                          <a:pt x="11378" y="48797"/>
                          <a:pt x="16907" y="53475"/>
                        </a:cubicBezTo>
                        <a:lnTo>
                          <a:pt x="549414" y="28827"/>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1260" name="Google Shape;1260;p47"/>
              <p:cNvGrpSpPr/>
              <p:nvPr/>
            </p:nvGrpSpPr>
            <p:grpSpPr>
              <a:xfrm rot="-647153" flipH="1">
                <a:off x="7224346" y="1738456"/>
                <a:ext cx="1063741" cy="1148490"/>
                <a:chOff x="4921769" y="3642162"/>
                <a:chExt cx="1048829" cy="1132389"/>
              </a:xfrm>
            </p:grpSpPr>
            <p:sp>
              <p:nvSpPr>
                <p:cNvPr id="1261" name="Google Shape;1261;p47"/>
                <p:cNvSpPr/>
                <p:nvPr/>
              </p:nvSpPr>
              <p:spPr>
                <a:xfrm>
                  <a:off x="4921769" y="3642162"/>
                  <a:ext cx="1048829" cy="1132378"/>
                </a:xfrm>
                <a:custGeom>
                  <a:avLst/>
                  <a:gdLst/>
                  <a:ahLst/>
                  <a:cxnLst/>
                  <a:rect l="l" t="t" r="r" b="b"/>
                  <a:pathLst>
                    <a:path w="1371018" h="1480233" extrusionOk="0">
                      <a:moveTo>
                        <a:pt x="24217" y="13961"/>
                      </a:moveTo>
                      <a:cubicBezTo>
                        <a:pt x="-94878" y="497744"/>
                        <a:pt x="207410" y="1383284"/>
                        <a:pt x="1293296" y="1479506"/>
                      </a:cubicBezTo>
                      <a:cubicBezTo>
                        <a:pt x="1574677" y="888315"/>
                        <a:pt x="1077452" y="-135295"/>
                        <a:pt x="24217" y="13961"/>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62" name="Google Shape;1262;p47"/>
                <p:cNvSpPr/>
                <p:nvPr/>
              </p:nvSpPr>
              <p:spPr>
                <a:xfrm>
                  <a:off x="4938097" y="3651132"/>
                  <a:ext cx="976193" cy="1123419"/>
                </a:xfrm>
                <a:custGeom>
                  <a:avLst/>
                  <a:gdLst/>
                  <a:ahLst/>
                  <a:cxnLst/>
                  <a:rect l="l" t="t" r="r" b="b"/>
                  <a:pathLst>
                    <a:path w="1276069" h="1468522" extrusionOk="0">
                      <a:moveTo>
                        <a:pt x="1275980" y="1459154"/>
                      </a:moveTo>
                      <a:lnTo>
                        <a:pt x="25185" y="-728"/>
                      </a:lnTo>
                      <a:cubicBezTo>
                        <a:pt x="17782" y="212"/>
                        <a:pt x="10353" y="1204"/>
                        <a:pt x="2899" y="2249"/>
                      </a:cubicBezTo>
                      <a:cubicBezTo>
                        <a:pt x="1845" y="6533"/>
                        <a:pt x="899" y="10919"/>
                        <a:pt x="-89" y="15265"/>
                      </a:cubicBezTo>
                      <a:lnTo>
                        <a:pt x="1241796" y="1464746"/>
                      </a:lnTo>
                      <a:cubicBezTo>
                        <a:pt x="1251834" y="1465785"/>
                        <a:pt x="1261804" y="1466893"/>
                        <a:pt x="1271979" y="1467795"/>
                      </a:cubicBezTo>
                      <a:cubicBezTo>
                        <a:pt x="1273342" y="1464931"/>
                        <a:pt x="1274653" y="1462037"/>
                        <a:pt x="1275980" y="1459154"/>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63" name="Google Shape;1263;p47"/>
                <p:cNvSpPr/>
                <p:nvPr/>
              </p:nvSpPr>
              <p:spPr>
                <a:xfrm>
                  <a:off x="4965616" y="4023850"/>
                  <a:ext cx="307717" cy="85969"/>
                </a:xfrm>
                <a:custGeom>
                  <a:avLst/>
                  <a:gdLst/>
                  <a:ahLst/>
                  <a:cxnLst/>
                  <a:rect l="l" t="t" r="r" b="b"/>
                  <a:pathLst>
                    <a:path w="402245" h="112378" extrusionOk="0">
                      <a:moveTo>
                        <a:pt x="396002" y="-728"/>
                      </a:moveTo>
                      <a:lnTo>
                        <a:pt x="-89" y="83401"/>
                      </a:lnTo>
                      <a:cubicBezTo>
                        <a:pt x="2932" y="92818"/>
                        <a:pt x="6076" y="102234"/>
                        <a:pt x="9343" y="111651"/>
                      </a:cubicBezTo>
                      <a:lnTo>
                        <a:pt x="402156" y="28218"/>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64" name="Google Shape;1264;p47"/>
                <p:cNvSpPr/>
                <p:nvPr/>
              </p:nvSpPr>
              <p:spPr>
                <a:xfrm>
                  <a:off x="5461021" y="3802587"/>
                  <a:ext cx="170353" cy="469223"/>
                </a:xfrm>
                <a:custGeom>
                  <a:avLst/>
                  <a:gdLst/>
                  <a:ahLst/>
                  <a:cxnLst/>
                  <a:rect l="l" t="t" r="r" b="b"/>
                  <a:pathLst>
                    <a:path w="222684" h="613364" extrusionOk="0">
                      <a:moveTo>
                        <a:pt x="28049" y="612637"/>
                      </a:moveTo>
                      <a:lnTo>
                        <a:pt x="222595" y="17894"/>
                      </a:lnTo>
                      <a:cubicBezTo>
                        <a:pt x="214348" y="11586"/>
                        <a:pt x="205997" y="5379"/>
                        <a:pt x="197541" y="-728"/>
                      </a:cubicBezTo>
                      <a:lnTo>
                        <a:pt x="-89" y="603444"/>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1265" name="Google Shape;1265;p47"/>
                <p:cNvGrpSpPr/>
                <p:nvPr/>
              </p:nvGrpSpPr>
              <p:grpSpPr>
                <a:xfrm>
                  <a:off x="5242608" y="4480691"/>
                  <a:ext cx="420919" cy="42073"/>
                  <a:chOff x="2422386" y="2810148"/>
                  <a:chExt cx="549503" cy="54926"/>
                </a:xfrm>
              </p:grpSpPr>
              <p:sp>
                <p:nvSpPr>
                  <p:cNvPr id="1266" name="Google Shape;1266;p47"/>
                  <p:cNvSpPr/>
                  <p:nvPr/>
                </p:nvSpPr>
                <p:spPr>
                  <a:xfrm>
                    <a:off x="2423063" y="2850164"/>
                    <a:ext cx="16318" cy="14910"/>
                  </a:xfrm>
                  <a:custGeom>
                    <a:avLst/>
                    <a:gdLst/>
                    <a:ahLst/>
                    <a:cxnLst/>
                    <a:rect l="l" t="t" r="r" b="b"/>
                    <a:pathLst>
                      <a:path w="16318" h="14910" extrusionOk="0">
                        <a:moveTo>
                          <a:pt x="600" y="14183"/>
                        </a:moveTo>
                        <a:lnTo>
                          <a:pt x="16230" y="13459"/>
                        </a:lnTo>
                        <a:cubicBezTo>
                          <a:pt x="10700" y="8781"/>
                          <a:pt x="5325" y="4016"/>
                          <a:pt x="-89" y="-728"/>
                        </a:cubicBezTo>
                        <a:close/>
                      </a:path>
                    </a:pathLst>
                  </a:custGeom>
                  <a:solidFill>
                    <a:schemeClr val="accen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67" name="Google Shape;1267;p47"/>
                  <p:cNvSpPr/>
                  <p:nvPr/>
                </p:nvSpPr>
                <p:spPr>
                  <a:xfrm>
                    <a:off x="2422386" y="2810148"/>
                    <a:ext cx="549503" cy="54203"/>
                  </a:xfrm>
                  <a:custGeom>
                    <a:avLst/>
                    <a:gdLst/>
                    <a:ahLst/>
                    <a:cxnLst/>
                    <a:rect l="l" t="t" r="r" b="b"/>
                    <a:pathLst>
                      <a:path w="549503" h="54203" extrusionOk="0">
                        <a:moveTo>
                          <a:pt x="548046" y="-728"/>
                        </a:moveTo>
                        <a:lnTo>
                          <a:pt x="-89" y="24642"/>
                        </a:lnTo>
                        <a:lnTo>
                          <a:pt x="589" y="39288"/>
                        </a:lnTo>
                        <a:cubicBezTo>
                          <a:pt x="6002" y="44032"/>
                          <a:pt x="11378" y="48797"/>
                          <a:pt x="16907" y="53475"/>
                        </a:cubicBezTo>
                        <a:lnTo>
                          <a:pt x="549414" y="28827"/>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1268" name="Google Shape;1268;p47"/>
              <p:cNvGrpSpPr/>
              <p:nvPr/>
            </p:nvGrpSpPr>
            <p:grpSpPr>
              <a:xfrm rot="4551691" flipH="1">
                <a:off x="7239919" y="2323748"/>
                <a:ext cx="1032838" cy="1451363"/>
                <a:chOff x="6331188" y="3040718"/>
                <a:chExt cx="1013203" cy="1430853"/>
              </a:xfrm>
            </p:grpSpPr>
            <p:sp>
              <p:nvSpPr>
                <p:cNvPr id="1269" name="Google Shape;1269;p47"/>
                <p:cNvSpPr/>
                <p:nvPr/>
              </p:nvSpPr>
              <p:spPr>
                <a:xfrm rot="-575120">
                  <a:off x="6435057" y="3098599"/>
                  <a:ext cx="805465" cy="1315090"/>
                </a:xfrm>
                <a:custGeom>
                  <a:avLst/>
                  <a:gdLst/>
                  <a:ahLst/>
                  <a:cxnLst/>
                  <a:rect l="l" t="t" r="r" b="b"/>
                  <a:pathLst>
                    <a:path w="1051946" h="1717523" extrusionOk="0">
                      <a:moveTo>
                        <a:pt x="252087" y="-728"/>
                      </a:moveTo>
                      <a:cubicBezTo>
                        <a:pt x="-192638" y="430159"/>
                        <a:pt x="-90454" y="1501261"/>
                        <a:pt x="892054" y="1716796"/>
                      </a:cubicBezTo>
                      <a:cubicBezTo>
                        <a:pt x="1157488" y="1327487"/>
                        <a:pt x="1182379" y="443081"/>
                        <a:pt x="252087" y="-728"/>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70" name="Google Shape;1270;p47"/>
                <p:cNvSpPr/>
                <p:nvPr/>
              </p:nvSpPr>
              <p:spPr>
                <a:xfrm>
                  <a:off x="6623112" y="3097962"/>
                  <a:ext cx="499761" cy="1313905"/>
                </a:xfrm>
                <a:custGeom>
                  <a:avLst/>
                  <a:gdLst/>
                  <a:ahLst/>
                  <a:cxnLst/>
                  <a:rect l="l" t="t" r="r" b="b"/>
                  <a:pathLst>
                    <a:path w="653283" h="1717523" extrusionOk="0">
                      <a:moveTo>
                        <a:pt x="653195" y="1706248"/>
                      </a:moveTo>
                      <a:lnTo>
                        <a:pt x="32013" y="11941"/>
                      </a:lnTo>
                      <a:cubicBezTo>
                        <a:pt x="23462" y="7705"/>
                        <a:pt x="14995" y="3431"/>
                        <a:pt x="6276" y="-728"/>
                      </a:cubicBezTo>
                      <a:cubicBezTo>
                        <a:pt x="4113" y="1368"/>
                        <a:pt x="2049" y="3579"/>
                        <a:pt x="-89" y="5705"/>
                      </a:cubicBezTo>
                      <a:lnTo>
                        <a:pt x="625444" y="1711884"/>
                      </a:lnTo>
                      <a:cubicBezTo>
                        <a:pt x="632385" y="1713514"/>
                        <a:pt x="639212" y="1715253"/>
                        <a:pt x="646243" y="1716796"/>
                      </a:cubicBezTo>
                      <a:cubicBezTo>
                        <a:pt x="648594" y="1713348"/>
                        <a:pt x="650882" y="1709773"/>
                        <a:pt x="653195" y="1706248"/>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sp>
          <p:nvSpPr>
            <p:cNvPr id="1271" name="Google Shape;1271;p47"/>
            <p:cNvSpPr/>
            <p:nvPr/>
          </p:nvSpPr>
          <p:spPr>
            <a:xfrm rot="-383411">
              <a:off x="5548801" y="1340225"/>
              <a:ext cx="2059527" cy="2025926"/>
            </a:xfrm>
            <a:prstGeom prst="rect">
              <a:avLst/>
            </a:prstGeom>
            <a:solidFill>
              <a:schemeClr val="accent6"/>
            </a:solidFill>
            <a:ln>
              <a:noFill/>
            </a:ln>
          </p:spPr>
          <p:txBody>
            <a:bodyPr spcFirstLastPara="1" wrap="square" lIns="91425" tIns="91425" rIns="91425" bIns="91425" anchor="ctr" anchorCtr="0">
              <a:noAutofit/>
            </a:bodyPr>
            <a:lstStyle/>
            <a:p>
              <a:pPr algn="ctr"/>
              <a:endParaRPr>
                <a:latin typeface="Roboto"/>
                <a:ea typeface="Roboto"/>
                <a:cs typeface="Roboto"/>
                <a:sym typeface="Roboto"/>
              </a:endParaRPr>
            </a:p>
          </p:txBody>
        </p:sp>
        <p:grpSp>
          <p:nvGrpSpPr>
            <p:cNvPr id="1272" name="Google Shape;1272;p47"/>
            <p:cNvGrpSpPr/>
            <p:nvPr/>
          </p:nvGrpSpPr>
          <p:grpSpPr>
            <a:xfrm rot="665186">
              <a:off x="5397882" y="1178586"/>
              <a:ext cx="2345941" cy="2345804"/>
              <a:chOff x="6210529" y="1881600"/>
              <a:chExt cx="474193" cy="474166"/>
            </a:xfrm>
          </p:grpSpPr>
          <p:grpSp>
            <p:nvGrpSpPr>
              <p:cNvPr id="1273" name="Google Shape;1273;p47"/>
              <p:cNvGrpSpPr/>
              <p:nvPr/>
            </p:nvGrpSpPr>
            <p:grpSpPr>
              <a:xfrm>
                <a:off x="6225262" y="1881600"/>
                <a:ext cx="444028" cy="474166"/>
                <a:chOff x="6225262" y="1881600"/>
                <a:chExt cx="444028" cy="474166"/>
              </a:xfrm>
            </p:grpSpPr>
            <p:grpSp>
              <p:nvGrpSpPr>
                <p:cNvPr id="1274" name="Google Shape;1274;p47"/>
                <p:cNvGrpSpPr/>
                <p:nvPr/>
              </p:nvGrpSpPr>
              <p:grpSpPr>
                <a:xfrm>
                  <a:off x="6549567" y="1881600"/>
                  <a:ext cx="119723" cy="369879"/>
                  <a:chOff x="6549567" y="1881600"/>
                  <a:chExt cx="119723" cy="369879"/>
                </a:xfrm>
              </p:grpSpPr>
              <p:sp>
                <p:nvSpPr>
                  <p:cNvPr id="1275" name="Google Shape;1275;p47"/>
                  <p:cNvSpPr/>
                  <p:nvPr/>
                </p:nvSpPr>
                <p:spPr>
                  <a:xfrm>
                    <a:off x="6550276" y="1881828"/>
                    <a:ext cx="118751" cy="369219"/>
                  </a:xfrm>
                  <a:custGeom>
                    <a:avLst/>
                    <a:gdLst/>
                    <a:ahLst/>
                    <a:cxnLst/>
                    <a:rect l="l" t="t" r="r" b="b"/>
                    <a:pathLst>
                      <a:path w="118751" h="369219" extrusionOk="0">
                        <a:moveTo>
                          <a:pt x="0" y="0"/>
                        </a:moveTo>
                        <a:lnTo>
                          <a:pt x="118752" y="369220"/>
                        </a:lnTo>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76" name="Google Shape;1276;p47"/>
                  <p:cNvSpPr/>
                  <p:nvPr/>
                </p:nvSpPr>
                <p:spPr>
                  <a:xfrm rot="-1065335">
                    <a:off x="6608677" y="1872590"/>
                    <a:ext cx="1502" cy="387898"/>
                  </a:xfrm>
                  <a:custGeom>
                    <a:avLst/>
                    <a:gdLst/>
                    <a:ahLst/>
                    <a:cxnLst/>
                    <a:rect l="l" t="t" r="r" b="b"/>
                    <a:pathLst>
                      <a:path w="1502" h="387843" extrusionOk="0">
                        <a:moveTo>
                          <a:pt x="762" y="131"/>
                        </a:moveTo>
                        <a:lnTo>
                          <a:pt x="2265" y="131"/>
                        </a:lnTo>
                        <a:lnTo>
                          <a:pt x="2265" y="387975"/>
                        </a:lnTo>
                        <a:lnTo>
                          <a:pt x="762" y="387975"/>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277" name="Google Shape;1277;p47"/>
                <p:cNvGrpSpPr/>
                <p:nvPr/>
              </p:nvGrpSpPr>
              <p:grpSpPr>
                <a:xfrm>
                  <a:off x="6468491" y="1907671"/>
                  <a:ext cx="119723" cy="369879"/>
                  <a:chOff x="6468491" y="1907671"/>
                  <a:chExt cx="119723" cy="369879"/>
                </a:xfrm>
              </p:grpSpPr>
              <p:sp>
                <p:nvSpPr>
                  <p:cNvPr id="1278" name="Google Shape;1278;p47"/>
                  <p:cNvSpPr/>
                  <p:nvPr/>
                </p:nvSpPr>
                <p:spPr>
                  <a:xfrm>
                    <a:off x="6469200" y="1907899"/>
                    <a:ext cx="118751" cy="369219"/>
                  </a:xfrm>
                  <a:custGeom>
                    <a:avLst/>
                    <a:gdLst/>
                    <a:ahLst/>
                    <a:cxnLst/>
                    <a:rect l="l" t="t" r="r" b="b"/>
                    <a:pathLst>
                      <a:path w="118751" h="369219" extrusionOk="0">
                        <a:moveTo>
                          <a:pt x="0" y="0"/>
                        </a:moveTo>
                        <a:lnTo>
                          <a:pt x="118751" y="369220"/>
                        </a:lnTo>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79" name="Google Shape;1279;p47"/>
                  <p:cNvSpPr/>
                  <p:nvPr/>
                </p:nvSpPr>
                <p:spPr>
                  <a:xfrm rot="-1065335">
                    <a:off x="6527601" y="1898661"/>
                    <a:ext cx="1502" cy="387898"/>
                  </a:xfrm>
                  <a:custGeom>
                    <a:avLst/>
                    <a:gdLst/>
                    <a:ahLst/>
                    <a:cxnLst/>
                    <a:rect l="l" t="t" r="r" b="b"/>
                    <a:pathLst>
                      <a:path w="1502" h="387843" extrusionOk="0">
                        <a:moveTo>
                          <a:pt x="762" y="131"/>
                        </a:moveTo>
                        <a:lnTo>
                          <a:pt x="2265" y="131"/>
                        </a:lnTo>
                        <a:lnTo>
                          <a:pt x="2265" y="387975"/>
                        </a:lnTo>
                        <a:lnTo>
                          <a:pt x="762" y="387975"/>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280" name="Google Shape;1280;p47"/>
                <p:cNvGrpSpPr/>
                <p:nvPr/>
              </p:nvGrpSpPr>
              <p:grpSpPr>
                <a:xfrm>
                  <a:off x="6387414" y="1933743"/>
                  <a:ext cx="119723" cy="369879"/>
                  <a:chOff x="6387414" y="1933743"/>
                  <a:chExt cx="119723" cy="369879"/>
                </a:xfrm>
              </p:grpSpPr>
              <p:sp>
                <p:nvSpPr>
                  <p:cNvPr id="1281" name="Google Shape;1281;p47"/>
                  <p:cNvSpPr/>
                  <p:nvPr/>
                </p:nvSpPr>
                <p:spPr>
                  <a:xfrm>
                    <a:off x="6388124" y="1933971"/>
                    <a:ext cx="118751" cy="369219"/>
                  </a:xfrm>
                  <a:custGeom>
                    <a:avLst/>
                    <a:gdLst/>
                    <a:ahLst/>
                    <a:cxnLst/>
                    <a:rect l="l" t="t" r="r" b="b"/>
                    <a:pathLst>
                      <a:path w="118751" h="369219" extrusionOk="0">
                        <a:moveTo>
                          <a:pt x="0" y="0"/>
                        </a:moveTo>
                        <a:lnTo>
                          <a:pt x="118751" y="369220"/>
                        </a:lnTo>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82" name="Google Shape;1282;p47"/>
                  <p:cNvSpPr/>
                  <p:nvPr/>
                </p:nvSpPr>
                <p:spPr>
                  <a:xfrm rot="-1065335">
                    <a:off x="6446524" y="1924733"/>
                    <a:ext cx="1502" cy="387898"/>
                  </a:xfrm>
                  <a:custGeom>
                    <a:avLst/>
                    <a:gdLst/>
                    <a:ahLst/>
                    <a:cxnLst/>
                    <a:rect l="l" t="t" r="r" b="b"/>
                    <a:pathLst>
                      <a:path w="1502" h="387843" extrusionOk="0">
                        <a:moveTo>
                          <a:pt x="762" y="131"/>
                        </a:moveTo>
                        <a:lnTo>
                          <a:pt x="2265" y="131"/>
                        </a:lnTo>
                        <a:lnTo>
                          <a:pt x="2265" y="387974"/>
                        </a:lnTo>
                        <a:lnTo>
                          <a:pt x="762" y="387974"/>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283" name="Google Shape;1283;p47"/>
                <p:cNvGrpSpPr/>
                <p:nvPr/>
              </p:nvGrpSpPr>
              <p:grpSpPr>
                <a:xfrm>
                  <a:off x="6306338" y="1959815"/>
                  <a:ext cx="119723" cy="369879"/>
                  <a:chOff x="6306338" y="1959815"/>
                  <a:chExt cx="119723" cy="369879"/>
                </a:xfrm>
              </p:grpSpPr>
              <p:sp>
                <p:nvSpPr>
                  <p:cNvPr id="1284" name="Google Shape;1284;p47"/>
                  <p:cNvSpPr/>
                  <p:nvPr/>
                </p:nvSpPr>
                <p:spPr>
                  <a:xfrm>
                    <a:off x="6307048" y="1960042"/>
                    <a:ext cx="118751" cy="369219"/>
                  </a:xfrm>
                  <a:custGeom>
                    <a:avLst/>
                    <a:gdLst/>
                    <a:ahLst/>
                    <a:cxnLst/>
                    <a:rect l="l" t="t" r="r" b="b"/>
                    <a:pathLst>
                      <a:path w="118751" h="369219" extrusionOk="0">
                        <a:moveTo>
                          <a:pt x="0" y="0"/>
                        </a:moveTo>
                        <a:lnTo>
                          <a:pt x="118751" y="369220"/>
                        </a:lnTo>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85" name="Google Shape;1285;p47"/>
                  <p:cNvSpPr/>
                  <p:nvPr/>
                </p:nvSpPr>
                <p:spPr>
                  <a:xfrm rot="-1065335">
                    <a:off x="6365448" y="1950805"/>
                    <a:ext cx="1502" cy="387898"/>
                  </a:xfrm>
                  <a:custGeom>
                    <a:avLst/>
                    <a:gdLst/>
                    <a:ahLst/>
                    <a:cxnLst/>
                    <a:rect l="l" t="t" r="r" b="b"/>
                    <a:pathLst>
                      <a:path w="1502" h="387843" extrusionOk="0">
                        <a:moveTo>
                          <a:pt x="762" y="131"/>
                        </a:moveTo>
                        <a:lnTo>
                          <a:pt x="2265" y="131"/>
                        </a:lnTo>
                        <a:lnTo>
                          <a:pt x="2265" y="387975"/>
                        </a:lnTo>
                        <a:lnTo>
                          <a:pt x="762" y="387975"/>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286" name="Google Shape;1286;p47"/>
                <p:cNvGrpSpPr/>
                <p:nvPr/>
              </p:nvGrpSpPr>
              <p:grpSpPr>
                <a:xfrm>
                  <a:off x="6225262" y="1985887"/>
                  <a:ext cx="119724" cy="369879"/>
                  <a:chOff x="6225262" y="1985887"/>
                  <a:chExt cx="119724" cy="369879"/>
                </a:xfrm>
              </p:grpSpPr>
              <p:sp>
                <p:nvSpPr>
                  <p:cNvPr id="1287" name="Google Shape;1287;p47"/>
                  <p:cNvSpPr/>
                  <p:nvPr/>
                </p:nvSpPr>
                <p:spPr>
                  <a:xfrm>
                    <a:off x="6225972" y="1986114"/>
                    <a:ext cx="118751" cy="369219"/>
                  </a:xfrm>
                  <a:custGeom>
                    <a:avLst/>
                    <a:gdLst/>
                    <a:ahLst/>
                    <a:cxnLst/>
                    <a:rect l="l" t="t" r="r" b="b"/>
                    <a:pathLst>
                      <a:path w="118751" h="369219" extrusionOk="0">
                        <a:moveTo>
                          <a:pt x="0" y="0"/>
                        </a:moveTo>
                        <a:lnTo>
                          <a:pt x="118751" y="369220"/>
                        </a:lnTo>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88" name="Google Shape;1288;p47"/>
                  <p:cNvSpPr/>
                  <p:nvPr/>
                </p:nvSpPr>
                <p:spPr>
                  <a:xfrm rot="-1065335">
                    <a:off x="6284372" y="1976877"/>
                    <a:ext cx="1503" cy="387898"/>
                  </a:xfrm>
                  <a:custGeom>
                    <a:avLst/>
                    <a:gdLst/>
                    <a:ahLst/>
                    <a:cxnLst/>
                    <a:rect l="l" t="t" r="r" b="b"/>
                    <a:pathLst>
                      <a:path w="1503" h="387843" extrusionOk="0">
                        <a:moveTo>
                          <a:pt x="762" y="131"/>
                        </a:moveTo>
                        <a:lnTo>
                          <a:pt x="2265" y="131"/>
                        </a:lnTo>
                        <a:lnTo>
                          <a:pt x="2265" y="387975"/>
                        </a:lnTo>
                        <a:lnTo>
                          <a:pt x="762" y="387975"/>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1289" name="Google Shape;1289;p47"/>
              <p:cNvGrpSpPr/>
              <p:nvPr/>
            </p:nvGrpSpPr>
            <p:grpSpPr>
              <a:xfrm>
                <a:off x="6210529" y="1895940"/>
                <a:ext cx="474193" cy="444921"/>
                <a:chOff x="6210529" y="1895940"/>
                <a:chExt cx="474193" cy="444921"/>
              </a:xfrm>
            </p:grpSpPr>
            <p:grpSp>
              <p:nvGrpSpPr>
                <p:cNvPr id="1290" name="Google Shape;1290;p47"/>
                <p:cNvGrpSpPr/>
                <p:nvPr/>
              </p:nvGrpSpPr>
              <p:grpSpPr>
                <a:xfrm>
                  <a:off x="6210529" y="1895940"/>
                  <a:ext cx="369917" cy="120703"/>
                  <a:chOff x="6210529" y="1895940"/>
                  <a:chExt cx="369917" cy="120703"/>
                </a:xfrm>
              </p:grpSpPr>
              <p:sp>
                <p:nvSpPr>
                  <p:cNvPr id="1291" name="Google Shape;1291;p47"/>
                  <p:cNvSpPr/>
                  <p:nvPr/>
                </p:nvSpPr>
                <p:spPr>
                  <a:xfrm>
                    <a:off x="6210725" y="1897073"/>
                    <a:ext cx="369253" cy="118740"/>
                  </a:xfrm>
                  <a:custGeom>
                    <a:avLst/>
                    <a:gdLst/>
                    <a:ahLst/>
                    <a:cxnLst/>
                    <a:rect l="l" t="t" r="r" b="b"/>
                    <a:pathLst>
                      <a:path w="369253" h="118740" extrusionOk="0">
                        <a:moveTo>
                          <a:pt x="0" y="118740"/>
                        </a:moveTo>
                        <a:lnTo>
                          <a:pt x="369254" y="0"/>
                        </a:lnTo>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92" name="Google Shape;1292;p47"/>
                  <p:cNvSpPr/>
                  <p:nvPr/>
                </p:nvSpPr>
                <p:spPr>
                  <a:xfrm rot="-1073513">
                    <a:off x="6201373" y="1955540"/>
                    <a:ext cx="388230" cy="1503"/>
                  </a:xfrm>
                  <a:custGeom>
                    <a:avLst/>
                    <a:gdLst/>
                    <a:ahLst/>
                    <a:cxnLst/>
                    <a:rect l="l" t="t" r="r" b="b"/>
                    <a:pathLst>
                      <a:path w="387879" h="1502" extrusionOk="0">
                        <a:moveTo>
                          <a:pt x="762" y="131"/>
                        </a:moveTo>
                        <a:lnTo>
                          <a:pt x="388641" y="131"/>
                        </a:lnTo>
                        <a:lnTo>
                          <a:pt x="388641" y="1634"/>
                        </a:lnTo>
                        <a:lnTo>
                          <a:pt x="762" y="1634"/>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293" name="Google Shape;1293;p47"/>
                <p:cNvGrpSpPr/>
                <p:nvPr/>
              </p:nvGrpSpPr>
              <p:grpSpPr>
                <a:xfrm>
                  <a:off x="6236607" y="1977018"/>
                  <a:ext cx="369916" cy="120703"/>
                  <a:chOff x="6236607" y="1977018"/>
                  <a:chExt cx="369916" cy="120703"/>
                </a:xfrm>
              </p:grpSpPr>
              <p:sp>
                <p:nvSpPr>
                  <p:cNvPr id="1294" name="Google Shape;1294;p47"/>
                  <p:cNvSpPr/>
                  <p:nvPr/>
                </p:nvSpPr>
                <p:spPr>
                  <a:xfrm>
                    <a:off x="6236799" y="1978142"/>
                    <a:ext cx="369252" cy="118740"/>
                  </a:xfrm>
                  <a:custGeom>
                    <a:avLst/>
                    <a:gdLst/>
                    <a:ahLst/>
                    <a:cxnLst/>
                    <a:rect l="l" t="t" r="r" b="b"/>
                    <a:pathLst>
                      <a:path w="369252" h="118740" extrusionOk="0">
                        <a:moveTo>
                          <a:pt x="0" y="118740"/>
                        </a:moveTo>
                        <a:lnTo>
                          <a:pt x="369253" y="0"/>
                        </a:lnTo>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95" name="Google Shape;1295;p47"/>
                  <p:cNvSpPr/>
                  <p:nvPr/>
                </p:nvSpPr>
                <p:spPr>
                  <a:xfrm rot="-1073513">
                    <a:off x="6227450" y="2036618"/>
                    <a:ext cx="388229" cy="1503"/>
                  </a:xfrm>
                  <a:custGeom>
                    <a:avLst/>
                    <a:gdLst/>
                    <a:ahLst/>
                    <a:cxnLst/>
                    <a:rect l="l" t="t" r="r" b="b"/>
                    <a:pathLst>
                      <a:path w="387878" h="1502" extrusionOk="0">
                        <a:moveTo>
                          <a:pt x="762" y="131"/>
                        </a:moveTo>
                        <a:lnTo>
                          <a:pt x="388641" y="131"/>
                        </a:lnTo>
                        <a:lnTo>
                          <a:pt x="388641" y="1634"/>
                        </a:lnTo>
                        <a:lnTo>
                          <a:pt x="762" y="1634"/>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296" name="Google Shape;1296;p47"/>
                <p:cNvGrpSpPr/>
                <p:nvPr/>
              </p:nvGrpSpPr>
              <p:grpSpPr>
                <a:xfrm>
                  <a:off x="6262660" y="2058020"/>
                  <a:ext cx="369916" cy="120703"/>
                  <a:chOff x="6262660" y="2058020"/>
                  <a:chExt cx="369916" cy="120703"/>
                </a:xfrm>
              </p:grpSpPr>
              <p:sp>
                <p:nvSpPr>
                  <p:cNvPr id="1297" name="Google Shape;1297;p47"/>
                  <p:cNvSpPr/>
                  <p:nvPr/>
                </p:nvSpPr>
                <p:spPr>
                  <a:xfrm>
                    <a:off x="6262873" y="2059210"/>
                    <a:ext cx="369253" cy="118740"/>
                  </a:xfrm>
                  <a:custGeom>
                    <a:avLst/>
                    <a:gdLst/>
                    <a:ahLst/>
                    <a:cxnLst/>
                    <a:rect l="l" t="t" r="r" b="b"/>
                    <a:pathLst>
                      <a:path w="369253" h="118740" extrusionOk="0">
                        <a:moveTo>
                          <a:pt x="0" y="118740"/>
                        </a:moveTo>
                        <a:lnTo>
                          <a:pt x="369253" y="0"/>
                        </a:lnTo>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98" name="Google Shape;1298;p47"/>
                  <p:cNvSpPr/>
                  <p:nvPr/>
                </p:nvSpPr>
                <p:spPr>
                  <a:xfrm rot="-1073513">
                    <a:off x="6253503" y="2117620"/>
                    <a:ext cx="388229" cy="1503"/>
                  </a:xfrm>
                  <a:custGeom>
                    <a:avLst/>
                    <a:gdLst/>
                    <a:ahLst/>
                    <a:cxnLst/>
                    <a:rect l="l" t="t" r="r" b="b"/>
                    <a:pathLst>
                      <a:path w="387878" h="1502" extrusionOk="0">
                        <a:moveTo>
                          <a:pt x="762" y="131"/>
                        </a:moveTo>
                        <a:lnTo>
                          <a:pt x="388641" y="131"/>
                        </a:lnTo>
                        <a:lnTo>
                          <a:pt x="388641" y="1634"/>
                        </a:lnTo>
                        <a:lnTo>
                          <a:pt x="762" y="1634"/>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299" name="Google Shape;1299;p47"/>
                <p:cNvGrpSpPr/>
                <p:nvPr/>
              </p:nvGrpSpPr>
              <p:grpSpPr>
                <a:xfrm>
                  <a:off x="6288738" y="2139105"/>
                  <a:ext cx="369917" cy="120703"/>
                  <a:chOff x="6288738" y="2139105"/>
                  <a:chExt cx="369917" cy="120703"/>
                </a:xfrm>
              </p:grpSpPr>
              <p:sp>
                <p:nvSpPr>
                  <p:cNvPr id="1300" name="Google Shape;1300;p47"/>
                  <p:cNvSpPr/>
                  <p:nvPr/>
                </p:nvSpPr>
                <p:spPr>
                  <a:xfrm>
                    <a:off x="6288947" y="2140279"/>
                    <a:ext cx="369253" cy="118740"/>
                  </a:xfrm>
                  <a:custGeom>
                    <a:avLst/>
                    <a:gdLst/>
                    <a:ahLst/>
                    <a:cxnLst/>
                    <a:rect l="l" t="t" r="r" b="b"/>
                    <a:pathLst>
                      <a:path w="369253" h="118740" extrusionOk="0">
                        <a:moveTo>
                          <a:pt x="0" y="118740"/>
                        </a:moveTo>
                        <a:lnTo>
                          <a:pt x="369254" y="0"/>
                        </a:lnTo>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301" name="Google Shape;1301;p47"/>
                  <p:cNvSpPr/>
                  <p:nvPr/>
                </p:nvSpPr>
                <p:spPr>
                  <a:xfrm rot="-1073513">
                    <a:off x="6279581" y="2198705"/>
                    <a:ext cx="388230" cy="1503"/>
                  </a:xfrm>
                  <a:custGeom>
                    <a:avLst/>
                    <a:gdLst/>
                    <a:ahLst/>
                    <a:cxnLst/>
                    <a:rect l="l" t="t" r="r" b="b"/>
                    <a:pathLst>
                      <a:path w="387879" h="1502" extrusionOk="0">
                        <a:moveTo>
                          <a:pt x="762" y="131"/>
                        </a:moveTo>
                        <a:lnTo>
                          <a:pt x="388641" y="131"/>
                        </a:lnTo>
                        <a:lnTo>
                          <a:pt x="388641" y="1634"/>
                        </a:lnTo>
                        <a:lnTo>
                          <a:pt x="762" y="1634"/>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302" name="Google Shape;1302;p47"/>
                <p:cNvGrpSpPr/>
                <p:nvPr/>
              </p:nvGrpSpPr>
              <p:grpSpPr>
                <a:xfrm>
                  <a:off x="6314807" y="2220158"/>
                  <a:ext cx="369916" cy="120703"/>
                  <a:chOff x="6314807" y="2220158"/>
                  <a:chExt cx="369916" cy="120703"/>
                </a:xfrm>
              </p:grpSpPr>
              <p:sp>
                <p:nvSpPr>
                  <p:cNvPr id="1303" name="Google Shape;1303;p47"/>
                  <p:cNvSpPr/>
                  <p:nvPr/>
                </p:nvSpPr>
                <p:spPr>
                  <a:xfrm>
                    <a:off x="6315021" y="2221348"/>
                    <a:ext cx="369253" cy="118740"/>
                  </a:xfrm>
                  <a:custGeom>
                    <a:avLst/>
                    <a:gdLst/>
                    <a:ahLst/>
                    <a:cxnLst/>
                    <a:rect l="l" t="t" r="r" b="b"/>
                    <a:pathLst>
                      <a:path w="369253" h="118740" extrusionOk="0">
                        <a:moveTo>
                          <a:pt x="0" y="118740"/>
                        </a:moveTo>
                        <a:lnTo>
                          <a:pt x="369253" y="0"/>
                        </a:lnTo>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304" name="Google Shape;1304;p47"/>
                  <p:cNvSpPr/>
                  <p:nvPr/>
                </p:nvSpPr>
                <p:spPr>
                  <a:xfrm rot="-1073513">
                    <a:off x="6305650" y="2279758"/>
                    <a:ext cx="388229" cy="1503"/>
                  </a:xfrm>
                  <a:custGeom>
                    <a:avLst/>
                    <a:gdLst/>
                    <a:ahLst/>
                    <a:cxnLst/>
                    <a:rect l="l" t="t" r="r" b="b"/>
                    <a:pathLst>
                      <a:path w="387878" h="1502" extrusionOk="0">
                        <a:moveTo>
                          <a:pt x="762" y="131"/>
                        </a:moveTo>
                        <a:lnTo>
                          <a:pt x="388641" y="131"/>
                        </a:lnTo>
                        <a:lnTo>
                          <a:pt x="388641" y="1634"/>
                        </a:lnTo>
                        <a:lnTo>
                          <a:pt x="762" y="1634"/>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grpSp>
          <p:nvGrpSpPr>
            <p:cNvPr id="1305" name="Google Shape;1305;p47"/>
            <p:cNvGrpSpPr/>
            <p:nvPr/>
          </p:nvGrpSpPr>
          <p:grpSpPr>
            <a:xfrm rot="665177">
              <a:off x="5610098" y="1600681"/>
              <a:ext cx="1749145" cy="1081958"/>
              <a:chOff x="6245590" y="1971079"/>
              <a:chExt cx="353561" cy="218700"/>
            </a:xfrm>
          </p:grpSpPr>
          <p:sp>
            <p:nvSpPr>
              <p:cNvPr id="1306" name="Google Shape;1306;p47"/>
              <p:cNvSpPr/>
              <p:nvPr/>
            </p:nvSpPr>
            <p:spPr>
              <a:xfrm>
                <a:off x="6255394" y="1980874"/>
                <a:ext cx="333965" cy="199115"/>
              </a:xfrm>
              <a:custGeom>
                <a:avLst/>
                <a:gdLst/>
                <a:ahLst/>
                <a:cxnLst/>
                <a:rect l="l" t="t" r="r" b="b"/>
                <a:pathLst>
                  <a:path w="333965" h="199115" extrusionOk="0">
                    <a:moveTo>
                      <a:pt x="302174" y="199050"/>
                    </a:moveTo>
                    <a:cubicBezTo>
                      <a:pt x="302332" y="199000"/>
                      <a:pt x="302487" y="198939"/>
                      <a:pt x="302637" y="198869"/>
                    </a:cubicBezTo>
                    <a:cubicBezTo>
                      <a:pt x="305060" y="197713"/>
                      <a:pt x="308724" y="195965"/>
                      <a:pt x="334692" y="4541"/>
                    </a:cubicBezTo>
                    <a:cubicBezTo>
                      <a:pt x="334980" y="2413"/>
                      <a:pt x="333488" y="455"/>
                      <a:pt x="331360" y="167"/>
                    </a:cubicBezTo>
                    <a:cubicBezTo>
                      <a:pt x="329231" y="-121"/>
                      <a:pt x="327273" y="1371"/>
                      <a:pt x="326985" y="3499"/>
                    </a:cubicBezTo>
                    <a:cubicBezTo>
                      <a:pt x="318125" y="68817"/>
                      <a:pt x="304294" y="165214"/>
                      <a:pt x="299119" y="188444"/>
                    </a:cubicBezTo>
                    <a:cubicBezTo>
                      <a:pt x="282358" y="171720"/>
                      <a:pt x="215361" y="101953"/>
                      <a:pt x="169605" y="54086"/>
                    </a:cubicBezTo>
                    <a:cubicBezTo>
                      <a:pt x="168732" y="53172"/>
                      <a:pt x="167469" y="52739"/>
                      <a:pt x="166219" y="52925"/>
                    </a:cubicBezTo>
                    <a:cubicBezTo>
                      <a:pt x="164966" y="53102"/>
                      <a:pt x="163880" y="53887"/>
                      <a:pt x="163319" y="55022"/>
                    </a:cubicBezTo>
                    <a:lnTo>
                      <a:pt x="110506" y="159912"/>
                    </a:lnTo>
                    <a:lnTo>
                      <a:pt x="6445" y="105468"/>
                    </a:lnTo>
                    <a:cubicBezTo>
                      <a:pt x="4538" y="104479"/>
                      <a:pt x="2190" y="105222"/>
                      <a:pt x="1200" y="107128"/>
                    </a:cubicBezTo>
                    <a:cubicBezTo>
                      <a:pt x="215" y="109026"/>
                      <a:pt x="947" y="111363"/>
                      <a:pt x="2838" y="112361"/>
                    </a:cubicBezTo>
                    <a:lnTo>
                      <a:pt x="110400" y="168636"/>
                    </a:lnTo>
                    <a:cubicBezTo>
                      <a:pt x="112331" y="169569"/>
                      <a:pt x="114653" y="168822"/>
                      <a:pt x="115679" y="166939"/>
                    </a:cubicBezTo>
                    <a:lnTo>
                      <a:pt x="167790" y="63440"/>
                    </a:lnTo>
                    <a:cubicBezTo>
                      <a:pt x="208879" y="106415"/>
                      <a:pt x="295152" y="196458"/>
                      <a:pt x="298811" y="198680"/>
                    </a:cubicBezTo>
                    <a:cubicBezTo>
                      <a:pt x="299830" y="199273"/>
                      <a:pt x="301051" y="199407"/>
                      <a:pt x="302174" y="199050"/>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307" name="Google Shape;1307;p47"/>
              <p:cNvSpPr/>
              <p:nvPr/>
            </p:nvSpPr>
            <p:spPr>
              <a:xfrm>
                <a:off x="6571785" y="1971079"/>
                <a:ext cx="27366" cy="27363"/>
              </a:xfrm>
              <a:custGeom>
                <a:avLst/>
                <a:gdLst/>
                <a:ahLst/>
                <a:cxnLst/>
                <a:rect l="l" t="t" r="r" b="b"/>
                <a:pathLst>
                  <a:path w="27366" h="27363" extrusionOk="0">
                    <a:moveTo>
                      <a:pt x="1423" y="18002"/>
                    </a:moveTo>
                    <a:cubicBezTo>
                      <a:pt x="3736" y="25193"/>
                      <a:pt x="11442" y="29147"/>
                      <a:pt x="18634" y="26834"/>
                    </a:cubicBezTo>
                    <a:cubicBezTo>
                      <a:pt x="25826" y="24521"/>
                      <a:pt x="29781" y="16816"/>
                      <a:pt x="27467" y="9625"/>
                    </a:cubicBezTo>
                    <a:cubicBezTo>
                      <a:pt x="25154" y="2434"/>
                      <a:pt x="17449" y="-1521"/>
                      <a:pt x="10257" y="792"/>
                    </a:cubicBezTo>
                    <a:cubicBezTo>
                      <a:pt x="3065" y="3104"/>
                      <a:pt x="-890" y="10809"/>
                      <a:pt x="1422" y="18000"/>
                    </a:cubicBezTo>
                    <a:cubicBezTo>
                      <a:pt x="1423" y="18001"/>
                      <a:pt x="1423" y="18001"/>
                      <a:pt x="1423" y="18001"/>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308" name="Google Shape;1308;p47"/>
              <p:cNvSpPr/>
              <p:nvPr/>
            </p:nvSpPr>
            <p:spPr>
              <a:xfrm>
                <a:off x="6541777" y="2162416"/>
                <a:ext cx="27365" cy="27363"/>
              </a:xfrm>
              <a:custGeom>
                <a:avLst/>
                <a:gdLst/>
                <a:ahLst/>
                <a:cxnLst/>
                <a:rect l="l" t="t" r="r" b="b"/>
                <a:pathLst>
                  <a:path w="27365" h="27363" extrusionOk="0">
                    <a:moveTo>
                      <a:pt x="1423" y="18001"/>
                    </a:moveTo>
                    <a:cubicBezTo>
                      <a:pt x="3736" y="25192"/>
                      <a:pt x="11442" y="29147"/>
                      <a:pt x="18633" y="26834"/>
                    </a:cubicBezTo>
                    <a:cubicBezTo>
                      <a:pt x="25825" y="24521"/>
                      <a:pt x="29780" y="16816"/>
                      <a:pt x="27467" y="9625"/>
                    </a:cubicBezTo>
                    <a:cubicBezTo>
                      <a:pt x="25154" y="2434"/>
                      <a:pt x="17449" y="-1521"/>
                      <a:pt x="10257" y="792"/>
                    </a:cubicBezTo>
                    <a:cubicBezTo>
                      <a:pt x="3065" y="3104"/>
                      <a:pt x="-890" y="10808"/>
                      <a:pt x="1422" y="17999"/>
                    </a:cubicBezTo>
                    <a:cubicBezTo>
                      <a:pt x="1423" y="18000"/>
                      <a:pt x="1423" y="18001"/>
                      <a:pt x="1423" y="18001"/>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309" name="Google Shape;1309;p47"/>
              <p:cNvSpPr/>
              <p:nvPr/>
            </p:nvSpPr>
            <p:spPr>
              <a:xfrm>
                <a:off x="6407742" y="2023830"/>
                <a:ext cx="27366" cy="27363"/>
              </a:xfrm>
              <a:custGeom>
                <a:avLst/>
                <a:gdLst/>
                <a:ahLst/>
                <a:cxnLst/>
                <a:rect l="l" t="t" r="r" b="b"/>
                <a:pathLst>
                  <a:path w="27366" h="27363" extrusionOk="0">
                    <a:moveTo>
                      <a:pt x="1423" y="18001"/>
                    </a:moveTo>
                    <a:cubicBezTo>
                      <a:pt x="3736" y="25193"/>
                      <a:pt x="11441" y="29147"/>
                      <a:pt x="18633" y="26835"/>
                    </a:cubicBezTo>
                    <a:cubicBezTo>
                      <a:pt x="25826" y="24522"/>
                      <a:pt x="29781" y="16817"/>
                      <a:pt x="27468" y="9625"/>
                    </a:cubicBezTo>
                    <a:cubicBezTo>
                      <a:pt x="25155" y="2434"/>
                      <a:pt x="17449" y="-1521"/>
                      <a:pt x="10257" y="792"/>
                    </a:cubicBezTo>
                    <a:cubicBezTo>
                      <a:pt x="3065" y="3105"/>
                      <a:pt x="-891" y="10810"/>
                      <a:pt x="1423" y="18001"/>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310" name="Google Shape;1310;p47"/>
              <p:cNvSpPr/>
              <p:nvPr/>
            </p:nvSpPr>
            <p:spPr>
              <a:xfrm>
                <a:off x="6352740" y="2130970"/>
                <a:ext cx="27366" cy="27363"/>
              </a:xfrm>
              <a:custGeom>
                <a:avLst/>
                <a:gdLst/>
                <a:ahLst/>
                <a:cxnLst/>
                <a:rect l="l" t="t" r="r" b="b"/>
                <a:pathLst>
                  <a:path w="27366" h="27363" extrusionOk="0">
                    <a:moveTo>
                      <a:pt x="1423" y="18001"/>
                    </a:moveTo>
                    <a:cubicBezTo>
                      <a:pt x="3736" y="25193"/>
                      <a:pt x="11441" y="29147"/>
                      <a:pt x="18633" y="26834"/>
                    </a:cubicBezTo>
                    <a:cubicBezTo>
                      <a:pt x="25826" y="24522"/>
                      <a:pt x="29781" y="16817"/>
                      <a:pt x="27468" y="9625"/>
                    </a:cubicBezTo>
                    <a:cubicBezTo>
                      <a:pt x="25155" y="2434"/>
                      <a:pt x="17449" y="-1521"/>
                      <a:pt x="10257" y="792"/>
                    </a:cubicBezTo>
                    <a:cubicBezTo>
                      <a:pt x="3065" y="3105"/>
                      <a:pt x="-891" y="10809"/>
                      <a:pt x="1423" y="18001"/>
                    </a:cubicBezTo>
                    <a:cubicBezTo>
                      <a:pt x="1423" y="18001"/>
                      <a:pt x="1423" y="18001"/>
                      <a:pt x="1423" y="18001"/>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311" name="Google Shape;1311;p47"/>
              <p:cNvSpPr/>
              <p:nvPr/>
            </p:nvSpPr>
            <p:spPr>
              <a:xfrm>
                <a:off x="6245590" y="2075973"/>
                <a:ext cx="27366" cy="27363"/>
              </a:xfrm>
              <a:custGeom>
                <a:avLst/>
                <a:gdLst/>
                <a:ahLst/>
                <a:cxnLst/>
                <a:rect l="l" t="t" r="r" b="b"/>
                <a:pathLst>
                  <a:path w="27366" h="27363" extrusionOk="0">
                    <a:moveTo>
                      <a:pt x="1423" y="18001"/>
                    </a:moveTo>
                    <a:cubicBezTo>
                      <a:pt x="3736" y="25193"/>
                      <a:pt x="11441" y="29148"/>
                      <a:pt x="18633" y="26835"/>
                    </a:cubicBezTo>
                    <a:cubicBezTo>
                      <a:pt x="25826" y="24522"/>
                      <a:pt x="29781" y="16817"/>
                      <a:pt x="27468" y="9626"/>
                    </a:cubicBezTo>
                    <a:cubicBezTo>
                      <a:pt x="25155" y="2434"/>
                      <a:pt x="17449" y="-1521"/>
                      <a:pt x="10257" y="792"/>
                    </a:cubicBezTo>
                    <a:cubicBezTo>
                      <a:pt x="3065" y="3105"/>
                      <a:pt x="-891" y="10809"/>
                      <a:pt x="1423" y="18001"/>
                    </a:cubicBezTo>
                    <a:cubicBezTo>
                      <a:pt x="1423" y="18001"/>
                      <a:pt x="1423" y="18001"/>
                      <a:pt x="1423" y="18001"/>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312" name="Google Shape;1312;p47"/>
            <p:cNvGrpSpPr/>
            <p:nvPr/>
          </p:nvGrpSpPr>
          <p:grpSpPr>
            <a:xfrm rot="-198508">
              <a:off x="5506586" y="2692556"/>
              <a:ext cx="988248" cy="1158669"/>
              <a:chOff x="7027288" y="4687856"/>
              <a:chExt cx="336678" cy="394710"/>
            </a:xfrm>
          </p:grpSpPr>
          <p:sp>
            <p:nvSpPr>
              <p:cNvPr id="1313" name="Google Shape;1313;p47"/>
              <p:cNvSpPr/>
              <p:nvPr/>
            </p:nvSpPr>
            <p:spPr>
              <a:xfrm rot="-154594">
                <a:off x="7180653" y="4688507"/>
                <a:ext cx="31271" cy="101655"/>
              </a:xfrm>
              <a:custGeom>
                <a:avLst/>
                <a:gdLst/>
                <a:ahLst/>
                <a:cxnLst/>
                <a:rect l="l" t="t" r="r" b="b"/>
                <a:pathLst>
                  <a:path w="31239" h="101552" extrusionOk="0">
                    <a:moveTo>
                      <a:pt x="31431" y="13093"/>
                    </a:moveTo>
                    <a:lnTo>
                      <a:pt x="23706" y="91127"/>
                    </a:lnTo>
                    <a:cubicBezTo>
                      <a:pt x="23076" y="97586"/>
                      <a:pt x="17326" y="102311"/>
                      <a:pt x="10864" y="101680"/>
                    </a:cubicBezTo>
                    <a:cubicBezTo>
                      <a:pt x="4402" y="101050"/>
                      <a:pt x="-325" y="95303"/>
                      <a:pt x="305" y="88844"/>
                    </a:cubicBezTo>
                    <a:cubicBezTo>
                      <a:pt x="307" y="88833"/>
                      <a:pt x="308" y="88823"/>
                      <a:pt x="309" y="88813"/>
                    </a:cubicBezTo>
                    <a:lnTo>
                      <a:pt x="8033" y="10779"/>
                    </a:lnTo>
                    <a:cubicBezTo>
                      <a:pt x="8672" y="4321"/>
                      <a:pt x="14428" y="-397"/>
                      <a:pt x="20889" y="242"/>
                    </a:cubicBezTo>
                    <a:cubicBezTo>
                      <a:pt x="27350" y="881"/>
                      <a:pt x="32070" y="6634"/>
                      <a:pt x="31431" y="13093"/>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314" name="Google Shape;1314;p47"/>
              <p:cNvSpPr/>
              <p:nvPr/>
            </p:nvSpPr>
            <p:spPr>
              <a:xfrm>
                <a:off x="7282433" y="4766396"/>
                <a:ext cx="81533" cy="76249"/>
              </a:xfrm>
              <a:custGeom>
                <a:avLst/>
                <a:gdLst/>
                <a:ahLst/>
                <a:cxnLst/>
                <a:rect l="l" t="t" r="r" b="b"/>
                <a:pathLst>
                  <a:path w="81533" h="76249" extrusionOk="0">
                    <a:moveTo>
                      <a:pt x="77944" y="20622"/>
                    </a:moveTo>
                    <a:lnTo>
                      <a:pt x="19908" y="73382"/>
                    </a:lnTo>
                    <a:cubicBezTo>
                      <a:pt x="15101" y="77745"/>
                      <a:pt x="7666" y="77386"/>
                      <a:pt x="3302" y="72582"/>
                    </a:cubicBezTo>
                    <a:cubicBezTo>
                      <a:pt x="-1058" y="67783"/>
                      <a:pt x="-706" y="60362"/>
                      <a:pt x="4088" y="55996"/>
                    </a:cubicBezTo>
                    <a:lnTo>
                      <a:pt x="62124" y="3235"/>
                    </a:lnTo>
                    <a:cubicBezTo>
                      <a:pt x="66931" y="-1127"/>
                      <a:pt x="74366" y="-769"/>
                      <a:pt x="78730" y="4036"/>
                    </a:cubicBezTo>
                    <a:cubicBezTo>
                      <a:pt x="83090" y="8835"/>
                      <a:pt x="82738" y="16256"/>
                      <a:pt x="77944" y="20622"/>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315" name="Google Shape;1315;p47"/>
              <p:cNvSpPr/>
              <p:nvPr/>
            </p:nvSpPr>
            <p:spPr>
              <a:xfrm rot="-1293721">
                <a:off x="7043296" y="4741387"/>
                <a:ext cx="51223" cy="96867"/>
              </a:xfrm>
              <a:custGeom>
                <a:avLst/>
                <a:gdLst/>
                <a:ahLst/>
                <a:cxnLst/>
                <a:rect l="l" t="t" r="r" b="b"/>
                <a:pathLst>
                  <a:path w="51224" h="96869" extrusionOk="0">
                    <a:moveTo>
                      <a:pt x="23006" y="7787"/>
                    </a:moveTo>
                    <a:lnTo>
                      <a:pt x="50713" y="81149"/>
                    </a:lnTo>
                    <a:cubicBezTo>
                      <a:pt x="53006" y="87221"/>
                      <a:pt x="49941" y="94001"/>
                      <a:pt x="43867" y="96293"/>
                    </a:cubicBezTo>
                    <a:cubicBezTo>
                      <a:pt x="37793" y="98585"/>
                      <a:pt x="31010" y="95521"/>
                      <a:pt x="28717" y="89450"/>
                    </a:cubicBezTo>
                    <a:lnTo>
                      <a:pt x="1010" y="16088"/>
                    </a:lnTo>
                    <a:cubicBezTo>
                      <a:pt x="-1283" y="10017"/>
                      <a:pt x="1782" y="3237"/>
                      <a:pt x="7856" y="945"/>
                    </a:cubicBezTo>
                    <a:cubicBezTo>
                      <a:pt x="13930" y="-1348"/>
                      <a:pt x="20713" y="1716"/>
                      <a:pt x="23006" y="7788"/>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316" name="Google Shape;1316;p47"/>
              <p:cNvSpPr/>
              <p:nvPr/>
            </p:nvSpPr>
            <p:spPr>
              <a:xfrm>
                <a:off x="7168557" y="5051205"/>
                <a:ext cx="31375" cy="31361"/>
              </a:xfrm>
              <a:custGeom>
                <a:avLst/>
                <a:gdLst/>
                <a:ahLst/>
                <a:cxnLst/>
                <a:rect l="l" t="t" r="r" b="b"/>
                <a:pathLst>
                  <a:path w="31375" h="31361" extrusionOk="0">
                    <a:moveTo>
                      <a:pt x="31601" y="16713"/>
                    </a:moveTo>
                    <a:cubicBezTo>
                      <a:pt x="31132" y="25360"/>
                      <a:pt x="23739" y="31990"/>
                      <a:pt x="15088" y="31522"/>
                    </a:cubicBezTo>
                    <a:cubicBezTo>
                      <a:pt x="6437" y="31053"/>
                      <a:pt x="-196" y="23664"/>
                      <a:pt x="272" y="15017"/>
                    </a:cubicBezTo>
                    <a:cubicBezTo>
                      <a:pt x="741" y="6369"/>
                      <a:pt x="8134" y="-261"/>
                      <a:pt x="16785" y="207"/>
                    </a:cubicBezTo>
                    <a:cubicBezTo>
                      <a:pt x="25436" y="675"/>
                      <a:pt x="32069" y="8064"/>
                      <a:pt x="31601" y="16711"/>
                    </a:cubicBezTo>
                    <a:cubicBezTo>
                      <a:pt x="31601" y="16712"/>
                      <a:pt x="31601" y="16712"/>
                      <a:pt x="31601" y="16713"/>
                    </a:cubicBez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317" name="Google Shape;1317;p47"/>
              <p:cNvSpPr/>
              <p:nvPr/>
            </p:nvSpPr>
            <p:spPr>
              <a:xfrm>
                <a:off x="7117980" y="4814825"/>
                <a:ext cx="150869" cy="211983"/>
              </a:xfrm>
              <a:custGeom>
                <a:avLst/>
                <a:gdLst/>
                <a:ahLst/>
                <a:cxnLst/>
                <a:rect l="l" t="t" r="r" b="b"/>
                <a:pathLst>
                  <a:path w="150869" h="211983" extrusionOk="0">
                    <a:moveTo>
                      <a:pt x="151007" y="79643"/>
                    </a:moveTo>
                    <a:cubicBezTo>
                      <a:pt x="153258" y="38072"/>
                      <a:pt x="121369" y="2547"/>
                      <a:pt x="79779" y="296"/>
                    </a:cubicBezTo>
                    <a:cubicBezTo>
                      <a:pt x="38189" y="-1954"/>
                      <a:pt x="2649" y="29921"/>
                      <a:pt x="398" y="71493"/>
                    </a:cubicBezTo>
                    <a:cubicBezTo>
                      <a:pt x="-762" y="92894"/>
                      <a:pt x="4821" y="175098"/>
                      <a:pt x="18424" y="189579"/>
                    </a:cubicBezTo>
                    <a:lnTo>
                      <a:pt x="17650" y="196622"/>
                    </a:lnTo>
                    <a:cubicBezTo>
                      <a:pt x="17336" y="202405"/>
                      <a:pt x="21773" y="207347"/>
                      <a:pt x="27559" y="207660"/>
                    </a:cubicBezTo>
                    <a:lnTo>
                      <a:pt x="110573" y="212152"/>
                    </a:lnTo>
                    <a:cubicBezTo>
                      <a:pt x="116358" y="212465"/>
                      <a:pt x="121301" y="208031"/>
                      <a:pt x="121615" y="202248"/>
                    </a:cubicBezTo>
                    <a:cubicBezTo>
                      <a:pt x="121615" y="202248"/>
                      <a:pt x="121615" y="202248"/>
                      <a:pt x="121615" y="202248"/>
                    </a:cubicBezTo>
                    <a:lnTo>
                      <a:pt x="122389" y="195206"/>
                    </a:lnTo>
                    <a:cubicBezTo>
                      <a:pt x="137477" y="182277"/>
                      <a:pt x="149848" y="101044"/>
                      <a:pt x="151007" y="79643"/>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318" name="Google Shape;1318;p47"/>
              <p:cNvSpPr/>
              <p:nvPr/>
            </p:nvSpPr>
            <p:spPr>
              <a:xfrm>
                <a:off x="7128277" y="5017711"/>
                <a:ext cx="116236" cy="17144"/>
              </a:xfrm>
              <a:custGeom>
                <a:avLst/>
                <a:gdLst/>
                <a:ahLst/>
                <a:cxnLst/>
                <a:rect l="l" t="t" r="r" b="b"/>
                <a:pathLst>
                  <a:path w="116236" h="17144" extrusionOk="0">
                    <a:moveTo>
                      <a:pt x="110434" y="17320"/>
                    </a:moveTo>
                    <a:lnTo>
                      <a:pt x="5679" y="11651"/>
                    </a:lnTo>
                    <a:cubicBezTo>
                      <a:pt x="2513" y="11480"/>
                      <a:pt x="86" y="8776"/>
                      <a:pt x="258" y="5612"/>
                    </a:cubicBezTo>
                    <a:lnTo>
                      <a:pt x="258" y="5612"/>
                    </a:lnTo>
                    <a:cubicBezTo>
                      <a:pt x="429" y="2448"/>
                      <a:pt x="3134" y="21"/>
                      <a:pt x="6299" y="193"/>
                    </a:cubicBezTo>
                    <a:cubicBezTo>
                      <a:pt x="6299" y="193"/>
                      <a:pt x="6300" y="193"/>
                      <a:pt x="6300" y="193"/>
                    </a:cubicBezTo>
                    <a:lnTo>
                      <a:pt x="111055" y="5861"/>
                    </a:lnTo>
                    <a:cubicBezTo>
                      <a:pt x="114220" y="6032"/>
                      <a:pt x="116648" y="8736"/>
                      <a:pt x="116477" y="11900"/>
                    </a:cubicBezTo>
                    <a:cubicBezTo>
                      <a:pt x="116477" y="11900"/>
                      <a:pt x="116477" y="11900"/>
                      <a:pt x="116477" y="11901"/>
                    </a:cubicBezTo>
                    <a:lnTo>
                      <a:pt x="116477" y="11901"/>
                    </a:lnTo>
                    <a:cubicBezTo>
                      <a:pt x="116305" y="15065"/>
                      <a:pt x="113601" y="17491"/>
                      <a:pt x="110435" y="17320"/>
                    </a:cubicBezTo>
                    <a:cubicBezTo>
                      <a:pt x="110435" y="17320"/>
                      <a:pt x="110434" y="17320"/>
                      <a:pt x="110434" y="17320"/>
                    </a:cubicBez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319" name="Google Shape;1319;p47"/>
              <p:cNvSpPr/>
              <p:nvPr/>
            </p:nvSpPr>
            <p:spPr>
              <a:xfrm>
                <a:off x="7136155" y="5029357"/>
                <a:ext cx="99008" cy="39144"/>
              </a:xfrm>
              <a:custGeom>
                <a:avLst/>
                <a:gdLst/>
                <a:ahLst/>
                <a:cxnLst/>
                <a:rect l="l" t="t" r="r" b="b"/>
                <a:pathLst>
                  <a:path w="99008" h="39144" extrusionOk="0">
                    <a:moveTo>
                      <a:pt x="1099" y="184"/>
                    </a:moveTo>
                    <a:lnTo>
                      <a:pt x="278" y="15345"/>
                    </a:lnTo>
                    <a:cubicBezTo>
                      <a:pt x="-311" y="26230"/>
                      <a:pt x="8040" y="35532"/>
                      <a:pt x="18930" y="36121"/>
                    </a:cubicBezTo>
                    <a:lnTo>
                      <a:pt x="77650" y="39299"/>
                    </a:lnTo>
                    <a:cubicBezTo>
                      <a:pt x="88540" y="39888"/>
                      <a:pt x="97846" y="31542"/>
                      <a:pt x="98436" y="20657"/>
                    </a:cubicBezTo>
                    <a:lnTo>
                      <a:pt x="99258" y="5496"/>
                    </a:ln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320" name="Google Shape;1320;p47"/>
              <p:cNvSpPr/>
              <p:nvPr/>
            </p:nvSpPr>
            <p:spPr>
              <a:xfrm>
                <a:off x="7139778" y="4831672"/>
                <a:ext cx="53643" cy="59002"/>
              </a:xfrm>
              <a:custGeom>
                <a:avLst/>
                <a:gdLst/>
                <a:ahLst/>
                <a:cxnLst/>
                <a:rect l="l" t="t" r="r" b="b"/>
                <a:pathLst>
                  <a:path w="53643" h="59002" extrusionOk="0">
                    <a:moveTo>
                      <a:pt x="41976" y="42094"/>
                    </a:moveTo>
                    <a:cubicBezTo>
                      <a:pt x="29663" y="56872"/>
                      <a:pt x="13007" y="63295"/>
                      <a:pt x="4775" y="56442"/>
                    </a:cubicBezTo>
                    <a:cubicBezTo>
                      <a:pt x="-3457" y="49589"/>
                      <a:pt x="-148" y="32054"/>
                      <a:pt x="12166" y="17276"/>
                    </a:cubicBezTo>
                    <a:cubicBezTo>
                      <a:pt x="24480" y="2499"/>
                      <a:pt x="41135" y="-3925"/>
                      <a:pt x="49367" y="2929"/>
                    </a:cubicBezTo>
                    <a:cubicBezTo>
                      <a:pt x="57598" y="9782"/>
                      <a:pt x="54290" y="27317"/>
                      <a:pt x="41976" y="42094"/>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sp>
        <p:nvSpPr>
          <p:cNvPr id="6" name="TextBox 5">
            <a:extLst>
              <a:ext uri="{FF2B5EF4-FFF2-40B4-BE49-F238E27FC236}">
                <a16:creationId xmlns:a16="http://schemas.microsoft.com/office/drawing/2014/main" id="{B3BDCC06-2C0A-8748-4270-61207076B65A}"/>
              </a:ext>
            </a:extLst>
          </p:cNvPr>
          <p:cNvSpPr txBox="1"/>
          <p:nvPr/>
        </p:nvSpPr>
        <p:spPr>
          <a:xfrm>
            <a:off x="528126" y="1364000"/>
            <a:ext cx="5293415" cy="3424014"/>
          </a:xfrm>
          <a:prstGeom prst="rect">
            <a:avLst/>
          </a:prstGeom>
          <a:noFill/>
        </p:spPr>
        <p:txBody>
          <a:bodyPr wrap="square" rtlCol="0">
            <a:spAutoFit/>
          </a:bodyPr>
          <a:lstStyle/>
          <a:p>
            <a:pPr>
              <a:lnSpc>
                <a:spcPct val="150000"/>
              </a:lnSpc>
            </a:pPr>
            <a:r>
              <a:rPr lang="en-US" sz="1500" dirty="0">
                <a:solidFill>
                  <a:schemeClr val="tx1"/>
                </a:solidFill>
                <a:latin typeface="Roboto" panose="02000000000000000000" pitchFamily="2" charset="0"/>
                <a:ea typeface="Roboto" panose="02000000000000000000" pitchFamily="2" charset="0"/>
                <a:cs typeface="Roboto" panose="02000000000000000000" pitchFamily="2" charset="0"/>
              </a:rPr>
              <a:t>A fraud flag is created to identify suspicious transactions in the dataset. Transactions are marked as </a:t>
            </a:r>
            <a:r>
              <a:rPr lang="en-US" sz="1500" b="1" dirty="0">
                <a:solidFill>
                  <a:schemeClr val="tx1"/>
                </a:solidFill>
                <a:latin typeface="Roboto" panose="02000000000000000000" pitchFamily="2" charset="0"/>
                <a:ea typeface="Roboto" panose="02000000000000000000" pitchFamily="2" charset="0"/>
                <a:cs typeface="Roboto" panose="02000000000000000000" pitchFamily="2" charset="0"/>
              </a:rPr>
              <a:t>fraudulent (1)</a:t>
            </a:r>
            <a:r>
              <a:rPr lang="en-US" sz="1500" dirty="0">
                <a:solidFill>
                  <a:schemeClr val="tx1"/>
                </a:solidFill>
                <a:latin typeface="Roboto" panose="02000000000000000000" pitchFamily="2" charset="0"/>
                <a:ea typeface="Roboto" panose="02000000000000000000" pitchFamily="2" charset="0"/>
                <a:cs typeface="Roboto" panose="02000000000000000000" pitchFamily="2" charset="0"/>
              </a:rPr>
              <a:t> if they show unusual behavior such as:</a:t>
            </a:r>
          </a:p>
          <a:p>
            <a:pPr marL="285750" indent="-285750">
              <a:lnSpc>
                <a:spcPct val="150000"/>
              </a:lnSpc>
              <a:buFont typeface="Arial" panose="020B0604020202020204" pitchFamily="34" charset="0"/>
              <a:buChar char="•"/>
            </a:pPr>
            <a:r>
              <a:rPr lang="en-US" sz="1500" dirty="0">
                <a:solidFill>
                  <a:schemeClr val="tx1"/>
                </a:solidFill>
                <a:latin typeface="Roboto" panose="02000000000000000000" pitchFamily="2" charset="0"/>
                <a:ea typeface="Roboto" panose="02000000000000000000" pitchFamily="2" charset="0"/>
                <a:cs typeface="Roboto" panose="02000000000000000000" pitchFamily="2" charset="0"/>
              </a:rPr>
              <a:t>Very high transaction amounts,</a:t>
            </a:r>
          </a:p>
          <a:p>
            <a:pPr marL="285750" indent="-285750">
              <a:lnSpc>
                <a:spcPct val="150000"/>
              </a:lnSpc>
              <a:buFont typeface="Arial" panose="020B0604020202020204" pitchFamily="34" charset="0"/>
              <a:buChar char="•"/>
            </a:pPr>
            <a:r>
              <a:rPr lang="en-US" sz="1500" dirty="0">
                <a:solidFill>
                  <a:schemeClr val="tx1"/>
                </a:solidFill>
                <a:latin typeface="Roboto" panose="02000000000000000000" pitchFamily="2" charset="0"/>
                <a:ea typeface="Roboto" panose="02000000000000000000" pitchFamily="2" charset="0"/>
                <a:cs typeface="Roboto" panose="02000000000000000000" pitchFamily="2" charset="0"/>
              </a:rPr>
              <a:t>Failed or suspicious status, or</a:t>
            </a:r>
          </a:p>
          <a:p>
            <a:pPr marL="285750" indent="-285750">
              <a:lnSpc>
                <a:spcPct val="150000"/>
              </a:lnSpc>
              <a:buFont typeface="Arial" panose="020B0604020202020204" pitchFamily="34" charset="0"/>
              <a:buChar char="•"/>
            </a:pPr>
            <a:r>
              <a:rPr lang="en-US" sz="1500" dirty="0">
                <a:solidFill>
                  <a:schemeClr val="tx1"/>
                </a:solidFill>
                <a:latin typeface="Roboto" panose="02000000000000000000" pitchFamily="2" charset="0"/>
                <a:ea typeface="Roboto" panose="02000000000000000000" pitchFamily="2" charset="0"/>
                <a:cs typeface="Roboto" panose="02000000000000000000" pitchFamily="2" charset="0"/>
              </a:rPr>
              <a:t>Transactions made at odd hours.</a:t>
            </a:r>
          </a:p>
          <a:p>
            <a:pPr>
              <a:lnSpc>
                <a:spcPct val="150000"/>
              </a:lnSpc>
            </a:pPr>
            <a:r>
              <a:rPr lang="en-US" sz="1500" dirty="0">
                <a:solidFill>
                  <a:schemeClr val="tx1"/>
                </a:solidFill>
                <a:latin typeface="Roboto" panose="02000000000000000000" pitchFamily="2" charset="0"/>
                <a:ea typeface="Roboto" panose="02000000000000000000" pitchFamily="2" charset="0"/>
                <a:cs typeface="Roboto" panose="02000000000000000000" pitchFamily="2" charset="0"/>
              </a:rPr>
              <a:t>All other transactions are marked as </a:t>
            </a:r>
            <a:r>
              <a:rPr lang="en-US" sz="1500" b="1" dirty="0">
                <a:solidFill>
                  <a:schemeClr val="tx1"/>
                </a:solidFill>
                <a:latin typeface="Roboto" panose="02000000000000000000" pitchFamily="2" charset="0"/>
                <a:ea typeface="Roboto" panose="02000000000000000000" pitchFamily="2" charset="0"/>
                <a:cs typeface="Roboto" panose="02000000000000000000" pitchFamily="2" charset="0"/>
              </a:rPr>
              <a:t>non-fraudulent (0)</a:t>
            </a:r>
            <a:r>
              <a:rPr lang="en-US" sz="1500" dirty="0">
                <a:solidFill>
                  <a:schemeClr val="tx1"/>
                </a:solidFill>
                <a:latin typeface="Roboto" panose="02000000000000000000" pitchFamily="2" charset="0"/>
                <a:ea typeface="Roboto" panose="02000000000000000000" pitchFamily="2" charset="0"/>
                <a:cs typeface="Roboto" panose="02000000000000000000" pitchFamily="2" charset="0"/>
              </a:rPr>
              <a:t>.</a:t>
            </a:r>
            <a:br>
              <a:rPr lang="en-US" sz="15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sz="1500" dirty="0">
                <a:solidFill>
                  <a:schemeClr val="tx1"/>
                </a:solidFill>
                <a:latin typeface="Roboto" panose="02000000000000000000" pitchFamily="2" charset="0"/>
                <a:ea typeface="Roboto" panose="02000000000000000000" pitchFamily="2" charset="0"/>
                <a:cs typeface="Roboto" panose="02000000000000000000" pitchFamily="2" charset="0"/>
              </a:rPr>
              <a:t>This flag helps the model learn and detect future fraud patterns effectively.</a:t>
            </a:r>
          </a:p>
          <a:p>
            <a:endParaRPr lang="en-IN" dirty="0"/>
          </a:p>
        </p:txBody>
      </p:sp>
      <p:sp>
        <p:nvSpPr>
          <p:cNvPr id="7" name="TextBox 6">
            <a:extLst>
              <a:ext uri="{FF2B5EF4-FFF2-40B4-BE49-F238E27FC236}">
                <a16:creationId xmlns:a16="http://schemas.microsoft.com/office/drawing/2014/main" id="{9EBC34F6-DF73-18E9-0F64-32CDE1E2BF7E}"/>
              </a:ext>
            </a:extLst>
          </p:cNvPr>
          <p:cNvSpPr txBox="1"/>
          <p:nvPr/>
        </p:nvSpPr>
        <p:spPr>
          <a:xfrm>
            <a:off x="478686" y="500514"/>
            <a:ext cx="5293415" cy="600164"/>
          </a:xfrm>
          <a:prstGeom prst="rect">
            <a:avLst/>
          </a:prstGeom>
          <a:noFill/>
        </p:spPr>
        <p:txBody>
          <a:bodyPr wrap="square" rtlCol="0">
            <a:spAutoFit/>
          </a:bodyPr>
          <a:lstStyle/>
          <a:p>
            <a:r>
              <a:rPr lang="en-IN" sz="3300" b="1" dirty="0">
                <a:solidFill>
                  <a:schemeClr val="tx1"/>
                </a:solidFill>
                <a:latin typeface="Roboto" panose="02000000000000000000" pitchFamily="2" charset="0"/>
                <a:ea typeface="Roboto" panose="02000000000000000000" pitchFamily="2" charset="0"/>
                <a:cs typeface="Roboto" panose="02000000000000000000" pitchFamily="2" charset="0"/>
              </a:rPr>
              <a:t>FRAUD FLAG CREATION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grpSp>
        <p:nvGrpSpPr>
          <p:cNvPr id="568" name="Google Shape;568;p38"/>
          <p:cNvGrpSpPr/>
          <p:nvPr/>
        </p:nvGrpSpPr>
        <p:grpSpPr>
          <a:xfrm>
            <a:off x="0" y="0"/>
            <a:ext cx="9361641" cy="5737903"/>
            <a:chOff x="19418" y="4743"/>
            <a:chExt cx="9361641" cy="5737903"/>
          </a:xfrm>
        </p:grpSpPr>
        <p:sp>
          <p:nvSpPr>
            <p:cNvPr id="569" name="Google Shape;569;p38"/>
            <p:cNvSpPr/>
            <p:nvPr/>
          </p:nvSpPr>
          <p:spPr>
            <a:xfrm rot="675968" flipH="1">
              <a:off x="4407515" y="1351810"/>
              <a:ext cx="4973544" cy="4390836"/>
            </a:xfrm>
            <a:custGeom>
              <a:avLst/>
              <a:gdLst>
                <a:gd name="connsiteX0" fmla="*/ 915600 w 3985618"/>
                <a:gd name="connsiteY0" fmla="*/ 2152 h 4515722"/>
                <a:gd name="connsiteX1" fmla="*/ 743131 w 3985618"/>
                <a:gd name="connsiteY1" fmla="*/ 1319298 h 4515722"/>
                <a:gd name="connsiteX2" fmla="*/ 1209645 w 3985618"/>
                <a:gd name="connsiteY2" fmla="*/ 1557765 h 4515722"/>
                <a:gd name="connsiteX3" fmla="*/ 1516347 w 3985618"/>
                <a:gd name="connsiteY3" fmla="*/ 2184056 h 4515722"/>
                <a:gd name="connsiteX4" fmla="*/ 1901075 w 3985618"/>
                <a:gd name="connsiteY4" fmla="*/ 2367420 h 4515722"/>
                <a:gd name="connsiteX5" fmla="*/ 2451211 w 3985618"/>
                <a:gd name="connsiteY5" fmla="*/ 2457921 h 4515722"/>
                <a:gd name="connsiteX6" fmla="*/ 2978441 w 3985618"/>
                <a:gd name="connsiteY6" fmla="*/ 2397939 h 4515722"/>
                <a:gd name="connsiteX7" fmla="*/ 3630304 w 3985618"/>
                <a:gd name="connsiteY7" fmla="*/ 2545241 h 4515722"/>
                <a:gd name="connsiteX8" fmla="*/ 3983498 w 3985618"/>
                <a:gd name="connsiteY8" fmla="*/ 3097134 h 4515722"/>
                <a:gd name="connsiteX9" fmla="*/ 3603654 w 3985618"/>
                <a:gd name="connsiteY9" fmla="*/ 4432569 h 4515722"/>
                <a:gd name="connsiteX10" fmla="*/ 3593755 w 3985618"/>
                <a:gd name="connsiteY10" fmla="*/ 4481339 h 4515722"/>
                <a:gd name="connsiteX11" fmla="*/ 3565842 w 3985618"/>
                <a:gd name="connsiteY11" fmla="*/ 4488821 h 4515722"/>
                <a:gd name="connsiteX12" fmla="*/ 2079937 w 3985618"/>
                <a:gd name="connsiteY12" fmla="*/ 4426806 h 4515722"/>
                <a:gd name="connsiteX13" fmla="*/ 1528536 w 3985618"/>
                <a:gd name="connsiteY13" fmla="*/ 4262659 h 4515722"/>
                <a:gd name="connsiteX14" fmla="*/ 572645 w 3985618"/>
                <a:gd name="connsiteY14" fmla="*/ 4081809 h 4515722"/>
                <a:gd name="connsiteX15" fmla="*/ 112618 w 3985618"/>
                <a:gd name="connsiteY15" fmla="*/ 3918065 h 4515722"/>
                <a:gd name="connsiteX16" fmla="*/ 33076 w 3985618"/>
                <a:gd name="connsiteY16" fmla="*/ 3864074 h 4515722"/>
                <a:gd name="connsiteX17" fmla="*/ 761 w 3985618"/>
                <a:gd name="connsiteY17" fmla="*/ 3726957 h 4515722"/>
                <a:gd name="connsiteX18" fmla="*/ 103255 w 3985618"/>
                <a:gd name="connsiteY18" fmla="*/ 1799004 h 4515722"/>
                <a:gd name="connsiteX19" fmla="*/ 915600 w 3985618"/>
                <a:gd name="connsiteY19" fmla="*/ 2152 h 4515722"/>
                <a:gd name="connsiteX0" fmla="*/ 914927 w 3984945"/>
                <a:gd name="connsiteY0" fmla="*/ 2152 h 4515722"/>
                <a:gd name="connsiteX1" fmla="*/ 742458 w 3984945"/>
                <a:gd name="connsiteY1" fmla="*/ 1319298 h 4515722"/>
                <a:gd name="connsiteX2" fmla="*/ 1208972 w 3984945"/>
                <a:gd name="connsiteY2" fmla="*/ 1557765 h 4515722"/>
                <a:gd name="connsiteX3" fmla="*/ 1515674 w 3984945"/>
                <a:gd name="connsiteY3" fmla="*/ 2184056 h 4515722"/>
                <a:gd name="connsiteX4" fmla="*/ 1900402 w 3984945"/>
                <a:gd name="connsiteY4" fmla="*/ 2367420 h 4515722"/>
                <a:gd name="connsiteX5" fmla="*/ 2450538 w 3984945"/>
                <a:gd name="connsiteY5" fmla="*/ 2457921 h 4515722"/>
                <a:gd name="connsiteX6" fmla="*/ 2977768 w 3984945"/>
                <a:gd name="connsiteY6" fmla="*/ 2397939 h 4515722"/>
                <a:gd name="connsiteX7" fmla="*/ 3629631 w 3984945"/>
                <a:gd name="connsiteY7" fmla="*/ 2545241 h 4515722"/>
                <a:gd name="connsiteX8" fmla="*/ 3982825 w 3984945"/>
                <a:gd name="connsiteY8" fmla="*/ 3097134 h 4515722"/>
                <a:gd name="connsiteX9" fmla="*/ 3602981 w 3984945"/>
                <a:gd name="connsiteY9" fmla="*/ 4432569 h 4515722"/>
                <a:gd name="connsiteX10" fmla="*/ 3593082 w 3984945"/>
                <a:gd name="connsiteY10" fmla="*/ 4481339 h 4515722"/>
                <a:gd name="connsiteX11" fmla="*/ 3565169 w 3984945"/>
                <a:gd name="connsiteY11" fmla="*/ 4488821 h 4515722"/>
                <a:gd name="connsiteX12" fmla="*/ 2079264 w 3984945"/>
                <a:gd name="connsiteY12" fmla="*/ 4426806 h 4515722"/>
                <a:gd name="connsiteX13" fmla="*/ 1527863 w 3984945"/>
                <a:gd name="connsiteY13" fmla="*/ 4262659 h 4515722"/>
                <a:gd name="connsiteX14" fmla="*/ 571972 w 3984945"/>
                <a:gd name="connsiteY14" fmla="*/ 4081809 h 4515722"/>
                <a:gd name="connsiteX15" fmla="*/ 111945 w 3984945"/>
                <a:gd name="connsiteY15" fmla="*/ 3918065 h 4515722"/>
                <a:gd name="connsiteX16" fmla="*/ 32403 w 3984945"/>
                <a:gd name="connsiteY16" fmla="*/ 3864074 h 4515722"/>
                <a:gd name="connsiteX17" fmla="*/ 88 w 3984945"/>
                <a:gd name="connsiteY17" fmla="*/ 3726957 h 4515722"/>
                <a:gd name="connsiteX18" fmla="*/ 416050 w 3984945"/>
                <a:gd name="connsiteY18" fmla="*/ 1949778 h 4515722"/>
                <a:gd name="connsiteX19" fmla="*/ 914927 w 3984945"/>
                <a:gd name="connsiteY19" fmla="*/ 2152 h 4515722"/>
                <a:gd name="connsiteX0" fmla="*/ 914927 w 3984945"/>
                <a:gd name="connsiteY0" fmla="*/ 2470 h 4516040"/>
                <a:gd name="connsiteX1" fmla="*/ 1076462 w 3984945"/>
                <a:gd name="connsiteY1" fmla="*/ 1170235 h 4516040"/>
                <a:gd name="connsiteX2" fmla="*/ 1208972 w 3984945"/>
                <a:gd name="connsiteY2" fmla="*/ 1558083 h 4516040"/>
                <a:gd name="connsiteX3" fmla="*/ 1515674 w 3984945"/>
                <a:gd name="connsiteY3" fmla="*/ 2184374 h 4516040"/>
                <a:gd name="connsiteX4" fmla="*/ 1900402 w 3984945"/>
                <a:gd name="connsiteY4" fmla="*/ 2367738 h 4516040"/>
                <a:gd name="connsiteX5" fmla="*/ 2450538 w 3984945"/>
                <a:gd name="connsiteY5" fmla="*/ 2458239 h 4516040"/>
                <a:gd name="connsiteX6" fmla="*/ 2977768 w 3984945"/>
                <a:gd name="connsiteY6" fmla="*/ 2398257 h 4516040"/>
                <a:gd name="connsiteX7" fmla="*/ 3629631 w 3984945"/>
                <a:gd name="connsiteY7" fmla="*/ 2545559 h 4516040"/>
                <a:gd name="connsiteX8" fmla="*/ 3982825 w 3984945"/>
                <a:gd name="connsiteY8" fmla="*/ 3097452 h 4516040"/>
                <a:gd name="connsiteX9" fmla="*/ 3602981 w 3984945"/>
                <a:gd name="connsiteY9" fmla="*/ 4432887 h 4516040"/>
                <a:gd name="connsiteX10" fmla="*/ 3593082 w 3984945"/>
                <a:gd name="connsiteY10" fmla="*/ 4481657 h 4516040"/>
                <a:gd name="connsiteX11" fmla="*/ 3565169 w 3984945"/>
                <a:gd name="connsiteY11" fmla="*/ 4489139 h 4516040"/>
                <a:gd name="connsiteX12" fmla="*/ 2079264 w 3984945"/>
                <a:gd name="connsiteY12" fmla="*/ 4427124 h 4516040"/>
                <a:gd name="connsiteX13" fmla="*/ 1527863 w 3984945"/>
                <a:gd name="connsiteY13" fmla="*/ 4262977 h 4516040"/>
                <a:gd name="connsiteX14" fmla="*/ 571972 w 3984945"/>
                <a:gd name="connsiteY14" fmla="*/ 4082127 h 4516040"/>
                <a:gd name="connsiteX15" fmla="*/ 111945 w 3984945"/>
                <a:gd name="connsiteY15" fmla="*/ 3918383 h 4516040"/>
                <a:gd name="connsiteX16" fmla="*/ 32403 w 3984945"/>
                <a:gd name="connsiteY16" fmla="*/ 3864392 h 4516040"/>
                <a:gd name="connsiteX17" fmla="*/ 88 w 3984945"/>
                <a:gd name="connsiteY17" fmla="*/ 3727275 h 4516040"/>
                <a:gd name="connsiteX18" fmla="*/ 416050 w 3984945"/>
                <a:gd name="connsiteY18" fmla="*/ 1950096 h 4516040"/>
                <a:gd name="connsiteX19" fmla="*/ 914927 w 3984945"/>
                <a:gd name="connsiteY19" fmla="*/ 2470 h 4516040"/>
                <a:gd name="connsiteX0" fmla="*/ 914927 w 4130977"/>
                <a:gd name="connsiteY0" fmla="*/ 2470 h 4516040"/>
                <a:gd name="connsiteX1" fmla="*/ 1076462 w 4130977"/>
                <a:gd name="connsiteY1" fmla="*/ 1170235 h 4516040"/>
                <a:gd name="connsiteX2" fmla="*/ 1208972 w 4130977"/>
                <a:gd name="connsiteY2" fmla="*/ 1558083 h 4516040"/>
                <a:gd name="connsiteX3" fmla="*/ 1515674 w 4130977"/>
                <a:gd name="connsiteY3" fmla="*/ 2184374 h 4516040"/>
                <a:gd name="connsiteX4" fmla="*/ 1900402 w 4130977"/>
                <a:gd name="connsiteY4" fmla="*/ 2367738 h 4516040"/>
                <a:gd name="connsiteX5" fmla="*/ 2450538 w 4130977"/>
                <a:gd name="connsiteY5" fmla="*/ 2458239 h 4516040"/>
                <a:gd name="connsiteX6" fmla="*/ 2977768 w 4130977"/>
                <a:gd name="connsiteY6" fmla="*/ 2398257 h 4516040"/>
                <a:gd name="connsiteX7" fmla="*/ 4045695 w 4130977"/>
                <a:gd name="connsiteY7" fmla="*/ 3560808 h 4516040"/>
                <a:gd name="connsiteX8" fmla="*/ 3982825 w 4130977"/>
                <a:gd name="connsiteY8" fmla="*/ 3097452 h 4516040"/>
                <a:gd name="connsiteX9" fmla="*/ 3602981 w 4130977"/>
                <a:gd name="connsiteY9" fmla="*/ 4432887 h 4516040"/>
                <a:gd name="connsiteX10" fmla="*/ 3593082 w 4130977"/>
                <a:gd name="connsiteY10" fmla="*/ 4481657 h 4516040"/>
                <a:gd name="connsiteX11" fmla="*/ 3565169 w 4130977"/>
                <a:gd name="connsiteY11" fmla="*/ 4489139 h 4516040"/>
                <a:gd name="connsiteX12" fmla="*/ 2079264 w 4130977"/>
                <a:gd name="connsiteY12" fmla="*/ 4427124 h 4516040"/>
                <a:gd name="connsiteX13" fmla="*/ 1527863 w 4130977"/>
                <a:gd name="connsiteY13" fmla="*/ 4262977 h 4516040"/>
                <a:gd name="connsiteX14" fmla="*/ 571972 w 4130977"/>
                <a:gd name="connsiteY14" fmla="*/ 4082127 h 4516040"/>
                <a:gd name="connsiteX15" fmla="*/ 111945 w 4130977"/>
                <a:gd name="connsiteY15" fmla="*/ 3918383 h 4516040"/>
                <a:gd name="connsiteX16" fmla="*/ 32403 w 4130977"/>
                <a:gd name="connsiteY16" fmla="*/ 3864392 h 4516040"/>
                <a:gd name="connsiteX17" fmla="*/ 88 w 4130977"/>
                <a:gd name="connsiteY17" fmla="*/ 3727275 h 4516040"/>
                <a:gd name="connsiteX18" fmla="*/ 416050 w 4130977"/>
                <a:gd name="connsiteY18" fmla="*/ 1950096 h 4516040"/>
                <a:gd name="connsiteX19" fmla="*/ 914927 w 4130977"/>
                <a:gd name="connsiteY19" fmla="*/ 2470 h 4516040"/>
                <a:gd name="connsiteX0" fmla="*/ 914927 w 4489311"/>
                <a:gd name="connsiteY0" fmla="*/ 2470 h 4516040"/>
                <a:gd name="connsiteX1" fmla="*/ 1076462 w 4489311"/>
                <a:gd name="connsiteY1" fmla="*/ 1170235 h 4516040"/>
                <a:gd name="connsiteX2" fmla="*/ 1208972 w 4489311"/>
                <a:gd name="connsiteY2" fmla="*/ 1558083 h 4516040"/>
                <a:gd name="connsiteX3" fmla="*/ 1515674 w 4489311"/>
                <a:gd name="connsiteY3" fmla="*/ 2184374 h 4516040"/>
                <a:gd name="connsiteX4" fmla="*/ 1900402 w 4489311"/>
                <a:gd name="connsiteY4" fmla="*/ 2367738 h 4516040"/>
                <a:gd name="connsiteX5" fmla="*/ 2450538 w 4489311"/>
                <a:gd name="connsiteY5" fmla="*/ 2458239 h 4516040"/>
                <a:gd name="connsiteX6" fmla="*/ 2977768 w 4489311"/>
                <a:gd name="connsiteY6" fmla="*/ 2398257 h 4516040"/>
                <a:gd name="connsiteX7" fmla="*/ 4045695 w 4489311"/>
                <a:gd name="connsiteY7" fmla="*/ 3560808 h 4516040"/>
                <a:gd name="connsiteX8" fmla="*/ 4476362 w 4489311"/>
                <a:gd name="connsiteY8" fmla="*/ 4216465 h 4516040"/>
                <a:gd name="connsiteX9" fmla="*/ 3602981 w 4489311"/>
                <a:gd name="connsiteY9" fmla="*/ 4432887 h 4516040"/>
                <a:gd name="connsiteX10" fmla="*/ 3593082 w 4489311"/>
                <a:gd name="connsiteY10" fmla="*/ 4481657 h 4516040"/>
                <a:gd name="connsiteX11" fmla="*/ 3565169 w 4489311"/>
                <a:gd name="connsiteY11" fmla="*/ 4489139 h 4516040"/>
                <a:gd name="connsiteX12" fmla="*/ 2079264 w 4489311"/>
                <a:gd name="connsiteY12" fmla="*/ 4427124 h 4516040"/>
                <a:gd name="connsiteX13" fmla="*/ 1527863 w 4489311"/>
                <a:gd name="connsiteY13" fmla="*/ 4262977 h 4516040"/>
                <a:gd name="connsiteX14" fmla="*/ 571972 w 4489311"/>
                <a:gd name="connsiteY14" fmla="*/ 4082127 h 4516040"/>
                <a:gd name="connsiteX15" fmla="*/ 111945 w 4489311"/>
                <a:gd name="connsiteY15" fmla="*/ 3918383 h 4516040"/>
                <a:gd name="connsiteX16" fmla="*/ 32403 w 4489311"/>
                <a:gd name="connsiteY16" fmla="*/ 3864392 h 4516040"/>
                <a:gd name="connsiteX17" fmla="*/ 88 w 4489311"/>
                <a:gd name="connsiteY17" fmla="*/ 3727275 h 4516040"/>
                <a:gd name="connsiteX18" fmla="*/ 416050 w 4489311"/>
                <a:gd name="connsiteY18" fmla="*/ 1950096 h 4516040"/>
                <a:gd name="connsiteX19" fmla="*/ 914927 w 4489311"/>
                <a:gd name="connsiteY19" fmla="*/ 2470 h 4516040"/>
                <a:gd name="connsiteX0" fmla="*/ 914927 w 4975298"/>
                <a:gd name="connsiteY0" fmla="*/ 2470 h 5013917"/>
                <a:gd name="connsiteX1" fmla="*/ 1076462 w 4975298"/>
                <a:gd name="connsiteY1" fmla="*/ 1170235 h 5013917"/>
                <a:gd name="connsiteX2" fmla="*/ 1208972 w 4975298"/>
                <a:gd name="connsiteY2" fmla="*/ 1558083 h 5013917"/>
                <a:gd name="connsiteX3" fmla="*/ 1515674 w 4975298"/>
                <a:gd name="connsiteY3" fmla="*/ 2184374 h 5013917"/>
                <a:gd name="connsiteX4" fmla="*/ 1900402 w 4975298"/>
                <a:gd name="connsiteY4" fmla="*/ 2367738 h 5013917"/>
                <a:gd name="connsiteX5" fmla="*/ 2450538 w 4975298"/>
                <a:gd name="connsiteY5" fmla="*/ 2458239 h 5013917"/>
                <a:gd name="connsiteX6" fmla="*/ 2977768 w 4975298"/>
                <a:gd name="connsiteY6" fmla="*/ 2398257 h 5013917"/>
                <a:gd name="connsiteX7" fmla="*/ 4045695 w 4975298"/>
                <a:gd name="connsiteY7" fmla="*/ 3560808 h 5013917"/>
                <a:gd name="connsiteX8" fmla="*/ 4969636 w 4975298"/>
                <a:gd name="connsiteY8" fmla="*/ 4991920 h 5013917"/>
                <a:gd name="connsiteX9" fmla="*/ 3602981 w 4975298"/>
                <a:gd name="connsiteY9" fmla="*/ 4432887 h 5013917"/>
                <a:gd name="connsiteX10" fmla="*/ 3593082 w 4975298"/>
                <a:gd name="connsiteY10" fmla="*/ 4481657 h 5013917"/>
                <a:gd name="connsiteX11" fmla="*/ 3565169 w 4975298"/>
                <a:gd name="connsiteY11" fmla="*/ 4489139 h 5013917"/>
                <a:gd name="connsiteX12" fmla="*/ 2079264 w 4975298"/>
                <a:gd name="connsiteY12" fmla="*/ 4427124 h 5013917"/>
                <a:gd name="connsiteX13" fmla="*/ 1527863 w 4975298"/>
                <a:gd name="connsiteY13" fmla="*/ 4262977 h 5013917"/>
                <a:gd name="connsiteX14" fmla="*/ 571972 w 4975298"/>
                <a:gd name="connsiteY14" fmla="*/ 4082127 h 5013917"/>
                <a:gd name="connsiteX15" fmla="*/ 111945 w 4975298"/>
                <a:gd name="connsiteY15" fmla="*/ 3918383 h 5013917"/>
                <a:gd name="connsiteX16" fmla="*/ 32403 w 4975298"/>
                <a:gd name="connsiteY16" fmla="*/ 3864392 h 5013917"/>
                <a:gd name="connsiteX17" fmla="*/ 88 w 4975298"/>
                <a:gd name="connsiteY17" fmla="*/ 3727275 h 5013917"/>
                <a:gd name="connsiteX18" fmla="*/ 416050 w 4975298"/>
                <a:gd name="connsiteY18" fmla="*/ 1950096 h 5013917"/>
                <a:gd name="connsiteX19" fmla="*/ 914927 w 4975298"/>
                <a:gd name="connsiteY19" fmla="*/ 2470 h 5013917"/>
                <a:gd name="connsiteX0" fmla="*/ 914927 w 4975298"/>
                <a:gd name="connsiteY0" fmla="*/ 2470 h 5013917"/>
                <a:gd name="connsiteX1" fmla="*/ 1076462 w 4975298"/>
                <a:gd name="connsiteY1" fmla="*/ 1170235 h 5013917"/>
                <a:gd name="connsiteX2" fmla="*/ 1208972 w 4975298"/>
                <a:gd name="connsiteY2" fmla="*/ 1558083 h 5013917"/>
                <a:gd name="connsiteX3" fmla="*/ 1515674 w 4975298"/>
                <a:gd name="connsiteY3" fmla="*/ 2184374 h 5013917"/>
                <a:gd name="connsiteX4" fmla="*/ 1900402 w 4975298"/>
                <a:gd name="connsiteY4" fmla="*/ 2367738 h 5013917"/>
                <a:gd name="connsiteX5" fmla="*/ 2450538 w 4975298"/>
                <a:gd name="connsiteY5" fmla="*/ 2458239 h 5013917"/>
                <a:gd name="connsiteX6" fmla="*/ 2977768 w 4975298"/>
                <a:gd name="connsiteY6" fmla="*/ 2398257 h 5013917"/>
                <a:gd name="connsiteX7" fmla="*/ 4045695 w 4975298"/>
                <a:gd name="connsiteY7" fmla="*/ 3560808 h 5013917"/>
                <a:gd name="connsiteX8" fmla="*/ 4969636 w 4975298"/>
                <a:gd name="connsiteY8" fmla="*/ 4991920 h 5013917"/>
                <a:gd name="connsiteX9" fmla="*/ 3602981 w 4975298"/>
                <a:gd name="connsiteY9" fmla="*/ 4432887 h 5013917"/>
                <a:gd name="connsiteX10" fmla="*/ 3593082 w 4975298"/>
                <a:gd name="connsiteY10" fmla="*/ 4481657 h 5013917"/>
                <a:gd name="connsiteX11" fmla="*/ 3665393 w 4975298"/>
                <a:gd name="connsiteY11" fmla="*/ 4725022 h 5013917"/>
                <a:gd name="connsiteX12" fmla="*/ 2079264 w 4975298"/>
                <a:gd name="connsiteY12" fmla="*/ 4427124 h 5013917"/>
                <a:gd name="connsiteX13" fmla="*/ 1527863 w 4975298"/>
                <a:gd name="connsiteY13" fmla="*/ 4262977 h 5013917"/>
                <a:gd name="connsiteX14" fmla="*/ 571972 w 4975298"/>
                <a:gd name="connsiteY14" fmla="*/ 4082127 h 5013917"/>
                <a:gd name="connsiteX15" fmla="*/ 111945 w 4975298"/>
                <a:gd name="connsiteY15" fmla="*/ 3918383 h 5013917"/>
                <a:gd name="connsiteX16" fmla="*/ 32403 w 4975298"/>
                <a:gd name="connsiteY16" fmla="*/ 3864392 h 5013917"/>
                <a:gd name="connsiteX17" fmla="*/ 88 w 4975298"/>
                <a:gd name="connsiteY17" fmla="*/ 3727275 h 5013917"/>
                <a:gd name="connsiteX18" fmla="*/ 416050 w 4975298"/>
                <a:gd name="connsiteY18" fmla="*/ 1950096 h 5013917"/>
                <a:gd name="connsiteX19" fmla="*/ 914927 w 4975298"/>
                <a:gd name="connsiteY19" fmla="*/ 2470 h 5013917"/>
                <a:gd name="connsiteX0" fmla="*/ 914927 w 4975298"/>
                <a:gd name="connsiteY0" fmla="*/ 2470 h 5013917"/>
                <a:gd name="connsiteX1" fmla="*/ 1076462 w 4975298"/>
                <a:gd name="connsiteY1" fmla="*/ 1170235 h 5013917"/>
                <a:gd name="connsiteX2" fmla="*/ 1208972 w 4975298"/>
                <a:gd name="connsiteY2" fmla="*/ 1558083 h 5013917"/>
                <a:gd name="connsiteX3" fmla="*/ 1515674 w 4975298"/>
                <a:gd name="connsiteY3" fmla="*/ 2184374 h 5013917"/>
                <a:gd name="connsiteX4" fmla="*/ 1900402 w 4975298"/>
                <a:gd name="connsiteY4" fmla="*/ 2367738 h 5013917"/>
                <a:gd name="connsiteX5" fmla="*/ 2450538 w 4975298"/>
                <a:gd name="connsiteY5" fmla="*/ 2458239 h 5013917"/>
                <a:gd name="connsiteX6" fmla="*/ 2977768 w 4975298"/>
                <a:gd name="connsiteY6" fmla="*/ 2398257 h 5013917"/>
                <a:gd name="connsiteX7" fmla="*/ 4045695 w 4975298"/>
                <a:gd name="connsiteY7" fmla="*/ 3560808 h 5013917"/>
                <a:gd name="connsiteX8" fmla="*/ 4969636 w 4975298"/>
                <a:gd name="connsiteY8" fmla="*/ 4991920 h 5013917"/>
                <a:gd name="connsiteX9" fmla="*/ 3602981 w 4975298"/>
                <a:gd name="connsiteY9" fmla="*/ 4432887 h 5013917"/>
                <a:gd name="connsiteX10" fmla="*/ 3593082 w 4975298"/>
                <a:gd name="connsiteY10" fmla="*/ 4481657 h 5013917"/>
                <a:gd name="connsiteX11" fmla="*/ 2951656 w 4975298"/>
                <a:gd name="connsiteY11" fmla="*/ 4465070 h 5013917"/>
                <a:gd name="connsiteX12" fmla="*/ 2079264 w 4975298"/>
                <a:gd name="connsiteY12" fmla="*/ 4427124 h 5013917"/>
                <a:gd name="connsiteX13" fmla="*/ 1527863 w 4975298"/>
                <a:gd name="connsiteY13" fmla="*/ 4262977 h 5013917"/>
                <a:gd name="connsiteX14" fmla="*/ 571972 w 4975298"/>
                <a:gd name="connsiteY14" fmla="*/ 4082127 h 5013917"/>
                <a:gd name="connsiteX15" fmla="*/ 111945 w 4975298"/>
                <a:gd name="connsiteY15" fmla="*/ 3918383 h 5013917"/>
                <a:gd name="connsiteX16" fmla="*/ 32403 w 4975298"/>
                <a:gd name="connsiteY16" fmla="*/ 3864392 h 5013917"/>
                <a:gd name="connsiteX17" fmla="*/ 88 w 4975298"/>
                <a:gd name="connsiteY17" fmla="*/ 3727275 h 5013917"/>
                <a:gd name="connsiteX18" fmla="*/ 416050 w 4975298"/>
                <a:gd name="connsiteY18" fmla="*/ 1950096 h 5013917"/>
                <a:gd name="connsiteX19" fmla="*/ 914927 w 4975298"/>
                <a:gd name="connsiteY19" fmla="*/ 2470 h 5013917"/>
                <a:gd name="connsiteX0" fmla="*/ 914927 w 4975298"/>
                <a:gd name="connsiteY0" fmla="*/ 2470 h 5013127"/>
                <a:gd name="connsiteX1" fmla="*/ 1076462 w 4975298"/>
                <a:gd name="connsiteY1" fmla="*/ 1170235 h 5013127"/>
                <a:gd name="connsiteX2" fmla="*/ 1208972 w 4975298"/>
                <a:gd name="connsiteY2" fmla="*/ 1558083 h 5013127"/>
                <a:gd name="connsiteX3" fmla="*/ 1515674 w 4975298"/>
                <a:gd name="connsiteY3" fmla="*/ 2184374 h 5013127"/>
                <a:gd name="connsiteX4" fmla="*/ 1900402 w 4975298"/>
                <a:gd name="connsiteY4" fmla="*/ 2367738 h 5013127"/>
                <a:gd name="connsiteX5" fmla="*/ 2450538 w 4975298"/>
                <a:gd name="connsiteY5" fmla="*/ 2458239 h 5013127"/>
                <a:gd name="connsiteX6" fmla="*/ 2977768 w 4975298"/>
                <a:gd name="connsiteY6" fmla="*/ 2398257 h 5013127"/>
                <a:gd name="connsiteX7" fmla="*/ 4045695 w 4975298"/>
                <a:gd name="connsiteY7" fmla="*/ 3560808 h 5013127"/>
                <a:gd name="connsiteX8" fmla="*/ 4969636 w 4975298"/>
                <a:gd name="connsiteY8" fmla="*/ 4991920 h 5013127"/>
                <a:gd name="connsiteX9" fmla="*/ 3602981 w 4975298"/>
                <a:gd name="connsiteY9" fmla="*/ 4432887 h 5013127"/>
                <a:gd name="connsiteX10" fmla="*/ 3598873 w 4975298"/>
                <a:gd name="connsiteY10" fmla="*/ 4649654 h 5013127"/>
                <a:gd name="connsiteX11" fmla="*/ 2951656 w 4975298"/>
                <a:gd name="connsiteY11" fmla="*/ 4465070 h 5013127"/>
                <a:gd name="connsiteX12" fmla="*/ 2079264 w 4975298"/>
                <a:gd name="connsiteY12" fmla="*/ 4427124 h 5013127"/>
                <a:gd name="connsiteX13" fmla="*/ 1527863 w 4975298"/>
                <a:gd name="connsiteY13" fmla="*/ 4262977 h 5013127"/>
                <a:gd name="connsiteX14" fmla="*/ 571972 w 4975298"/>
                <a:gd name="connsiteY14" fmla="*/ 4082127 h 5013127"/>
                <a:gd name="connsiteX15" fmla="*/ 111945 w 4975298"/>
                <a:gd name="connsiteY15" fmla="*/ 3918383 h 5013127"/>
                <a:gd name="connsiteX16" fmla="*/ 32403 w 4975298"/>
                <a:gd name="connsiteY16" fmla="*/ 3864392 h 5013127"/>
                <a:gd name="connsiteX17" fmla="*/ 88 w 4975298"/>
                <a:gd name="connsiteY17" fmla="*/ 3727275 h 5013127"/>
                <a:gd name="connsiteX18" fmla="*/ 416050 w 4975298"/>
                <a:gd name="connsiteY18" fmla="*/ 1950096 h 5013127"/>
                <a:gd name="connsiteX19" fmla="*/ 914927 w 4975298"/>
                <a:gd name="connsiteY19" fmla="*/ 2470 h 5013127"/>
                <a:gd name="connsiteX0" fmla="*/ 914927 w 4969884"/>
                <a:gd name="connsiteY0" fmla="*/ 2470 h 5041940"/>
                <a:gd name="connsiteX1" fmla="*/ 1076462 w 4969884"/>
                <a:gd name="connsiteY1" fmla="*/ 1170235 h 5041940"/>
                <a:gd name="connsiteX2" fmla="*/ 1208972 w 4969884"/>
                <a:gd name="connsiteY2" fmla="*/ 1558083 h 5041940"/>
                <a:gd name="connsiteX3" fmla="*/ 1515674 w 4969884"/>
                <a:gd name="connsiteY3" fmla="*/ 2184374 h 5041940"/>
                <a:gd name="connsiteX4" fmla="*/ 1900402 w 4969884"/>
                <a:gd name="connsiteY4" fmla="*/ 2367738 h 5041940"/>
                <a:gd name="connsiteX5" fmla="*/ 2450538 w 4969884"/>
                <a:gd name="connsiteY5" fmla="*/ 2458239 h 5041940"/>
                <a:gd name="connsiteX6" fmla="*/ 2977768 w 4969884"/>
                <a:gd name="connsiteY6" fmla="*/ 2398257 h 5041940"/>
                <a:gd name="connsiteX7" fmla="*/ 4045695 w 4969884"/>
                <a:gd name="connsiteY7" fmla="*/ 3560808 h 5041940"/>
                <a:gd name="connsiteX8" fmla="*/ 4969636 w 4969884"/>
                <a:gd name="connsiteY8" fmla="*/ 4991920 h 5041940"/>
                <a:gd name="connsiteX9" fmla="*/ 3959964 w 4969884"/>
                <a:gd name="connsiteY9" fmla="*/ 4710103 h 5041940"/>
                <a:gd name="connsiteX10" fmla="*/ 3598873 w 4969884"/>
                <a:gd name="connsiteY10" fmla="*/ 4649654 h 5041940"/>
                <a:gd name="connsiteX11" fmla="*/ 2951656 w 4969884"/>
                <a:gd name="connsiteY11" fmla="*/ 4465070 h 5041940"/>
                <a:gd name="connsiteX12" fmla="*/ 2079264 w 4969884"/>
                <a:gd name="connsiteY12" fmla="*/ 4427124 h 5041940"/>
                <a:gd name="connsiteX13" fmla="*/ 1527863 w 4969884"/>
                <a:gd name="connsiteY13" fmla="*/ 4262977 h 5041940"/>
                <a:gd name="connsiteX14" fmla="*/ 571972 w 4969884"/>
                <a:gd name="connsiteY14" fmla="*/ 4082127 h 5041940"/>
                <a:gd name="connsiteX15" fmla="*/ 111945 w 4969884"/>
                <a:gd name="connsiteY15" fmla="*/ 3918383 h 5041940"/>
                <a:gd name="connsiteX16" fmla="*/ 32403 w 4969884"/>
                <a:gd name="connsiteY16" fmla="*/ 3864392 h 5041940"/>
                <a:gd name="connsiteX17" fmla="*/ 88 w 4969884"/>
                <a:gd name="connsiteY17" fmla="*/ 3727275 h 5041940"/>
                <a:gd name="connsiteX18" fmla="*/ 416050 w 4969884"/>
                <a:gd name="connsiteY18" fmla="*/ 1950096 h 5041940"/>
                <a:gd name="connsiteX19" fmla="*/ 914927 w 4969884"/>
                <a:gd name="connsiteY19" fmla="*/ 2470 h 5041940"/>
                <a:gd name="connsiteX0" fmla="*/ 624699 w 4969884"/>
                <a:gd name="connsiteY0" fmla="*/ 5061 h 4425153"/>
                <a:gd name="connsiteX1" fmla="*/ 1076462 w 4969884"/>
                <a:gd name="connsiteY1" fmla="*/ 553448 h 4425153"/>
                <a:gd name="connsiteX2" fmla="*/ 1208972 w 4969884"/>
                <a:gd name="connsiteY2" fmla="*/ 941296 h 4425153"/>
                <a:gd name="connsiteX3" fmla="*/ 1515674 w 4969884"/>
                <a:gd name="connsiteY3" fmla="*/ 1567587 h 4425153"/>
                <a:gd name="connsiteX4" fmla="*/ 1900402 w 4969884"/>
                <a:gd name="connsiteY4" fmla="*/ 1750951 h 4425153"/>
                <a:gd name="connsiteX5" fmla="*/ 2450538 w 4969884"/>
                <a:gd name="connsiteY5" fmla="*/ 1841452 h 4425153"/>
                <a:gd name="connsiteX6" fmla="*/ 2977768 w 4969884"/>
                <a:gd name="connsiteY6" fmla="*/ 1781470 h 4425153"/>
                <a:gd name="connsiteX7" fmla="*/ 4045695 w 4969884"/>
                <a:gd name="connsiteY7" fmla="*/ 2944021 h 4425153"/>
                <a:gd name="connsiteX8" fmla="*/ 4969636 w 4969884"/>
                <a:gd name="connsiteY8" fmla="*/ 4375133 h 4425153"/>
                <a:gd name="connsiteX9" fmla="*/ 3959964 w 4969884"/>
                <a:gd name="connsiteY9" fmla="*/ 4093316 h 4425153"/>
                <a:gd name="connsiteX10" fmla="*/ 3598873 w 4969884"/>
                <a:gd name="connsiteY10" fmla="*/ 4032867 h 4425153"/>
                <a:gd name="connsiteX11" fmla="*/ 2951656 w 4969884"/>
                <a:gd name="connsiteY11" fmla="*/ 3848283 h 4425153"/>
                <a:gd name="connsiteX12" fmla="*/ 2079264 w 4969884"/>
                <a:gd name="connsiteY12" fmla="*/ 3810337 h 4425153"/>
                <a:gd name="connsiteX13" fmla="*/ 1527863 w 4969884"/>
                <a:gd name="connsiteY13" fmla="*/ 3646190 h 4425153"/>
                <a:gd name="connsiteX14" fmla="*/ 571972 w 4969884"/>
                <a:gd name="connsiteY14" fmla="*/ 3465340 h 4425153"/>
                <a:gd name="connsiteX15" fmla="*/ 111945 w 4969884"/>
                <a:gd name="connsiteY15" fmla="*/ 3301596 h 4425153"/>
                <a:gd name="connsiteX16" fmla="*/ 32403 w 4969884"/>
                <a:gd name="connsiteY16" fmla="*/ 3247605 h 4425153"/>
                <a:gd name="connsiteX17" fmla="*/ 88 w 4969884"/>
                <a:gd name="connsiteY17" fmla="*/ 3110488 h 4425153"/>
                <a:gd name="connsiteX18" fmla="*/ 416050 w 4969884"/>
                <a:gd name="connsiteY18" fmla="*/ 1333309 h 4425153"/>
                <a:gd name="connsiteX19" fmla="*/ 624699 w 4969884"/>
                <a:gd name="connsiteY19" fmla="*/ 5061 h 4425153"/>
                <a:gd name="connsiteX0" fmla="*/ 624699 w 4969847"/>
                <a:gd name="connsiteY0" fmla="*/ 5061 h 4425153"/>
                <a:gd name="connsiteX1" fmla="*/ 1076462 w 4969847"/>
                <a:gd name="connsiteY1" fmla="*/ 553448 h 4425153"/>
                <a:gd name="connsiteX2" fmla="*/ 1208972 w 4969847"/>
                <a:gd name="connsiteY2" fmla="*/ 941296 h 4425153"/>
                <a:gd name="connsiteX3" fmla="*/ 1515674 w 4969847"/>
                <a:gd name="connsiteY3" fmla="*/ 1567587 h 4425153"/>
                <a:gd name="connsiteX4" fmla="*/ 1900402 w 4969847"/>
                <a:gd name="connsiteY4" fmla="*/ 1750951 h 4425153"/>
                <a:gd name="connsiteX5" fmla="*/ 2450538 w 4969847"/>
                <a:gd name="connsiteY5" fmla="*/ 1841452 h 4425153"/>
                <a:gd name="connsiteX6" fmla="*/ 3618317 w 4969847"/>
                <a:gd name="connsiteY6" fmla="*/ 2605892 h 4425153"/>
                <a:gd name="connsiteX7" fmla="*/ 4045695 w 4969847"/>
                <a:gd name="connsiteY7" fmla="*/ 2944021 h 4425153"/>
                <a:gd name="connsiteX8" fmla="*/ 4969636 w 4969847"/>
                <a:gd name="connsiteY8" fmla="*/ 4375133 h 4425153"/>
                <a:gd name="connsiteX9" fmla="*/ 3959964 w 4969847"/>
                <a:gd name="connsiteY9" fmla="*/ 4093316 h 4425153"/>
                <a:gd name="connsiteX10" fmla="*/ 3598873 w 4969847"/>
                <a:gd name="connsiteY10" fmla="*/ 4032867 h 4425153"/>
                <a:gd name="connsiteX11" fmla="*/ 2951656 w 4969847"/>
                <a:gd name="connsiteY11" fmla="*/ 3848283 h 4425153"/>
                <a:gd name="connsiteX12" fmla="*/ 2079264 w 4969847"/>
                <a:gd name="connsiteY12" fmla="*/ 3810337 h 4425153"/>
                <a:gd name="connsiteX13" fmla="*/ 1527863 w 4969847"/>
                <a:gd name="connsiteY13" fmla="*/ 3646190 h 4425153"/>
                <a:gd name="connsiteX14" fmla="*/ 571972 w 4969847"/>
                <a:gd name="connsiteY14" fmla="*/ 3465340 h 4425153"/>
                <a:gd name="connsiteX15" fmla="*/ 111945 w 4969847"/>
                <a:gd name="connsiteY15" fmla="*/ 3301596 h 4425153"/>
                <a:gd name="connsiteX16" fmla="*/ 32403 w 4969847"/>
                <a:gd name="connsiteY16" fmla="*/ 3247605 h 4425153"/>
                <a:gd name="connsiteX17" fmla="*/ 88 w 4969847"/>
                <a:gd name="connsiteY17" fmla="*/ 3110488 h 4425153"/>
                <a:gd name="connsiteX18" fmla="*/ 416050 w 4969847"/>
                <a:gd name="connsiteY18" fmla="*/ 1333309 h 4425153"/>
                <a:gd name="connsiteX19" fmla="*/ 624699 w 4969847"/>
                <a:gd name="connsiteY19" fmla="*/ 5061 h 4425153"/>
                <a:gd name="connsiteX0" fmla="*/ 624699 w 4969847"/>
                <a:gd name="connsiteY0" fmla="*/ 5061 h 4425153"/>
                <a:gd name="connsiteX1" fmla="*/ 1076462 w 4969847"/>
                <a:gd name="connsiteY1" fmla="*/ 553448 h 4425153"/>
                <a:gd name="connsiteX2" fmla="*/ 1208972 w 4969847"/>
                <a:gd name="connsiteY2" fmla="*/ 941296 h 4425153"/>
                <a:gd name="connsiteX3" fmla="*/ 1515674 w 4969847"/>
                <a:gd name="connsiteY3" fmla="*/ 1567587 h 4425153"/>
                <a:gd name="connsiteX4" fmla="*/ 1900402 w 4969847"/>
                <a:gd name="connsiteY4" fmla="*/ 1750951 h 4425153"/>
                <a:gd name="connsiteX5" fmla="*/ 2526357 w 4969847"/>
                <a:gd name="connsiteY5" fmla="*/ 2249132 h 4425153"/>
                <a:gd name="connsiteX6" fmla="*/ 3618317 w 4969847"/>
                <a:gd name="connsiteY6" fmla="*/ 2605892 h 4425153"/>
                <a:gd name="connsiteX7" fmla="*/ 4045695 w 4969847"/>
                <a:gd name="connsiteY7" fmla="*/ 2944021 h 4425153"/>
                <a:gd name="connsiteX8" fmla="*/ 4969636 w 4969847"/>
                <a:gd name="connsiteY8" fmla="*/ 4375133 h 4425153"/>
                <a:gd name="connsiteX9" fmla="*/ 3959964 w 4969847"/>
                <a:gd name="connsiteY9" fmla="*/ 4093316 h 4425153"/>
                <a:gd name="connsiteX10" fmla="*/ 3598873 w 4969847"/>
                <a:gd name="connsiteY10" fmla="*/ 4032867 h 4425153"/>
                <a:gd name="connsiteX11" fmla="*/ 2951656 w 4969847"/>
                <a:gd name="connsiteY11" fmla="*/ 3848283 h 4425153"/>
                <a:gd name="connsiteX12" fmla="*/ 2079264 w 4969847"/>
                <a:gd name="connsiteY12" fmla="*/ 3810337 h 4425153"/>
                <a:gd name="connsiteX13" fmla="*/ 1527863 w 4969847"/>
                <a:gd name="connsiteY13" fmla="*/ 3646190 h 4425153"/>
                <a:gd name="connsiteX14" fmla="*/ 571972 w 4969847"/>
                <a:gd name="connsiteY14" fmla="*/ 3465340 h 4425153"/>
                <a:gd name="connsiteX15" fmla="*/ 111945 w 4969847"/>
                <a:gd name="connsiteY15" fmla="*/ 3301596 h 4425153"/>
                <a:gd name="connsiteX16" fmla="*/ 32403 w 4969847"/>
                <a:gd name="connsiteY16" fmla="*/ 3247605 h 4425153"/>
                <a:gd name="connsiteX17" fmla="*/ 88 w 4969847"/>
                <a:gd name="connsiteY17" fmla="*/ 3110488 h 4425153"/>
                <a:gd name="connsiteX18" fmla="*/ 416050 w 4969847"/>
                <a:gd name="connsiteY18" fmla="*/ 1333309 h 4425153"/>
                <a:gd name="connsiteX19" fmla="*/ 624699 w 4969847"/>
                <a:gd name="connsiteY19" fmla="*/ 5061 h 4425153"/>
                <a:gd name="connsiteX0" fmla="*/ 624699 w 4969847"/>
                <a:gd name="connsiteY0" fmla="*/ 5061 h 4425153"/>
                <a:gd name="connsiteX1" fmla="*/ 1076462 w 4969847"/>
                <a:gd name="connsiteY1" fmla="*/ 553448 h 4425153"/>
                <a:gd name="connsiteX2" fmla="*/ 1208972 w 4969847"/>
                <a:gd name="connsiteY2" fmla="*/ 941296 h 4425153"/>
                <a:gd name="connsiteX3" fmla="*/ 1515674 w 4969847"/>
                <a:gd name="connsiteY3" fmla="*/ 1567587 h 4425153"/>
                <a:gd name="connsiteX4" fmla="*/ 1862793 w 4969847"/>
                <a:gd name="connsiteY4" fmla="*/ 1939747 h 4425153"/>
                <a:gd name="connsiteX5" fmla="*/ 2526357 w 4969847"/>
                <a:gd name="connsiteY5" fmla="*/ 2249132 h 4425153"/>
                <a:gd name="connsiteX6" fmla="*/ 3618317 w 4969847"/>
                <a:gd name="connsiteY6" fmla="*/ 2605892 h 4425153"/>
                <a:gd name="connsiteX7" fmla="*/ 4045695 w 4969847"/>
                <a:gd name="connsiteY7" fmla="*/ 2944021 h 4425153"/>
                <a:gd name="connsiteX8" fmla="*/ 4969636 w 4969847"/>
                <a:gd name="connsiteY8" fmla="*/ 4375133 h 4425153"/>
                <a:gd name="connsiteX9" fmla="*/ 3959964 w 4969847"/>
                <a:gd name="connsiteY9" fmla="*/ 4093316 h 4425153"/>
                <a:gd name="connsiteX10" fmla="*/ 3598873 w 4969847"/>
                <a:gd name="connsiteY10" fmla="*/ 4032867 h 4425153"/>
                <a:gd name="connsiteX11" fmla="*/ 2951656 w 4969847"/>
                <a:gd name="connsiteY11" fmla="*/ 3848283 h 4425153"/>
                <a:gd name="connsiteX12" fmla="*/ 2079264 w 4969847"/>
                <a:gd name="connsiteY12" fmla="*/ 3810337 h 4425153"/>
                <a:gd name="connsiteX13" fmla="*/ 1527863 w 4969847"/>
                <a:gd name="connsiteY13" fmla="*/ 3646190 h 4425153"/>
                <a:gd name="connsiteX14" fmla="*/ 571972 w 4969847"/>
                <a:gd name="connsiteY14" fmla="*/ 3465340 h 4425153"/>
                <a:gd name="connsiteX15" fmla="*/ 111945 w 4969847"/>
                <a:gd name="connsiteY15" fmla="*/ 3301596 h 4425153"/>
                <a:gd name="connsiteX16" fmla="*/ 32403 w 4969847"/>
                <a:gd name="connsiteY16" fmla="*/ 3247605 h 4425153"/>
                <a:gd name="connsiteX17" fmla="*/ 88 w 4969847"/>
                <a:gd name="connsiteY17" fmla="*/ 3110488 h 4425153"/>
                <a:gd name="connsiteX18" fmla="*/ 416050 w 4969847"/>
                <a:gd name="connsiteY18" fmla="*/ 1333309 h 4425153"/>
                <a:gd name="connsiteX19" fmla="*/ 624699 w 4969847"/>
                <a:gd name="connsiteY19" fmla="*/ 5061 h 4425153"/>
                <a:gd name="connsiteX0" fmla="*/ 624699 w 4969843"/>
                <a:gd name="connsiteY0" fmla="*/ 5061 h 4425153"/>
                <a:gd name="connsiteX1" fmla="*/ 1076462 w 4969843"/>
                <a:gd name="connsiteY1" fmla="*/ 553448 h 4425153"/>
                <a:gd name="connsiteX2" fmla="*/ 1208972 w 4969843"/>
                <a:gd name="connsiteY2" fmla="*/ 941296 h 4425153"/>
                <a:gd name="connsiteX3" fmla="*/ 1515674 w 4969843"/>
                <a:gd name="connsiteY3" fmla="*/ 1567587 h 4425153"/>
                <a:gd name="connsiteX4" fmla="*/ 1862793 w 4969843"/>
                <a:gd name="connsiteY4" fmla="*/ 1939747 h 4425153"/>
                <a:gd name="connsiteX5" fmla="*/ 2526357 w 4969843"/>
                <a:gd name="connsiteY5" fmla="*/ 2249132 h 4425153"/>
                <a:gd name="connsiteX6" fmla="*/ 3699739 w 4969843"/>
                <a:gd name="connsiteY6" fmla="*/ 2936173 h 4425153"/>
                <a:gd name="connsiteX7" fmla="*/ 4045695 w 4969843"/>
                <a:gd name="connsiteY7" fmla="*/ 2944021 h 4425153"/>
                <a:gd name="connsiteX8" fmla="*/ 4969636 w 4969843"/>
                <a:gd name="connsiteY8" fmla="*/ 4375133 h 4425153"/>
                <a:gd name="connsiteX9" fmla="*/ 3959964 w 4969843"/>
                <a:gd name="connsiteY9" fmla="*/ 4093316 h 4425153"/>
                <a:gd name="connsiteX10" fmla="*/ 3598873 w 4969843"/>
                <a:gd name="connsiteY10" fmla="*/ 4032867 h 4425153"/>
                <a:gd name="connsiteX11" fmla="*/ 2951656 w 4969843"/>
                <a:gd name="connsiteY11" fmla="*/ 3848283 h 4425153"/>
                <a:gd name="connsiteX12" fmla="*/ 2079264 w 4969843"/>
                <a:gd name="connsiteY12" fmla="*/ 3810337 h 4425153"/>
                <a:gd name="connsiteX13" fmla="*/ 1527863 w 4969843"/>
                <a:gd name="connsiteY13" fmla="*/ 3646190 h 4425153"/>
                <a:gd name="connsiteX14" fmla="*/ 571972 w 4969843"/>
                <a:gd name="connsiteY14" fmla="*/ 3465340 h 4425153"/>
                <a:gd name="connsiteX15" fmla="*/ 111945 w 4969843"/>
                <a:gd name="connsiteY15" fmla="*/ 3301596 h 4425153"/>
                <a:gd name="connsiteX16" fmla="*/ 32403 w 4969843"/>
                <a:gd name="connsiteY16" fmla="*/ 3247605 h 4425153"/>
                <a:gd name="connsiteX17" fmla="*/ 88 w 4969843"/>
                <a:gd name="connsiteY17" fmla="*/ 3110488 h 4425153"/>
                <a:gd name="connsiteX18" fmla="*/ 416050 w 4969843"/>
                <a:gd name="connsiteY18" fmla="*/ 1333309 h 4425153"/>
                <a:gd name="connsiteX19" fmla="*/ 624699 w 4969843"/>
                <a:gd name="connsiteY19" fmla="*/ 5061 h 4425153"/>
                <a:gd name="connsiteX0" fmla="*/ 624699 w 4973544"/>
                <a:gd name="connsiteY0" fmla="*/ 5061 h 4390836"/>
                <a:gd name="connsiteX1" fmla="*/ 1076462 w 4973544"/>
                <a:gd name="connsiteY1" fmla="*/ 553448 h 4390836"/>
                <a:gd name="connsiteX2" fmla="*/ 1208972 w 4973544"/>
                <a:gd name="connsiteY2" fmla="*/ 941296 h 4390836"/>
                <a:gd name="connsiteX3" fmla="*/ 1515674 w 4973544"/>
                <a:gd name="connsiteY3" fmla="*/ 1567587 h 4390836"/>
                <a:gd name="connsiteX4" fmla="*/ 1862793 w 4973544"/>
                <a:gd name="connsiteY4" fmla="*/ 1939747 h 4390836"/>
                <a:gd name="connsiteX5" fmla="*/ 2526357 w 4973544"/>
                <a:gd name="connsiteY5" fmla="*/ 2249132 h 4390836"/>
                <a:gd name="connsiteX6" fmla="*/ 3699739 w 4973544"/>
                <a:gd name="connsiteY6" fmla="*/ 2936173 h 4390836"/>
                <a:gd name="connsiteX7" fmla="*/ 4285900 w 4973544"/>
                <a:gd name="connsiteY7" fmla="*/ 3561105 h 4390836"/>
                <a:gd name="connsiteX8" fmla="*/ 4969636 w 4973544"/>
                <a:gd name="connsiteY8" fmla="*/ 4375133 h 4390836"/>
                <a:gd name="connsiteX9" fmla="*/ 3959964 w 4973544"/>
                <a:gd name="connsiteY9" fmla="*/ 4093316 h 4390836"/>
                <a:gd name="connsiteX10" fmla="*/ 3598873 w 4973544"/>
                <a:gd name="connsiteY10" fmla="*/ 4032867 h 4390836"/>
                <a:gd name="connsiteX11" fmla="*/ 2951656 w 4973544"/>
                <a:gd name="connsiteY11" fmla="*/ 3848283 h 4390836"/>
                <a:gd name="connsiteX12" fmla="*/ 2079264 w 4973544"/>
                <a:gd name="connsiteY12" fmla="*/ 3810337 h 4390836"/>
                <a:gd name="connsiteX13" fmla="*/ 1527863 w 4973544"/>
                <a:gd name="connsiteY13" fmla="*/ 3646190 h 4390836"/>
                <a:gd name="connsiteX14" fmla="*/ 571972 w 4973544"/>
                <a:gd name="connsiteY14" fmla="*/ 3465340 h 4390836"/>
                <a:gd name="connsiteX15" fmla="*/ 111945 w 4973544"/>
                <a:gd name="connsiteY15" fmla="*/ 3301596 h 4390836"/>
                <a:gd name="connsiteX16" fmla="*/ 32403 w 4973544"/>
                <a:gd name="connsiteY16" fmla="*/ 3247605 h 4390836"/>
                <a:gd name="connsiteX17" fmla="*/ 88 w 4973544"/>
                <a:gd name="connsiteY17" fmla="*/ 3110488 h 4390836"/>
                <a:gd name="connsiteX18" fmla="*/ 416050 w 4973544"/>
                <a:gd name="connsiteY18" fmla="*/ 1333309 h 4390836"/>
                <a:gd name="connsiteX19" fmla="*/ 624699 w 4973544"/>
                <a:gd name="connsiteY19" fmla="*/ 5061 h 4390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973544" h="4390836" extrusionOk="0">
                  <a:moveTo>
                    <a:pt x="624699" y="5061"/>
                  </a:moveTo>
                  <a:cubicBezTo>
                    <a:pt x="893937" y="-52541"/>
                    <a:pt x="979083" y="397409"/>
                    <a:pt x="1076462" y="553448"/>
                  </a:cubicBezTo>
                  <a:cubicBezTo>
                    <a:pt x="1173841" y="709487"/>
                    <a:pt x="1135770" y="772273"/>
                    <a:pt x="1208972" y="941296"/>
                  </a:cubicBezTo>
                  <a:cubicBezTo>
                    <a:pt x="1282174" y="1110319"/>
                    <a:pt x="1406704" y="1401178"/>
                    <a:pt x="1515674" y="1567587"/>
                  </a:cubicBezTo>
                  <a:cubicBezTo>
                    <a:pt x="1624644" y="1733996"/>
                    <a:pt x="1694346" y="1826156"/>
                    <a:pt x="1862793" y="1939747"/>
                  </a:cubicBezTo>
                  <a:cubicBezTo>
                    <a:pt x="2031240" y="2053338"/>
                    <a:pt x="2220199" y="2083061"/>
                    <a:pt x="2526357" y="2249132"/>
                  </a:cubicBezTo>
                  <a:cubicBezTo>
                    <a:pt x="2832515" y="2415203"/>
                    <a:pt x="3406482" y="2717511"/>
                    <a:pt x="3699739" y="2936173"/>
                  </a:cubicBezTo>
                  <a:cubicBezTo>
                    <a:pt x="3992996" y="3154835"/>
                    <a:pt x="4074251" y="3321278"/>
                    <a:pt x="4285900" y="3561105"/>
                  </a:cubicBezTo>
                  <a:cubicBezTo>
                    <a:pt x="4497549" y="3800932"/>
                    <a:pt x="5023959" y="4286431"/>
                    <a:pt x="4969636" y="4375133"/>
                  </a:cubicBezTo>
                  <a:cubicBezTo>
                    <a:pt x="4915313" y="4463835"/>
                    <a:pt x="4188425" y="4150360"/>
                    <a:pt x="3959964" y="4093316"/>
                  </a:cubicBezTo>
                  <a:cubicBezTo>
                    <a:pt x="3731504" y="4036272"/>
                    <a:pt x="3766924" y="4073706"/>
                    <a:pt x="3598873" y="4032867"/>
                  </a:cubicBezTo>
                  <a:cubicBezTo>
                    <a:pt x="3430822" y="3992028"/>
                    <a:pt x="3204924" y="3885371"/>
                    <a:pt x="2951656" y="3848283"/>
                  </a:cubicBezTo>
                  <a:cubicBezTo>
                    <a:pt x="2698388" y="3811195"/>
                    <a:pt x="2316563" y="3844019"/>
                    <a:pt x="2079264" y="3810337"/>
                  </a:cubicBezTo>
                  <a:cubicBezTo>
                    <a:pt x="1841965" y="3776655"/>
                    <a:pt x="1713558" y="3694207"/>
                    <a:pt x="1527863" y="3646190"/>
                  </a:cubicBezTo>
                  <a:cubicBezTo>
                    <a:pt x="1213784" y="3564976"/>
                    <a:pt x="886478" y="3544887"/>
                    <a:pt x="571972" y="3465340"/>
                  </a:cubicBezTo>
                  <a:cubicBezTo>
                    <a:pt x="413823" y="3425329"/>
                    <a:pt x="259799" y="3370505"/>
                    <a:pt x="111945" y="3301596"/>
                  </a:cubicBezTo>
                  <a:cubicBezTo>
                    <a:pt x="82624" y="3287928"/>
                    <a:pt x="52541" y="3272916"/>
                    <a:pt x="32403" y="3247605"/>
                  </a:cubicBezTo>
                  <a:cubicBezTo>
                    <a:pt x="2587" y="3210130"/>
                    <a:pt x="566" y="3158366"/>
                    <a:pt x="88" y="3110488"/>
                  </a:cubicBezTo>
                  <a:cubicBezTo>
                    <a:pt x="-6331" y="2466322"/>
                    <a:pt x="341370" y="1973167"/>
                    <a:pt x="416050" y="1333309"/>
                  </a:cubicBezTo>
                  <a:cubicBezTo>
                    <a:pt x="356827" y="1175696"/>
                    <a:pt x="683922" y="162674"/>
                    <a:pt x="624699" y="5061"/>
                  </a:cubicBezTo>
                  <a:close/>
                </a:path>
              </a:pathLst>
            </a:custGeom>
            <a:solidFill>
              <a:schemeClr val="dk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70" name="Google Shape;570;p38"/>
            <p:cNvSpPr/>
            <p:nvPr/>
          </p:nvSpPr>
          <p:spPr>
            <a:xfrm>
              <a:off x="19418" y="4743"/>
              <a:ext cx="3567774" cy="2824005"/>
            </a:xfrm>
            <a:custGeom>
              <a:avLst/>
              <a:gdLst/>
              <a:ahLst/>
              <a:cxnLst/>
              <a:rect l="l" t="t" r="r" b="b"/>
              <a:pathLst>
                <a:path w="3567774" h="2824005" extrusionOk="0">
                  <a:moveTo>
                    <a:pt x="3568024" y="10828"/>
                  </a:moveTo>
                  <a:cubicBezTo>
                    <a:pt x="3208635" y="577616"/>
                    <a:pt x="2386031" y="829154"/>
                    <a:pt x="1970736" y="799180"/>
                  </a:cubicBezTo>
                  <a:cubicBezTo>
                    <a:pt x="1555442" y="769206"/>
                    <a:pt x="1156119" y="944831"/>
                    <a:pt x="1235984" y="1232216"/>
                  </a:cubicBezTo>
                  <a:cubicBezTo>
                    <a:pt x="1315849" y="1519602"/>
                    <a:pt x="1620553" y="1687243"/>
                    <a:pt x="1591990" y="1974629"/>
                  </a:cubicBezTo>
                  <a:cubicBezTo>
                    <a:pt x="1563427" y="2262015"/>
                    <a:pt x="1395713" y="2789867"/>
                    <a:pt x="1124174" y="2817318"/>
                  </a:cubicBezTo>
                  <a:cubicBezTo>
                    <a:pt x="852635" y="2844768"/>
                    <a:pt x="46004" y="2822559"/>
                    <a:pt x="77950" y="2115200"/>
                  </a:cubicBezTo>
                  <a:cubicBezTo>
                    <a:pt x="109896" y="1407840"/>
                    <a:pt x="-497074" y="34777"/>
                    <a:pt x="1235984" y="10828"/>
                  </a:cubicBezTo>
                  <a:cubicBezTo>
                    <a:pt x="2969041" y="-13121"/>
                    <a:pt x="3568024" y="10828"/>
                    <a:pt x="3568024" y="10828"/>
                  </a:cubicBezTo>
                  <a:close/>
                </a:path>
              </a:pathLst>
            </a:custGeom>
            <a:solidFill>
              <a:schemeClr val="dk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sp>
        <p:nvSpPr>
          <p:cNvPr id="566" name="Google Shape;566;p38"/>
          <p:cNvSpPr txBox="1">
            <a:spLocks noGrp="1"/>
          </p:cNvSpPr>
          <p:nvPr>
            <p:ph type="title"/>
          </p:nvPr>
        </p:nvSpPr>
        <p:spPr>
          <a:xfrm>
            <a:off x="3246188" y="1468233"/>
            <a:ext cx="5173980" cy="1753703"/>
          </a:xfrm>
          <a:prstGeom prst="rect">
            <a:avLst/>
          </a:prstGeom>
        </p:spPr>
        <p:txBody>
          <a:bodyPr spcFirstLastPara="1" wrap="square" lIns="91425" tIns="91425" rIns="91425" bIns="91425" anchor="t" anchorCtr="0">
            <a:noAutofit/>
          </a:bodyPr>
          <a:lstStyle/>
          <a:p>
            <a:pPr algn="l"/>
            <a:r>
              <a:rPr lang="en-IN" sz="3600" dirty="0">
                <a:latin typeface="Roboto"/>
                <a:ea typeface="Roboto"/>
                <a:cs typeface="Roboto"/>
                <a:sym typeface="Roboto"/>
              </a:rPr>
              <a:t>DATA ANALYSIS &amp; DATA VISUALIZATION</a:t>
            </a:r>
            <a:endParaRPr sz="3600" dirty="0"/>
          </a:p>
        </p:txBody>
      </p:sp>
      <p:grpSp>
        <p:nvGrpSpPr>
          <p:cNvPr id="571" name="Google Shape;571;p38"/>
          <p:cNvGrpSpPr/>
          <p:nvPr/>
        </p:nvGrpSpPr>
        <p:grpSpPr>
          <a:xfrm>
            <a:off x="174182" y="629903"/>
            <a:ext cx="3505888" cy="4253450"/>
            <a:chOff x="1012612" y="633743"/>
            <a:chExt cx="3505888" cy="4253450"/>
          </a:xfrm>
        </p:grpSpPr>
        <p:grpSp>
          <p:nvGrpSpPr>
            <p:cNvPr id="572" name="Google Shape;572;p38"/>
            <p:cNvGrpSpPr/>
            <p:nvPr/>
          </p:nvGrpSpPr>
          <p:grpSpPr>
            <a:xfrm>
              <a:off x="1012612" y="2823399"/>
              <a:ext cx="3505888" cy="2063794"/>
              <a:chOff x="1012612" y="2823399"/>
              <a:chExt cx="3505888" cy="2063794"/>
            </a:xfrm>
          </p:grpSpPr>
          <p:grpSp>
            <p:nvGrpSpPr>
              <p:cNvPr id="573" name="Google Shape;573;p38"/>
              <p:cNvGrpSpPr/>
              <p:nvPr/>
            </p:nvGrpSpPr>
            <p:grpSpPr>
              <a:xfrm rot="2700219">
                <a:off x="2547553" y="2992289"/>
                <a:ext cx="895037" cy="1453996"/>
                <a:chOff x="6434831" y="3097962"/>
                <a:chExt cx="804739" cy="1313905"/>
              </a:xfrm>
            </p:grpSpPr>
            <p:sp>
              <p:nvSpPr>
                <p:cNvPr id="574" name="Google Shape;574;p38"/>
                <p:cNvSpPr/>
                <p:nvPr/>
              </p:nvSpPr>
              <p:spPr>
                <a:xfrm>
                  <a:off x="6434831" y="3097962"/>
                  <a:ext cx="804739" cy="1313905"/>
                </a:xfrm>
                <a:custGeom>
                  <a:avLst/>
                  <a:gdLst/>
                  <a:ahLst/>
                  <a:cxnLst/>
                  <a:rect l="l" t="t" r="r" b="b"/>
                  <a:pathLst>
                    <a:path w="1051946" h="1717523" extrusionOk="0">
                      <a:moveTo>
                        <a:pt x="252087" y="-728"/>
                      </a:moveTo>
                      <a:cubicBezTo>
                        <a:pt x="-192638" y="430159"/>
                        <a:pt x="-90454" y="1501261"/>
                        <a:pt x="892054" y="1716796"/>
                      </a:cubicBezTo>
                      <a:cubicBezTo>
                        <a:pt x="1157488" y="1327487"/>
                        <a:pt x="1182379" y="443081"/>
                        <a:pt x="252087" y="-728"/>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75" name="Google Shape;575;p38"/>
                <p:cNvSpPr/>
                <p:nvPr/>
              </p:nvSpPr>
              <p:spPr>
                <a:xfrm>
                  <a:off x="6623112" y="3097962"/>
                  <a:ext cx="499761" cy="1313905"/>
                </a:xfrm>
                <a:custGeom>
                  <a:avLst/>
                  <a:gdLst/>
                  <a:ahLst/>
                  <a:cxnLst/>
                  <a:rect l="l" t="t" r="r" b="b"/>
                  <a:pathLst>
                    <a:path w="653283" h="1717523" extrusionOk="0">
                      <a:moveTo>
                        <a:pt x="653195" y="1706248"/>
                      </a:moveTo>
                      <a:lnTo>
                        <a:pt x="32013" y="11941"/>
                      </a:lnTo>
                      <a:cubicBezTo>
                        <a:pt x="23462" y="7705"/>
                        <a:pt x="14995" y="3431"/>
                        <a:pt x="6276" y="-728"/>
                      </a:cubicBezTo>
                      <a:cubicBezTo>
                        <a:pt x="4113" y="1368"/>
                        <a:pt x="2049" y="3579"/>
                        <a:pt x="-89" y="5705"/>
                      </a:cubicBezTo>
                      <a:lnTo>
                        <a:pt x="625444" y="1711884"/>
                      </a:lnTo>
                      <a:cubicBezTo>
                        <a:pt x="632385" y="1713514"/>
                        <a:pt x="639212" y="1715253"/>
                        <a:pt x="646243" y="1716796"/>
                      </a:cubicBezTo>
                      <a:cubicBezTo>
                        <a:pt x="648594" y="1713348"/>
                        <a:pt x="650882" y="1709773"/>
                        <a:pt x="653195" y="1706248"/>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576" name="Google Shape;576;p38"/>
              <p:cNvGrpSpPr/>
              <p:nvPr/>
            </p:nvGrpSpPr>
            <p:grpSpPr>
              <a:xfrm rot="-7875363">
                <a:off x="1391338" y="3230313"/>
                <a:ext cx="1477844" cy="872558"/>
                <a:chOff x="4778337" y="5141250"/>
                <a:chExt cx="1335335" cy="788417"/>
              </a:xfrm>
            </p:grpSpPr>
            <p:sp>
              <p:nvSpPr>
                <p:cNvPr id="577" name="Google Shape;577;p38"/>
                <p:cNvSpPr/>
                <p:nvPr/>
              </p:nvSpPr>
              <p:spPr>
                <a:xfrm>
                  <a:off x="4778337" y="5141250"/>
                  <a:ext cx="1335334" cy="787760"/>
                </a:xfrm>
                <a:custGeom>
                  <a:avLst/>
                  <a:gdLst/>
                  <a:ahLst/>
                  <a:cxnLst/>
                  <a:rect l="l" t="t" r="r" b="b"/>
                  <a:pathLst>
                    <a:path w="1745534" h="1029752" extrusionOk="0">
                      <a:moveTo>
                        <a:pt x="5103" y="167486"/>
                      </a:moveTo>
                      <a:cubicBezTo>
                        <a:pt x="-86406" y="691790"/>
                        <a:pt x="1052911" y="1396174"/>
                        <a:pt x="1745445" y="803631"/>
                      </a:cubicBezTo>
                      <a:cubicBezTo>
                        <a:pt x="1467424" y="94438"/>
                        <a:pt x="387793" y="-221495"/>
                        <a:pt x="5103" y="167486"/>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78" name="Google Shape;578;p38"/>
                <p:cNvSpPr/>
                <p:nvPr/>
              </p:nvSpPr>
              <p:spPr>
                <a:xfrm>
                  <a:off x="5204163" y="5142875"/>
                  <a:ext cx="102221" cy="324991"/>
                </a:xfrm>
                <a:custGeom>
                  <a:avLst/>
                  <a:gdLst/>
                  <a:ahLst/>
                  <a:cxnLst/>
                  <a:rect l="l" t="t" r="r" b="b"/>
                  <a:pathLst>
                    <a:path w="133622" h="424825" extrusionOk="0">
                      <a:moveTo>
                        <a:pt x="133534" y="418484"/>
                      </a:moveTo>
                      <a:lnTo>
                        <a:pt x="23088" y="953"/>
                      </a:lnTo>
                      <a:cubicBezTo>
                        <a:pt x="15344" y="333"/>
                        <a:pt x="7606" y="-262"/>
                        <a:pt x="-89" y="-728"/>
                      </a:cubicBezTo>
                      <a:lnTo>
                        <a:pt x="112286" y="424098"/>
                      </a:lnTo>
                      <a:close/>
                    </a:path>
                  </a:pathLst>
                </a:custGeom>
                <a:solidFill>
                  <a:schemeClr val="accen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79" name="Google Shape;579;p38"/>
                <p:cNvSpPr/>
                <p:nvPr/>
              </p:nvSpPr>
              <p:spPr>
                <a:xfrm>
                  <a:off x="4817422" y="5352727"/>
                  <a:ext cx="187330" cy="134330"/>
                </a:xfrm>
                <a:custGeom>
                  <a:avLst/>
                  <a:gdLst/>
                  <a:ahLst/>
                  <a:cxnLst/>
                  <a:rect l="l" t="t" r="r" b="b"/>
                  <a:pathLst>
                    <a:path w="244876" h="175595" extrusionOk="0">
                      <a:moveTo>
                        <a:pt x="232548" y="-728"/>
                      </a:moveTo>
                      <a:lnTo>
                        <a:pt x="-89" y="155148"/>
                      </a:lnTo>
                      <a:cubicBezTo>
                        <a:pt x="3113" y="161731"/>
                        <a:pt x="6459" y="168305"/>
                        <a:pt x="9948" y="174867"/>
                      </a:cubicBezTo>
                      <a:lnTo>
                        <a:pt x="244788" y="17516"/>
                      </a:ln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80" name="Google Shape;580;p38"/>
                <p:cNvSpPr/>
                <p:nvPr/>
              </p:nvSpPr>
              <p:spPr>
                <a:xfrm>
                  <a:off x="5205180" y="5554833"/>
                  <a:ext cx="365072" cy="278678"/>
                </a:xfrm>
                <a:custGeom>
                  <a:avLst/>
                  <a:gdLst/>
                  <a:ahLst/>
                  <a:cxnLst/>
                  <a:rect l="l" t="t" r="r" b="b"/>
                  <a:pathLst>
                    <a:path w="477218" h="364285" extrusionOk="0">
                      <a:moveTo>
                        <a:pt x="463799" y="-728"/>
                      </a:moveTo>
                      <a:lnTo>
                        <a:pt x="-89" y="352899"/>
                      </a:lnTo>
                      <a:cubicBezTo>
                        <a:pt x="7290" y="356507"/>
                        <a:pt x="14709" y="360060"/>
                        <a:pt x="22169" y="363558"/>
                      </a:cubicBezTo>
                      <a:lnTo>
                        <a:pt x="477129" y="16737"/>
                      </a:ln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81" name="Google Shape;581;p38"/>
                <p:cNvSpPr/>
                <p:nvPr/>
              </p:nvSpPr>
              <p:spPr>
                <a:xfrm>
                  <a:off x="5728282" y="5315912"/>
                  <a:ext cx="66602" cy="325390"/>
                </a:xfrm>
                <a:custGeom>
                  <a:avLst/>
                  <a:gdLst/>
                  <a:ahLst/>
                  <a:cxnLst/>
                  <a:rect l="l" t="t" r="r" b="b"/>
                  <a:pathLst>
                    <a:path w="87062" h="425347" extrusionOk="0">
                      <a:moveTo>
                        <a:pt x="86974" y="421286"/>
                      </a:moveTo>
                      <a:lnTo>
                        <a:pt x="24541" y="14862"/>
                      </a:lnTo>
                      <a:cubicBezTo>
                        <a:pt x="16387" y="9574"/>
                        <a:pt x="8162" y="4400"/>
                        <a:pt x="-89" y="-728"/>
                      </a:cubicBezTo>
                      <a:lnTo>
                        <a:pt x="65250" y="424620"/>
                      </a:ln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82" name="Google Shape;582;p38"/>
                <p:cNvSpPr/>
                <p:nvPr/>
              </p:nvSpPr>
              <p:spPr>
                <a:xfrm>
                  <a:off x="5642170" y="5695733"/>
                  <a:ext cx="322891" cy="233935"/>
                </a:xfrm>
                <a:custGeom>
                  <a:avLst/>
                  <a:gdLst/>
                  <a:ahLst/>
                  <a:cxnLst/>
                  <a:rect l="l" t="t" r="r" b="b"/>
                  <a:pathLst>
                    <a:path w="422080" h="305797" extrusionOk="0">
                      <a:moveTo>
                        <a:pt x="421991" y="16860"/>
                      </a:moveTo>
                      <a:lnTo>
                        <a:pt x="408822" y="-728"/>
                      </a:lnTo>
                      <a:lnTo>
                        <a:pt x="-89" y="305069"/>
                      </a:lnTo>
                      <a:cubicBezTo>
                        <a:pt x="12556" y="304979"/>
                        <a:pt x="25200" y="304669"/>
                        <a:pt x="37842" y="304137"/>
                      </a:cubicBez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83" name="Google Shape;583;p38"/>
                <p:cNvSpPr/>
                <p:nvPr/>
              </p:nvSpPr>
              <p:spPr>
                <a:xfrm>
                  <a:off x="4779643" y="5272811"/>
                  <a:ext cx="1334029" cy="490484"/>
                </a:xfrm>
                <a:custGeom>
                  <a:avLst/>
                  <a:gdLst/>
                  <a:ahLst/>
                  <a:cxnLst/>
                  <a:rect l="l" t="t" r="r" b="b"/>
                  <a:pathLst>
                    <a:path w="1743829" h="641156" extrusionOk="0">
                      <a:moveTo>
                        <a:pt x="1738354" y="618832"/>
                      </a:moveTo>
                      <a:lnTo>
                        <a:pt x="2846" y="-728"/>
                      </a:lnTo>
                      <a:cubicBezTo>
                        <a:pt x="1635" y="6666"/>
                        <a:pt x="639" y="14090"/>
                        <a:pt x="-89" y="21550"/>
                      </a:cubicBezTo>
                      <a:lnTo>
                        <a:pt x="1733514" y="640429"/>
                      </a:lnTo>
                      <a:cubicBezTo>
                        <a:pt x="1736927" y="637589"/>
                        <a:pt x="1740349" y="634773"/>
                        <a:pt x="1743740" y="631872"/>
                      </a:cubicBezTo>
                      <a:cubicBezTo>
                        <a:pt x="1742022" y="627487"/>
                        <a:pt x="1740133" y="623186"/>
                        <a:pt x="1738354" y="618832"/>
                      </a:cubicBez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584" name="Google Shape;584;p38"/>
              <p:cNvGrpSpPr/>
              <p:nvPr/>
            </p:nvGrpSpPr>
            <p:grpSpPr>
              <a:xfrm rot="-1761651">
                <a:off x="1245283" y="3429971"/>
                <a:ext cx="1160687" cy="1253159"/>
                <a:chOff x="4921769" y="3642162"/>
                <a:chExt cx="1048829" cy="1132389"/>
              </a:xfrm>
            </p:grpSpPr>
            <p:sp>
              <p:nvSpPr>
                <p:cNvPr id="585" name="Google Shape;585;p38"/>
                <p:cNvSpPr/>
                <p:nvPr/>
              </p:nvSpPr>
              <p:spPr>
                <a:xfrm>
                  <a:off x="4921769" y="3642162"/>
                  <a:ext cx="1048829" cy="1132378"/>
                </a:xfrm>
                <a:custGeom>
                  <a:avLst/>
                  <a:gdLst/>
                  <a:ahLst/>
                  <a:cxnLst/>
                  <a:rect l="l" t="t" r="r" b="b"/>
                  <a:pathLst>
                    <a:path w="1371018" h="1480233" extrusionOk="0">
                      <a:moveTo>
                        <a:pt x="24217" y="13961"/>
                      </a:moveTo>
                      <a:cubicBezTo>
                        <a:pt x="-94878" y="497744"/>
                        <a:pt x="207410" y="1383284"/>
                        <a:pt x="1293296" y="1479506"/>
                      </a:cubicBezTo>
                      <a:cubicBezTo>
                        <a:pt x="1574677" y="888315"/>
                        <a:pt x="1077452" y="-135295"/>
                        <a:pt x="24217" y="13961"/>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86" name="Google Shape;586;p38"/>
                <p:cNvSpPr/>
                <p:nvPr/>
              </p:nvSpPr>
              <p:spPr>
                <a:xfrm>
                  <a:off x="4938097" y="3651132"/>
                  <a:ext cx="976193" cy="1123419"/>
                </a:xfrm>
                <a:custGeom>
                  <a:avLst/>
                  <a:gdLst/>
                  <a:ahLst/>
                  <a:cxnLst/>
                  <a:rect l="l" t="t" r="r" b="b"/>
                  <a:pathLst>
                    <a:path w="1276069" h="1468522" extrusionOk="0">
                      <a:moveTo>
                        <a:pt x="1275980" y="1459154"/>
                      </a:moveTo>
                      <a:lnTo>
                        <a:pt x="25185" y="-728"/>
                      </a:lnTo>
                      <a:cubicBezTo>
                        <a:pt x="17782" y="212"/>
                        <a:pt x="10353" y="1204"/>
                        <a:pt x="2899" y="2249"/>
                      </a:cubicBezTo>
                      <a:cubicBezTo>
                        <a:pt x="1845" y="6533"/>
                        <a:pt x="899" y="10919"/>
                        <a:pt x="-89" y="15265"/>
                      </a:cubicBezTo>
                      <a:lnTo>
                        <a:pt x="1241796" y="1464746"/>
                      </a:lnTo>
                      <a:cubicBezTo>
                        <a:pt x="1251834" y="1465785"/>
                        <a:pt x="1261804" y="1466893"/>
                        <a:pt x="1271979" y="1467795"/>
                      </a:cubicBezTo>
                      <a:cubicBezTo>
                        <a:pt x="1273342" y="1464931"/>
                        <a:pt x="1274653" y="1462037"/>
                        <a:pt x="1275980" y="1459154"/>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87" name="Google Shape;587;p38"/>
                <p:cNvSpPr/>
                <p:nvPr/>
              </p:nvSpPr>
              <p:spPr>
                <a:xfrm>
                  <a:off x="4965616" y="4023850"/>
                  <a:ext cx="307717" cy="85969"/>
                </a:xfrm>
                <a:custGeom>
                  <a:avLst/>
                  <a:gdLst/>
                  <a:ahLst/>
                  <a:cxnLst/>
                  <a:rect l="l" t="t" r="r" b="b"/>
                  <a:pathLst>
                    <a:path w="402245" h="112378" extrusionOk="0">
                      <a:moveTo>
                        <a:pt x="396002" y="-728"/>
                      </a:moveTo>
                      <a:lnTo>
                        <a:pt x="-89" y="83401"/>
                      </a:lnTo>
                      <a:cubicBezTo>
                        <a:pt x="2932" y="92818"/>
                        <a:pt x="6076" y="102234"/>
                        <a:pt x="9343" y="111651"/>
                      </a:cubicBezTo>
                      <a:lnTo>
                        <a:pt x="402156" y="28218"/>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88" name="Google Shape;588;p38"/>
                <p:cNvSpPr/>
                <p:nvPr/>
              </p:nvSpPr>
              <p:spPr>
                <a:xfrm>
                  <a:off x="5461021" y="3802587"/>
                  <a:ext cx="170353" cy="469223"/>
                </a:xfrm>
                <a:custGeom>
                  <a:avLst/>
                  <a:gdLst/>
                  <a:ahLst/>
                  <a:cxnLst/>
                  <a:rect l="l" t="t" r="r" b="b"/>
                  <a:pathLst>
                    <a:path w="222684" h="613364" extrusionOk="0">
                      <a:moveTo>
                        <a:pt x="28049" y="612637"/>
                      </a:moveTo>
                      <a:lnTo>
                        <a:pt x="222595" y="17894"/>
                      </a:lnTo>
                      <a:cubicBezTo>
                        <a:pt x="214348" y="11586"/>
                        <a:pt x="205997" y="5379"/>
                        <a:pt x="197541" y="-728"/>
                      </a:cubicBezTo>
                      <a:lnTo>
                        <a:pt x="-89" y="603444"/>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589" name="Google Shape;589;p38"/>
                <p:cNvGrpSpPr/>
                <p:nvPr/>
              </p:nvGrpSpPr>
              <p:grpSpPr>
                <a:xfrm>
                  <a:off x="5242608" y="4480691"/>
                  <a:ext cx="420919" cy="42073"/>
                  <a:chOff x="2422386" y="2810148"/>
                  <a:chExt cx="549503" cy="54926"/>
                </a:xfrm>
              </p:grpSpPr>
              <p:sp>
                <p:nvSpPr>
                  <p:cNvPr id="590" name="Google Shape;590;p38"/>
                  <p:cNvSpPr/>
                  <p:nvPr/>
                </p:nvSpPr>
                <p:spPr>
                  <a:xfrm>
                    <a:off x="2423063" y="2850164"/>
                    <a:ext cx="16318" cy="14910"/>
                  </a:xfrm>
                  <a:custGeom>
                    <a:avLst/>
                    <a:gdLst/>
                    <a:ahLst/>
                    <a:cxnLst/>
                    <a:rect l="l" t="t" r="r" b="b"/>
                    <a:pathLst>
                      <a:path w="16318" h="14910" extrusionOk="0">
                        <a:moveTo>
                          <a:pt x="600" y="14183"/>
                        </a:moveTo>
                        <a:lnTo>
                          <a:pt x="16230" y="13459"/>
                        </a:lnTo>
                        <a:cubicBezTo>
                          <a:pt x="10700" y="8781"/>
                          <a:pt x="5325" y="4016"/>
                          <a:pt x="-89" y="-728"/>
                        </a:cubicBezTo>
                        <a:close/>
                      </a:path>
                    </a:pathLst>
                  </a:custGeom>
                  <a:solidFill>
                    <a:schemeClr val="accen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91" name="Google Shape;591;p38"/>
                  <p:cNvSpPr/>
                  <p:nvPr/>
                </p:nvSpPr>
                <p:spPr>
                  <a:xfrm>
                    <a:off x="2422386" y="2810148"/>
                    <a:ext cx="549503" cy="54203"/>
                  </a:xfrm>
                  <a:custGeom>
                    <a:avLst/>
                    <a:gdLst/>
                    <a:ahLst/>
                    <a:cxnLst/>
                    <a:rect l="l" t="t" r="r" b="b"/>
                    <a:pathLst>
                      <a:path w="549503" h="54203" extrusionOk="0">
                        <a:moveTo>
                          <a:pt x="548046" y="-728"/>
                        </a:moveTo>
                        <a:lnTo>
                          <a:pt x="-89" y="24642"/>
                        </a:lnTo>
                        <a:lnTo>
                          <a:pt x="589" y="39288"/>
                        </a:lnTo>
                        <a:cubicBezTo>
                          <a:pt x="6002" y="44032"/>
                          <a:pt x="11378" y="48797"/>
                          <a:pt x="16907" y="53475"/>
                        </a:cubicBezTo>
                        <a:lnTo>
                          <a:pt x="549414" y="28827"/>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592" name="Google Shape;592;p38"/>
              <p:cNvGrpSpPr/>
              <p:nvPr/>
            </p:nvGrpSpPr>
            <p:grpSpPr>
              <a:xfrm rot="478712" flipH="1">
                <a:off x="2784573" y="3277216"/>
                <a:ext cx="1160646" cy="1253116"/>
                <a:chOff x="4921769" y="3642162"/>
                <a:chExt cx="1048829" cy="1132389"/>
              </a:xfrm>
            </p:grpSpPr>
            <p:sp>
              <p:nvSpPr>
                <p:cNvPr id="593" name="Google Shape;593;p38"/>
                <p:cNvSpPr/>
                <p:nvPr/>
              </p:nvSpPr>
              <p:spPr>
                <a:xfrm>
                  <a:off x="4921769" y="3642162"/>
                  <a:ext cx="1048829" cy="1132378"/>
                </a:xfrm>
                <a:custGeom>
                  <a:avLst/>
                  <a:gdLst/>
                  <a:ahLst/>
                  <a:cxnLst/>
                  <a:rect l="l" t="t" r="r" b="b"/>
                  <a:pathLst>
                    <a:path w="1371018" h="1480233" extrusionOk="0">
                      <a:moveTo>
                        <a:pt x="24217" y="13961"/>
                      </a:moveTo>
                      <a:cubicBezTo>
                        <a:pt x="-94878" y="497744"/>
                        <a:pt x="207410" y="1383284"/>
                        <a:pt x="1293296" y="1479506"/>
                      </a:cubicBezTo>
                      <a:cubicBezTo>
                        <a:pt x="1574677" y="888315"/>
                        <a:pt x="1077452" y="-135295"/>
                        <a:pt x="24217" y="13961"/>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94" name="Google Shape;594;p38"/>
                <p:cNvSpPr/>
                <p:nvPr/>
              </p:nvSpPr>
              <p:spPr>
                <a:xfrm>
                  <a:off x="4938097" y="3651132"/>
                  <a:ext cx="976193" cy="1123419"/>
                </a:xfrm>
                <a:custGeom>
                  <a:avLst/>
                  <a:gdLst/>
                  <a:ahLst/>
                  <a:cxnLst/>
                  <a:rect l="l" t="t" r="r" b="b"/>
                  <a:pathLst>
                    <a:path w="1276069" h="1468522" extrusionOk="0">
                      <a:moveTo>
                        <a:pt x="1275980" y="1459154"/>
                      </a:moveTo>
                      <a:lnTo>
                        <a:pt x="25185" y="-728"/>
                      </a:lnTo>
                      <a:cubicBezTo>
                        <a:pt x="17782" y="212"/>
                        <a:pt x="10353" y="1204"/>
                        <a:pt x="2899" y="2249"/>
                      </a:cubicBezTo>
                      <a:cubicBezTo>
                        <a:pt x="1845" y="6533"/>
                        <a:pt x="899" y="10919"/>
                        <a:pt x="-89" y="15265"/>
                      </a:cubicBezTo>
                      <a:lnTo>
                        <a:pt x="1241796" y="1464746"/>
                      </a:lnTo>
                      <a:cubicBezTo>
                        <a:pt x="1251834" y="1465785"/>
                        <a:pt x="1261804" y="1466893"/>
                        <a:pt x="1271979" y="1467795"/>
                      </a:cubicBezTo>
                      <a:cubicBezTo>
                        <a:pt x="1273342" y="1464931"/>
                        <a:pt x="1274653" y="1462037"/>
                        <a:pt x="1275980" y="1459154"/>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95" name="Google Shape;595;p38"/>
                <p:cNvSpPr/>
                <p:nvPr/>
              </p:nvSpPr>
              <p:spPr>
                <a:xfrm>
                  <a:off x="4965616" y="4023850"/>
                  <a:ext cx="307717" cy="85969"/>
                </a:xfrm>
                <a:custGeom>
                  <a:avLst/>
                  <a:gdLst/>
                  <a:ahLst/>
                  <a:cxnLst/>
                  <a:rect l="l" t="t" r="r" b="b"/>
                  <a:pathLst>
                    <a:path w="402245" h="112378" extrusionOk="0">
                      <a:moveTo>
                        <a:pt x="396002" y="-728"/>
                      </a:moveTo>
                      <a:lnTo>
                        <a:pt x="-89" y="83401"/>
                      </a:lnTo>
                      <a:cubicBezTo>
                        <a:pt x="2932" y="92818"/>
                        <a:pt x="6076" y="102234"/>
                        <a:pt x="9343" y="111651"/>
                      </a:cubicBezTo>
                      <a:lnTo>
                        <a:pt x="402156" y="28218"/>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96" name="Google Shape;596;p38"/>
                <p:cNvSpPr/>
                <p:nvPr/>
              </p:nvSpPr>
              <p:spPr>
                <a:xfrm>
                  <a:off x="5461021" y="3802587"/>
                  <a:ext cx="170353" cy="469223"/>
                </a:xfrm>
                <a:custGeom>
                  <a:avLst/>
                  <a:gdLst/>
                  <a:ahLst/>
                  <a:cxnLst/>
                  <a:rect l="l" t="t" r="r" b="b"/>
                  <a:pathLst>
                    <a:path w="222684" h="613364" extrusionOk="0">
                      <a:moveTo>
                        <a:pt x="28049" y="612637"/>
                      </a:moveTo>
                      <a:lnTo>
                        <a:pt x="222595" y="17894"/>
                      </a:lnTo>
                      <a:cubicBezTo>
                        <a:pt x="214348" y="11586"/>
                        <a:pt x="205997" y="5379"/>
                        <a:pt x="197541" y="-728"/>
                      </a:cubicBezTo>
                      <a:lnTo>
                        <a:pt x="-89" y="603444"/>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597" name="Google Shape;597;p38"/>
                <p:cNvGrpSpPr/>
                <p:nvPr/>
              </p:nvGrpSpPr>
              <p:grpSpPr>
                <a:xfrm>
                  <a:off x="5242608" y="4480691"/>
                  <a:ext cx="420919" cy="42073"/>
                  <a:chOff x="2422386" y="2810148"/>
                  <a:chExt cx="549503" cy="54926"/>
                </a:xfrm>
              </p:grpSpPr>
              <p:sp>
                <p:nvSpPr>
                  <p:cNvPr id="598" name="Google Shape;598;p38"/>
                  <p:cNvSpPr/>
                  <p:nvPr/>
                </p:nvSpPr>
                <p:spPr>
                  <a:xfrm>
                    <a:off x="2423063" y="2850164"/>
                    <a:ext cx="16318" cy="14910"/>
                  </a:xfrm>
                  <a:custGeom>
                    <a:avLst/>
                    <a:gdLst/>
                    <a:ahLst/>
                    <a:cxnLst/>
                    <a:rect l="l" t="t" r="r" b="b"/>
                    <a:pathLst>
                      <a:path w="16318" h="14910" extrusionOk="0">
                        <a:moveTo>
                          <a:pt x="600" y="14183"/>
                        </a:moveTo>
                        <a:lnTo>
                          <a:pt x="16230" y="13459"/>
                        </a:lnTo>
                        <a:cubicBezTo>
                          <a:pt x="10700" y="8781"/>
                          <a:pt x="5325" y="4016"/>
                          <a:pt x="-89" y="-728"/>
                        </a:cubicBezTo>
                        <a:close/>
                      </a:path>
                    </a:pathLst>
                  </a:custGeom>
                  <a:solidFill>
                    <a:schemeClr val="accen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599" name="Google Shape;599;p38"/>
                  <p:cNvSpPr/>
                  <p:nvPr/>
                </p:nvSpPr>
                <p:spPr>
                  <a:xfrm>
                    <a:off x="2422386" y="2810148"/>
                    <a:ext cx="549503" cy="54203"/>
                  </a:xfrm>
                  <a:custGeom>
                    <a:avLst/>
                    <a:gdLst/>
                    <a:ahLst/>
                    <a:cxnLst/>
                    <a:rect l="l" t="t" r="r" b="b"/>
                    <a:pathLst>
                      <a:path w="549503" h="54203" extrusionOk="0">
                        <a:moveTo>
                          <a:pt x="548046" y="-728"/>
                        </a:moveTo>
                        <a:lnTo>
                          <a:pt x="-89" y="24642"/>
                        </a:lnTo>
                        <a:lnTo>
                          <a:pt x="589" y="39288"/>
                        </a:lnTo>
                        <a:cubicBezTo>
                          <a:pt x="6002" y="44032"/>
                          <a:pt x="11378" y="48797"/>
                          <a:pt x="16907" y="53475"/>
                        </a:cubicBezTo>
                        <a:lnTo>
                          <a:pt x="549414" y="28827"/>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600" name="Google Shape;600;p38"/>
              <p:cNvGrpSpPr/>
              <p:nvPr/>
            </p:nvGrpSpPr>
            <p:grpSpPr>
              <a:xfrm rot="3086783" flipH="1">
                <a:off x="3223454" y="3301938"/>
                <a:ext cx="895063" cy="1454094"/>
                <a:chOff x="6434831" y="3097962"/>
                <a:chExt cx="804739" cy="1313905"/>
              </a:xfrm>
            </p:grpSpPr>
            <p:sp>
              <p:nvSpPr>
                <p:cNvPr id="601" name="Google Shape;601;p38"/>
                <p:cNvSpPr/>
                <p:nvPr/>
              </p:nvSpPr>
              <p:spPr>
                <a:xfrm>
                  <a:off x="6434831" y="3097962"/>
                  <a:ext cx="804739" cy="1313905"/>
                </a:xfrm>
                <a:custGeom>
                  <a:avLst/>
                  <a:gdLst/>
                  <a:ahLst/>
                  <a:cxnLst/>
                  <a:rect l="l" t="t" r="r" b="b"/>
                  <a:pathLst>
                    <a:path w="1051946" h="1717523" extrusionOk="0">
                      <a:moveTo>
                        <a:pt x="252087" y="-728"/>
                      </a:moveTo>
                      <a:cubicBezTo>
                        <a:pt x="-192638" y="430159"/>
                        <a:pt x="-90454" y="1501261"/>
                        <a:pt x="892054" y="1716796"/>
                      </a:cubicBezTo>
                      <a:cubicBezTo>
                        <a:pt x="1157488" y="1327487"/>
                        <a:pt x="1182379" y="443081"/>
                        <a:pt x="252087" y="-728"/>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02" name="Google Shape;602;p38"/>
                <p:cNvSpPr/>
                <p:nvPr/>
              </p:nvSpPr>
              <p:spPr>
                <a:xfrm>
                  <a:off x="6623112" y="3097962"/>
                  <a:ext cx="499761" cy="1313905"/>
                </a:xfrm>
                <a:custGeom>
                  <a:avLst/>
                  <a:gdLst/>
                  <a:ahLst/>
                  <a:cxnLst/>
                  <a:rect l="l" t="t" r="r" b="b"/>
                  <a:pathLst>
                    <a:path w="653283" h="1717523" extrusionOk="0">
                      <a:moveTo>
                        <a:pt x="653195" y="1706248"/>
                      </a:moveTo>
                      <a:lnTo>
                        <a:pt x="32013" y="11941"/>
                      </a:lnTo>
                      <a:cubicBezTo>
                        <a:pt x="23462" y="7705"/>
                        <a:pt x="14995" y="3431"/>
                        <a:pt x="6276" y="-728"/>
                      </a:cubicBezTo>
                      <a:cubicBezTo>
                        <a:pt x="4113" y="1368"/>
                        <a:pt x="2049" y="3579"/>
                        <a:pt x="-89" y="5705"/>
                      </a:cubicBezTo>
                      <a:lnTo>
                        <a:pt x="625444" y="1711884"/>
                      </a:lnTo>
                      <a:cubicBezTo>
                        <a:pt x="632385" y="1713514"/>
                        <a:pt x="639212" y="1715253"/>
                        <a:pt x="646243" y="1716796"/>
                      </a:cubicBezTo>
                      <a:cubicBezTo>
                        <a:pt x="648594" y="1713348"/>
                        <a:pt x="650882" y="1709773"/>
                        <a:pt x="653195" y="1706248"/>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603" name="Google Shape;603;p38"/>
            <p:cNvGrpSpPr/>
            <p:nvPr/>
          </p:nvGrpSpPr>
          <p:grpSpPr>
            <a:xfrm>
              <a:off x="2188802" y="633743"/>
              <a:ext cx="1291668" cy="3876021"/>
              <a:chOff x="3083866" y="950501"/>
              <a:chExt cx="1184365" cy="3554026"/>
            </a:xfrm>
          </p:grpSpPr>
          <p:sp>
            <p:nvSpPr>
              <p:cNvPr id="604" name="Google Shape;604;p38"/>
              <p:cNvSpPr/>
              <p:nvPr/>
            </p:nvSpPr>
            <p:spPr>
              <a:xfrm>
                <a:off x="3972625" y="1651400"/>
                <a:ext cx="295606" cy="742149"/>
              </a:xfrm>
              <a:custGeom>
                <a:avLst/>
                <a:gdLst/>
                <a:ahLst/>
                <a:cxnLst/>
                <a:rect l="l" t="t" r="r" b="b"/>
                <a:pathLst>
                  <a:path w="279533" h="643947" extrusionOk="0">
                    <a:moveTo>
                      <a:pt x="25326" y="131"/>
                    </a:moveTo>
                    <a:cubicBezTo>
                      <a:pt x="25326" y="131"/>
                      <a:pt x="137907" y="10370"/>
                      <a:pt x="203226" y="227202"/>
                    </a:cubicBezTo>
                    <a:cubicBezTo>
                      <a:pt x="233597" y="327188"/>
                      <a:pt x="258673" y="428706"/>
                      <a:pt x="278350" y="531333"/>
                    </a:cubicBezTo>
                    <a:cubicBezTo>
                      <a:pt x="285954" y="571811"/>
                      <a:pt x="271479" y="634472"/>
                      <a:pt x="231208" y="643122"/>
                    </a:cubicBezTo>
                    <a:lnTo>
                      <a:pt x="231208" y="643122"/>
                    </a:lnTo>
                    <a:cubicBezTo>
                      <a:pt x="193524" y="651219"/>
                      <a:pt x="144003" y="606314"/>
                      <a:pt x="131487" y="569862"/>
                    </a:cubicBezTo>
                    <a:lnTo>
                      <a:pt x="762" y="189128"/>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05" name="Google Shape;605;p38"/>
              <p:cNvSpPr/>
              <p:nvPr/>
            </p:nvSpPr>
            <p:spPr>
              <a:xfrm>
                <a:off x="3631285" y="2465189"/>
                <a:ext cx="322868" cy="934006"/>
              </a:xfrm>
              <a:custGeom>
                <a:avLst/>
                <a:gdLst/>
                <a:ahLst/>
                <a:cxnLst/>
                <a:rect l="l" t="t" r="r" b="b"/>
                <a:pathLst>
                  <a:path w="280146" h="810417" extrusionOk="0">
                    <a:moveTo>
                      <a:pt x="179148" y="810002"/>
                    </a:moveTo>
                    <a:lnTo>
                      <a:pt x="179148" y="810002"/>
                    </a:lnTo>
                    <a:cubicBezTo>
                      <a:pt x="118031" y="816224"/>
                      <a:pt x="63568" y="768683"/>
                      <a:pt x="56831" y="703229"/>
                    </a:cubicBezTo>
                    <a:lnTo>
                      <a:pt x="1622" y="166868"/>
                    </a:lnTo>
                    <a:cubicBezTo>
                      <a:pt x="-7100" y="82134"/>
                      <a:pt x="51578" y="6602"/>
                      <a:pt x="130852" y="521"/>
                    </a:cubicBezTo>
                    <a:lnTo>
                      <a:pt x="130852" y="521"/>
                    </a:lnTo>
                    <a:cubicBezTo>
                      <a:pt x="211936" y="-5696"/>
                      <a:pt x="280908" y="63185"/>
                      <a:pt x="280908" y="150379"/>
                    </a:cubicBezTo>
                    <a:lnTo>
                      <a:pt x="280908" y="690001"/>
                    </a:lnTo>
                    <a:cubicBezTo>
                      <a:pt x="280908" y="752161"/>
                      <a:pt x="236840" y="804129"/>
                      <a:pt x="179148" y="810002"/>
                    </a:cubicBez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06" name="Google Shape;606;p38"/>
              <p:cNvSpPr/>
              <p:nvPr/>
            </p:nvSpPr>
            <p:spPr>
              <a:xfrm>
                <a:off x="3352629" y="2474074"/>
                <a:ext cx="322869" cy="934001"/>
              </a:xfrm>
              <a:custGeom>
                <a:avLst/>
                <a:gdLst/>
                <a:ahLst/>
                <a:cxnLst/>
                <a:rect l="l" t="t" r="r" b="b"/>
                <a:pathLst>
                  <a:path w="280147" h="810413" extrusionOk="0">
                    <a:moveTo>
                      <a:pt x="102522" y="809997"/>
                    </a:moveTo>
                    <a:lnTo>
                      <a:pt x="102522" y="809997"/>
                    </a:lnTo>
                    <a:cubicBezTo>
                      <a:pt x="163639" y="816219"/>
                      <a:pt x="218101" y="768679"/>
                      <a:pt x="224839" y="703225"/>
                    </a:cubicBezTo>
                    <a:lnTo>
                      <a:pt x="280050" y="166864"/>
                    </a:lnTo>
                    <a:cubicBezTo>
                      <a:pt x="288773" y="82131"/>
                      <a:pt x="230091" y="6597"/>
                      <a:pt x="150819" y="518"/>
                    </a:cubicBezTo>
                    <a:lnTo>
                      <a:pt x="150819" y="518"/>
                    </a:lnTo>
                    <a:cubicBezTo>
                      <a:pt x="69733" y="-5700"/>
                      <a:pt x="3734" y="63963"/>
                      <a:pt x="3734" y="151159"/>
                    </a:cubicBezTo>
                    <a:lnTo>
                      <a:pt x="762" y="689996"/>
                    </a:lnTo>
                    <a:cubicBezTo>
                      <a:pt x="762" y="752156"/>
                      <a:pt x="44830" y="804124"/>
                      <a:pt x="102522" y="809997"/>
                    </a:cubicBez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607" name="Google Shape;607;p38"/>
              <p:cNvGrpSpPr/>
              <p:nvPr/>
            </p:nvGrpSpPr>
            <p:grpSpPr>
              <a:xfrm>
                <a:off x="3085444" y="2296601"/>
                <a:ext cx="194059" cy="646855"/>
                <a:chOff x="9864950" y="2715955"/>
                <a:chExt cx="168410" cy="561360"/>
              </a:xfrm>
            </p:grpSpPr>
            <p:grpSp>
              <p:nvGrpSpPr>
                <p:cNvPr id="608" name="Google Shape;608;p38"/>
                <p:cNvGrpSpPr/>
                <p:nvPr/>
              </p:nvGrpSpPr>
              <p:grpSpPr>
                <a:xfrm>
                  <a:off x="9864950" y="2993495"/>
                  <a:ext cx="127219" cy="283820"/>
                  <a:chOff x="9864950" y="2993495"/>
                  <a:chExt cx="127219" cy="283820"/>
                </a:xfrm>
              </p:grpSpPr>
              <p:sp>
                <p:nvSpPr>
                  <p:cNvPr id="609" name="Google Shape;609;p38"/>
                  <p:cNvSpPr/>
                  <p:nvPr/>
                </p:nvSpPr>
                <p:spPr>
                  <a:xfrm>
                    <a:off x="9889478" y="3163986"/>
                    <a:ext cx="44599" cy="113329"/>
                  </a:xfrm>
                  <a:custGeom>
                    <a:avLst/>
                    <a:gdLst/>
                    <a:ahLst/>
                    <a:cxnLst/>
                    <a:rect l="l" t="t" r="r" b="b"/>
                    <a:pathLst>
                      <a:path w="44599" h="113329" extrusionOk="0">
                        <a:moveTo>
                          <a:pt x="45362" y="131"/>
                        </a:moveTo>
                        <a:lnTo>
                          <a:pt x="22922" y="104608"/>
                        </a:lnTo>
                        <a:cubicBezTo>
                          <a:pt x="21675" y="110407"/>
                          <a:pt x="16126" y="114230"/>
                          <a:pt x="10264" y="113329"/>
                        </a:cubicBezTo>
                        <a:lnTo>
                          <a:pt x="10264" y="113329"/>
                        </a:lnTo>
                        <a:cubicBezTo>
                          <a:pt x="4327" y="112416"/>
                          <a:pt x="165" y="106983"/>
                          <a:pt x="832" y="101013"/>
                        </a:cubicBezTo>
                        <a:lnTo>
                          <a:pt x="6522" y="50021"/>
                        </a:lnTo>
                        <a:close/>
                      </a:path>
                    </a:pathLst>
                  </a:custGeom>
                  <a:solidFill>
                    <a:srgbClr val="CE918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10" name="Google Shape;610;p38"/>
                  <p:cNvSpPr/>
                  <p:nvPr/>
                </p:nvSpPr>
                <p:spPr>
                  <a:xfrm>
                    <a:off x="9864950" y="2993495"/>
                    <a:ext cx="127219" cy="279828"/>
                  </a:xfrm>
                  <a:custGeom>
                    <a:avLst/>
                    <a:gdLst/>
                    <a:ahLst/>
                    <a:cxnLst/>
                    <a:rect l="l" t="t" r="r" b="b"/>
                    <a:pathLst>
                      <a:path w="127219" h="279828" extrusionOk="0">
                        <a:moveTo>
                          <a:pt x="67965" y="1475"/>
                        </a:moveTo>
                        <a:cubicBezTo>
                          <a:pt x="83382" y="-3351"/>
                          <a:pt x="99793" y="5234"/>
                          <a:pt x="104620" y="20650"/>
                        </a:cubicBezTo>
                        <a:cubicBezTo>
                          <a:pt x="104706" y="20924"/>
                          <a:pt x="104787" y="21199"/>
                          <a:pt x="104864" y="21475"/>
                        </a:cubicBezTo>
                        <a:lnTo>
                          <a:pt x="112094" y="47205"/>
                        </a:lnTo>
                        <a:cubicBezTo>
                          <a:pt x="112094" y="47205"/>
                          <a:pt x="139061" y="96257"/>
                          <a:pt x="122728" y="147678"/>
                        </a:cubicBezTo>
                        <a:cubicBezTo>
                          <a:pt x="112520" y="179817"/>
                          <a:pt x="111066" y="201779"/>
                          <a:pt x="111411" y="213733"/>
                        </a:cubicBezTo>
                        <a:cubicBezTo>
                          <a:pt x="111656" y="219934"/>
                          <a:pt x="107328" y="225382"/>
                          <a:pt x="101233" y="226548"/>
                        </a:cubicBezTo>
                        <a:lnTo>
                          <a:pt x="101170" y="226560"/>
                        </a:lnTo>
                        <a:cubicBezTo>
                          <a:pt x="94719" y="227785"/>
                          <a:pt x="88433" y="223767"/>
                          <a:pt x="86836" y="217400"/>
                        </a:cubicBezTo>
                        <a:cubicBezTo>
                          <a:pt x="82201" y="198631"/>
                          <a:pt x="80593" y="179244"/>
                          <a:pt x="82071" y="159969"/>
                        </a:cubicBezTo>
                        <a:lnTo>
                          <a:pt x="19036" y="274720"/>
                        </a:lnTo>
                        <a:cubicBezTo>
                          <a:pt x="16586" y="279467"/>
                          <a:pt x="10752" y="281331"/>
                          <a:pt x="6003" y="278882"/>
                        </a:cubicBezTo>
                        <a:cubicBezTo>
                          <a:pt x="5679" y="278715"/>
                          <a:pt x="5364" y="278529"/>
                          <a:pt x="5061" y="278327"/>
                        </a:cubicBezTo>
                        <a:lnTo>
                          <a:pt x="5061" y="278327"/>
                        </a:lnTo>
                        <a:cubicBezTo>
                          <a:pt x="1676" y="276064"/>
                          <a:pt x="69" y="271924"/>
                          <a:pt x="1043" y="267970"/>
                        </a:cubicBezTo>
                        <a:lnTo>
                          <a:pt x="31892" y="119261"/>
                        </a:lnTo>
                        <a:cubicBezTo>
                          <a:pt x="31892" y="119261"/>
                          <a:pt x="43209" y="65789"/>
                          <a:pt x="47518" y="28117"/>
                        </a:cubicBezTo>
                        <a:cubicBezTo>
                          <a:pt x="48367" y="15937"/>
                          <a:pt x="56419" y="5446"/>
                          <a:pt x="67965" y="1475"/>
                        </a:cubicBezTo>
                        <a:close/>
                      </a:path>
                    </a:pathLst>
                  </a:custGeom>
                  <a:solidFill>
                    <a:srgbClr val="E2AC9B"/>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sp>
              <p:nvSpPr>
                <p:cNvPr id="611" name="Google Shape;611;p38"/>
                <p:cNvSpPr/>
                <p:nvPr/>
              </p:nvSpPr>
              <p:spPr>
                <a:xfrm>
                  <a:off x="9912049" y="2715955"/>
                  <a:ext cx="121311" cy="318196"/>
                </a:xfrm>
                <a:custGeom>
                  <a:avLst/>
                  <a:gdLst/>
                  <a:ahLst/>
                  <a:cxnLst/>
                  <a:rect l="l" t="t" r="r" b="b"/>
                  <a:pathLst>
                    <a:path w="121311" h="318196" extrusionOk="0">
                      <a:moveTo>
                        <a:pt x="35488" y="0"/>
                      </a:moveTo>
                      <a:lnTo>
                        <a:pt x="0" y="303183"/>
                      </a:lnTo>
                      <a:lnTo>
                        <a:pt x="53457" y="318196"/>
                      </a:lnTo>
                      <a:lnTo>
                        <a:pt x="121312" y="43991"/>
                      </a:lnTo>
                      <a:lnTo>
                        <a:pt x="35488" y="0"/>
                      </a:lnTo>
                      <a:close/>
                    </a:path>
                  </a:pathLst>
                </a:custGeom>
                <a:solidFill>
                  <a:srgbClr val="EAAD8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sp>
            <p:nvSpPr>
              <p:cNvPr id="612" name="Google Shape;612;p38"/>
              <p:cNvSpPr/>
              <p:nvPr/>
            </p:nvSpPr>
            <p:spPr>
              <a:xfrm>
                <a:off x="3083866" y="1654564"/>
                <a:ext cx="285946" cy="994354"/>
              </a:xfrm>
              <a:custGeom>
                <a:avLst/>
                <a:gdLst/>
                <a:ahLst/>
                <a:cxnLst/>
                <a:rect l="l" t="t" r="r" b="b"/>
                <a:pathLst>
                  <a:path w="284523" h="874157" extrusionOk="0">
                    <a:moveTo>
                      <a:pt x="240040" y="131"/>
                    </a:moveTo>
                    <a:cubicBezTo>
                      <a:pt x="240040" y="131"/>
                      <a:pt x="139856" y="23122"/>
                      <a:pt x="107519" y="226476"/>
                    </a:cubicBezTo>
                    <a:cubicBezTo>
                      <a:pt x="74034" y="437035"/>
                      <a:pt x="762" y="863752"/>
                      <a:pt x="762" y="863752"/>
                    </a:cubicBezTo>
                    <a:lnTo>
                      <a:pt x="144287" y="874289"/>
                    </a:lnTo>
                    <a:lnTo>
                      <a:pt x="285286" y="167416"/>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13" name="Google Shape;613;p38"/>
              <p:cNvSpPr/>
              <p:nvPr/>
            </p:nvSpPr>
            <p:spPr>
              <a:xfrm>
                <a:off x="3352629" y="2452540"/>
                <a:ext cx="601770" cy="344987"/>
              </a:xfrm>
              <a:custGeom>
                <a:avLst/>
                <a:gdLst/>
                <a:ahLst/>
                <a:cxnLst/>
                <a:rect l="l" t="t" r="r" b="b"/>
                <a:pathLst>
                  <a:path w="522143" h="299338" extrusionOk="0">
                    <a:moveTo>
                      <a:pt x="455260" y="299470"/>
                    </a:moveTo>
                    <a:lnTo>
                      <a:pt x="354296" y="289451"/>
                    </a:lnTo>
                    <a:cubicBezTo>
                      <a:pt x="293682" y="302809"/>
                      <a:pt x="230886" y="302809"/>
                      <a:pt x="170273" y="289451"/>
                    </a:cubicBezTo>
                    <a:lnTo>
                      <a:pt x="54826" y="263915"/>
                    </a:lnTo>
                    <a:cubicBezTo>
                      <a:pt x="25853" y="257505"/>
                      <a:pt x="5301" y="235082"/>
                      <a:pt x="4517" y="209028"/>
                    </a:cubicBezTo>
                    <a:lnTo>
                      <a:pt x="762" y="131"/>
                    </a:lnTo>
                    <a:lnTo>
                      <a:pt x="519039" y="2269"/>
                    </a:lnTo>
                    <a:lnTo>
                      <a:pt x="522905" y="264425"/>
                    </a:lnTo>
                    <a:cubicBezTo>
                      <a:pt x="522905" y="291055"/>
                      <a:pt x="484862" y="292922"/>
                      <a:pt x="455260" y="299470"/>
                    </a:cubicBez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14" name="Google Shape;614;p38"/>
              <p:cNvSpPr/>
              <p:nvPr/>
            </p:nvSpPr>
            <p:spPr>
              <a:xfrm>
                <a:off x="3827836" y="1707750"/>
                <a:ext cx="322162" cy="629459"/>
              </a:xfrm>
              <a:custGeom>
                <a:avLst/>
                <a:gdLst/>
                <a:ahLst/>
                <a:cxnLst/>
                <a:rect l="l" t="t" r="r" b="b"/>
                <a:pathLst>
                  <a:path w="279533" h="643948" extrusionOk="0">
                    <a:moveTo>
                      <a:pt x="25326" y="131"/>
                    </a:moveTo>
                    <a:cubicBezTo>
                      <a:pt x="25326" y="131"/>
                      <a:pt x="137908" y="10370"/>
                      <a:pt x="203226" y="227203"/>
                    </a:cubicBezTo>
                    <a:cubicBezTo>
                      <a:pt x="233597" y="327189"/>
                      <a:pt x="258673" y="428707"/>
                      <a:pt x="278350" y="531334"/>
                    </a:cubicBezTo>
                    <a:cubicBezTo>
                      <a:pt x="285954" y="571812"/>
                      <a:pt x="271479" y="634472"/>
                      <a:pt x="231208" y="643123"/>
                    </a:cubicBezTo>
                    <a:lnTo>
                      <a:pt x="231208" y="643123"/>
                    </a:lnTo>
                    <a:cubicBezTo>
                      <a:pt x="193524" y="651219"/>
                      <a:pt x="144002" y="606314"/>
                      <a:pt x="131487" y="569862"/>
                    </a:cubicBezTo>
                    <a:lnTo>
                      <a:pt x="762" y="189128"/>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15" name="Google Shape;615;p38"/>
              <p:cNvSpPr/>
              <p:nvPr/>
            </p:nvSpPr>
            <p:spPr>
              <a:xfrm>
                <a:off x="3409735" y="1581907"/>
                <a:ext cx="555582" cy="993868"/>
              </a:xfrm>
              <a:custGeom>
                <a:avLst/>
                <a:gdLst/>
                <a:ahLst/>
                <a:cxnLst/>
                <a:rect l="l" t="t" r="r" b="b"/>
                <a:pathLst>
                  <a:path w="482067" h="862358" extrusionOk="0">
                    <a:moveTo>
                      <a:pt x="439429" y="210188"/>
                    </a:moveTo>
                    <a:lnTo>
                      <a:pt x="417280" y="597709"/>
                    </a:lnTo>
                    <a:cubicBezTo>
                      <a:pt x="417561" y="633804"/>
                      <a:pt x="420830" y="667203"/>
                      <a:pt x="423218" y="697298"/>
                    </a:cubicBezTo>
                    <a:lnTo>
                      <a:pt x="428854" y="787622"/>
                    </a:lnTo>
                    <a:cubicBezTo>
                      <a:pt x="362689" y="927506"/>
                      <a:pt x="-21185" y="837803"/>
                      <a:pt x="1749" y="787346"/>
                    </a:cubicBezTo>
                    <a:cubicBezTo>
                      <a:pt x="14233" y="759877"/>
                      <a:pt x="7320" y="669650"/>
                      <a:pt x="8705" y="635302"/>
                    </a:cubicBezTo>
                    <a:lnTo>
                      <a:pt x="25974" y="198876"/>
                    </a:lnTo>
                    <a:cubicBezTo>
                      <a:pt x="12546" y="158047"/>
                      <a:pt x="22548" y="79231"/>
                      <a:pt x="26261" y="62617"/>
                    </a:cubicBezTo>
                    <a:lnTo>
                      <a:pt x="95456" y="31499"/>
                    </a:lnTo>
                    <a:cubicBezTo>
                      <a:pt x="110113" y="23353"/>
                      <a:pt x="138471" y="18512"/>
                      <a:pt x="158333" y="12907"/>
                    </a:cubicBezTo>
                    <a:cubicBezTo>
                      <a:pt x="238933" y="-9872"/>
                      <a:pt x="324498" y="-2763"/>
                      <a:pt x="398413" y="38851"/>
                    </a:cubicBezTo>
                    <a:lnTo>
                      <a:pt x="459005" y="62617"/>
                    </a:lnTo>
                    <a:cubicBezTo>
                      <a:pt x="499831" y="83061"/>
                      <a:pt x="484838" y="204480"/>
                      <a:pt x="439429" y="210188"/>
                    </a:cubicBezTo>
                    <a:close/>
                  </a:path>
                </a:pathLst>
              </a:custGeom>
              <a:solidFill>
                <a:schemeClr val="dk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16" name="Google Shape;616;p38"/>
              <p:cNvSpPr/>
              <p:nvPr/>
            </p:nvSpPr>
            <p:spPr>
              <a:xfrm>
                <a:off x="3317675" y="1595375"/>
                <a:ext cx="285693" cy="1104895"/>
              </a:xfrm>
              <a:custGeom>
                <a:avLst/>
                <a:gdLst/>
                <a:ahLst/>
                <a:cxnLst/>
                <a:rect l="l" t="t" r="r" b="b"/>
                <a:pathLst>
                  <a:path w="219764" h="958694" extrusionOk="0">
                    <a:moveTo>
                      <a:pt x="4213" y="51471"/>
                    </a:moveTo>
                    <a:lnTo>
                      <a:pt x="167603" y="131"/>
                    </a:lnTo>
                    <a:lnTo>
                      <a:pt x="213639" y="406007"/>
                    </a:lnTo>
                    <a:lnTo>
                      <a:pt x="220527" y="928407"/>
                    </a:lnTo>
                    <a:cubicBezTo>
                      <a:pt x="152516" y="974772"/>
                      <a:pt x="27105" y="958804"/>
                      <a:pt x="13350" y="941368"/>
                    </a:cubicBezTo>
                    <a:cubicBezTo>
                      <a:pt x="-406" y="923933"/>
                      <a:pt x="22049" y="806929"/>
                      <a:pt x="24961" y="784445"/>
                    </a:cubicBezTo>
                    <a:cubicBezTo>
                      <a:pt x="55753" y="546673"/>
                      <a:pt x="10442" y="292856"/>
                      <a:pt x="10442" y="292856"/>
                    </a:cubicBezTo>
                    <a:cubicBezTo>
                      <a:pt x="10442" y="292856"/>
                      <a:pt x="-6259" y="109089"/>
                      <a:pt x="4213" y="51471"/>
                    </a:cubicBez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17" name="Google Shape;617;p38"/>
              <p:cNvSpPr/>
              <p:nvPr/>
            </p:nvSpPr>
            <p:spPr>
              <a:xfrm>
                <a:off x="3713675" y="1595600"/>
                <a:ext cx="306578" cy="1104895"/>
              </a:xfrm>
              <a:custGeom>
                <a:avLst/>
                <a:gdLst/>
                <a:ahLst/>
                <a:cxnLst/>
                <a:rect l="l" t="t" r="r" b="b"/>
                <a:pathLst>
                  <a:path w="248241" h="958694" extrusionOk="0">
                    <a:moveTo>
                      <a:pt x="14806" y="399731"/>
                    </a:moveTo>
                    <a:lnTo>
                      <a:pt x="70651" y="131"/>
                    </a:lnTo>
                    <a:lnTo>
                      <a:pt x="247021" y="53310"/>
                    </a:lnTo>
                    <a:cubicBezTo>
                      <a:pt x="257425" y="110548"/>
                      <a:pt x="223504" y="290870"/>
                      <a:pt x="223504" y="290870"/>
                    </a:cubicBezTo>
                    <a:cubicBezTo>
                      <a:pt x="223504" y="290870"/>
                      <a:pt x="163904" y="538888"/>
                      <a:pt x="202114" y="771585"/>
                    </a:cubicBezTo>
                    <a:cubicBezTo>
                      <a:pt x="203776" y="791891"/>
                      <a:pt x="227480" y="918753"/>
                      <a:pt x="217638" y="932871"/>
                    </a:cubicBezTo>
                    <a:cubicBezTo>
                      <a:pt x="207795" y="946989"/>
                      <a:pt x="60652" y="979470"/>
                      <a:pt x="762" y="939823"/>
                    </a:cubicBez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18" name="Google Shape;618;p38"/>
              <p:cNvSpPr/>
              <p:nvPr/>
            </p:nvSpPr>
            <p:spPr>
              <a:xfrm>
                <a:off x="3440621" y="1251839"/>
                <a:ext cx="453092" cy="288110"/>
              </a:xfrm>
              <a:custGeom>
                <a:avLst/>
                <a:gdLst/>
                <a:ahLst/>
                <a:cxnLst/>
                <a:rect l="l" t="t" r="r" b="b"/>
                <a:pathLst>
                  <a:path w="393138" h="249987" extrusionOk="0">
                    <a:moveTo>
                      <a:pt x="393900" y="24304"/>
                    </a:moveTo>
                    <a:cubicBezTo>
                      <a:pt x="393900" y="24304"/>
                      <a:pt x="372944" y="249873"/>
                      <a:pt x="184049" y="249779"/>
                    </a:cubicBezTo>
                    <a:cubicBezTo>
                      <a:pt x="184049" y="249779"/>
                      <a:pt x="-7769" y="269924"/>
                      <a:pt x="1057" y="131"/>
                    </a:cubicBez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619" name="Google Shape;619;p38"/>
              <p:cNvGrpSpPr/>
              <p:nvPr/>
            </p:nvGrpSpPr>
            <p:grpSpPr>
              <a:xfrm>
                <a:off x="3586674" y="1436153"/>
                <a:ext cx="134420" cy="222672"/>
                <a:chOff x="10299932" y="1969233"/>
                <a:chExt cx="116654" cy="193241"/>
              </a:xfrm>
            </p:grpSpPr>
            <p:sp>
              <p:nvSpPr>
                <p:cNvPr id="620" name="Google Shape;620;p38"/>
                <p:cNvSpPr/>
                <p:nvPr/>
              </p:nvSpPr>
              <p:spPr>
                <a:xfrm>
                  <a:off x="10299932" y="1969233"/>
                  <a:ext cx="115098" cy="193241"/>
                </a:xfrm>
                <a:custGeom>
                  <a:avLst/>
                  <a:gdLst/>
                  <a:ahLst/>
                  <a:cxnLst/>
                  <a:rect l="l" t="t" r="r" b="b"/>
                  <a:pathLst>
                    <a:path w="115098" h="193241" extrusionOk="0">
                      <a:moveTo>
                        <a:pt x="115098" y="2256"/>
                      </a:moveTo>
                      <a:lnTo>
                        <a:pt x="112710" y="193242"/>
                      </a:lnTo>
                      <a:lnTo>
                        <a:pt x="0" y="190265"/>
                      </a:lnTo>
                      <a:lnTo>
                        <a:pt x="4482" y="0"/>
                      </a:lnTo>
                      <a:lnTo>
                        <a:pt x="115098" y="2256"/>
                      </a:lnTo>
                      <a:close/>
                    </a:path>
                  </a:pathLst>
                </a:custGeom>
                <a:solidFill>
                  <a:srgbClr val="E2AC9B"/>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21" name="Google Shape;621;p38"/>
                <p:cNvSpPr/>
                <p:nvPr/>
              </p:nvSpPr>
              <p:spPr>
                <a:xfrm>
                  <a:off x="10301450" y="1984498"/>
                  <a:ext cx="115136" cy="109975"/>
                </a:xfrm>
                <a:custGeom>
                  <a:avLst/>
                  <a:gdLst/>
                  <a:ahLst/>
                  <a:cxnLst/>
                  <a:rect l="l" t="t" r="r" b="b"/>
                  <a:pathLst>
                    <a:path w="115136" h="109975" extrusionOk="0">
                      <a:moveTo>
                        <a:pt x="115137" y="39872"/>
                      </a:moveTo>
                      <a:lnTo>
                        <a:pt x="0" y="109975"/>
                      </a:lnTo>
                      <a:lnTo>
                        <a:pt x="2205" y="0"/>
                      </a:lnTo>
                      <a:lnTo>
                        <a:pt x="115137" y="39872"/>
                      </a:lnTo>
                      <a:close/>
                    </a:path>
                  </a:pathLst>
                </a:custGeom>
                <a:solidFill>
                  <a:srgbClr val="000000">
                    <a:alpha val="1013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sp>
            <p:nvSpPr>
              <p:cNvPr id="622" name="Google Shape;622;p38"/>
              <p:cNvSpPr/>
              <p:nvPr/>
            </p:nvSpPr>
            <p:spPr>
              <a:xfrm>
                <a:off x="3494259" y="1570425"/>
                <a:ext cx="304046" cy="97629"/>
              </a:xfrm>
              <a:custGeom>
                <a:avLst/>
                <a:gdLst/>
                <a:ahLst/>
                <a:cxnLst/>
                <a:rect l="l" t="t" r="r" b="b"/>
                <a:pathLst>
                  <a:path w="263814" h="84711" extrusionOk="0">
                    <a:moveTo>
                      <a:pt x="762" y="32992"/>
                    </a:moveTo>
                    <a:cubicBezTo>
                      <a:pt x="762" y="32992"/>
                      <a:pt x="70376" y="5011"/>
                      <a:pt x="119455" y="461"/>
                    </a:cubicBezTo>
                    <a:cubicBezTo>
                      <a:pt x="155681" y="-2901"/>
                      <a:pt x="241326" y="20497"/>
                      <a:pt x="264577" y="24190"/>
                    </a:cubicBezTo>
                    <a:cubicBezTo>
                      <a:pt x="264577" y="24190"/>
                      <a:pt x="200040" y="80680"/>
                      <a:pt x="139389" y="83901"/>
                    </a:cubicBezTo>
                    <a:cubicBezTo>
                      <a:pt x="139389" y="83901"/>
                      <a:pt x="505" y="96062"/>
                      <a:pt x="762" y="32992"/>
                    </a:cubicBezTo>
                    <a:close/>
                  </a:path>
                </a:pathLst>
              </a:custGeom>
              <a:solidFill>
                <a:srgbClr val="E2AC9B"/>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23" name="Google Shape;623;p38"/>
              <p:cNvSpPr/>
              <p:nvPr/>
            </p:nvSpPr>
            <p:spPr>
              <a:xfrm>
                <a:off x="3391780" y="950501"/>
                <a:ext cx="522896" cy="382953"/>
              </a:xfrm>
              <a:custGeom>
                <a:avLst/>
                <a:gdLst/>
                <a:ahLst/>
                <a:cxnLst/>
                <a:rect l="l" t="t" r="r" b="b"/>
                <a:pathLst>
                  <a:path w="453706" h="332280" extrusionOk="0">
                    <a:moveTo>
                      <a:pt x="44316" y="318403"/>
                    </a:moveTo>
                    <a:cubicBezTo>
                      <a:pt x="44316" y="318403"/>
                      <a:pt x="-17890" y="289313"/>
                      <a:pt x="14128" y="245239"/>
                    </a:cubicBezTo>
                    <a:cubicBezTo>
                      <a:pt x="14128" y="245239"/>
                      <a:pt x="-38358" y="133572"/>
                      <a:pt x="64686" y="95018"/>
                    </a:cubicBezTo>
                    <a:cubicBezTo>
                      <a:pt x="64686" y="95018"/>
                      <a:pt x="177063" y="-73788"/>
                      <a:pt x="322293" y="38908"/>
                    </a:cubicBezTo>
                    <a:cubicBezTo>
                      <a:pt x="322293" y="38908"/>
                      <a:pt x="399182" y="13742"/>
                      <a:pt x="407901" y="111691"/>
                    </a:cubicBezTo>
                    <a:cubicBezTo>
                      <a:pt x="407901" y="111691"/>
                      <a:pt x="473318" y="129404"/>
                      <a:pt x="448461" y="192091"/>
                    </a:cubicBezTo>
                    <a:cubicBezTo>
                      <a:pt x="448461" y="192091"/>
                      <a:pt x="476750" y="301182"/>
                      <a:pt x="410552" y="332412"/>
                    </a:cubicBezTo>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624" name="Google Shape;624;p38"/>
              <p:cNvGrpSpPr/>
              <p:nvPr/>
            </p:nvGrpSpPr>
            <p:grpSpPr>
              <a:xfrm>
                <a:off x="3409540" y="1030486"/>
                <a:ext cx="490137" cy="501529"/>
                <a:chOff x="10146210" y="1617183"/>
                <a:chExt cx="425355" cy="435242"/>
              </a:xfrm>
            </p:grpSpPr>
            <p:grpSp>
              <p:nvGrpSpPr>
                <p:cNvPr id="625" name="Google Shape;625;p38"/>
                <p:cNvGrpSpPr/>
                <p:nvPr/>
              </p:nvGrpSpPr>
              <p:grpSpPr>
                <a:xfrm>
                  <a:off x="10488794" y="1830841"/>
                  <a:ext cx="82771" cy="102887"/>
                  <a:chOff x="10488794" y="1830841"/>
                  <a:chExt cx="82771" cy="102887"/>
                </a:xfrm>
              </p:grpSpPr>
              <p:sp>
                <p:nvSpPr>
                  <p:cNvPr id="626" name="Google Shape;626;p38"/>
                  <p:cNvSpPr/>
                  <p:nvPr/>
                </p:nvSpPr>
                <p:spPr>
                  <a:xfrm>
                    <a:off x="10488794" y="1830841"/>
                    <a:ext cx="82771" cy="102887"/>
                  </a:xfrm>
                  <a:custGeom>
                    <a:avLst/>
                    <a:gdLst/>
                    <a:ahLst/>
                    <a:cxnLst/>
                    <a:rect l="l" t="t" r="r" b="b"/>
                    <a:pathLst>
                      <a:path w="82771" h="102887" extrusionOk="0">
                        <a:moveTo>
                          <a:pt x="6737" y="34647"/>
                        </a:moveTo>
                        <a:cubicBezTo>
                          <a:pt x="-1223" y="58980"/>
                          <a:pt x="-6470" y="94379"/>
                          <a:pt x="26541" y="102383"/>
                        </a:cubicBezTo>
                        <a:cubicBezTo>
                          <a:pt x="49570" y="107965"/>
                          <a:pt x="72656" y="75643"/>
                          <a:pt x="80615" y="51307"/>
                        </a:cubicBezTo>
                        <a:cubicBezTo>
                          <a:pt x="88573" y="26974"/>
                          <a:pt x="80095" y="7431"/>
                          <a:pt x="57165" y="1454"/>
                        </a:cubicBezTo>
                        <a:cubicBezTo>
                          <a:pt x="34235" y="-4522"/>
                          <a:pt x="14696" y="10311"/>
                          <a:pt x="6737" y="34647"/>
                        </a:cubicBezTo>
                        <a:close/>
                      </a:path>
                    </a:pathLst>
                  </a:custGeom>
                  <a:solidFill>
                    <a:srgbClr val="E2AC9B"/>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27" name="Google Shape;627;p38"/>
                  <p:cNvSpPr/>
                  <p:nvPr/>
                </p:nvSpPr>
                <p:spPr>
                  <a:xfrm>
                    <a:off x="10519955" y="1865088"/>
                    <a:ext cx="31975" cy="37811"/>
                  </a:xfrm>
                  <a:custGeom>
                    <a:avLst/>
                    <a:gdLst/>
                    <a:ahLst/>
                    <a:cxnLst/>
                    <a:rect l="l" t="t" r="r" b="b"/>
                    <a:pathLst>
                      <a:path w="31975" h="37811" extrusionOk="0">
                        <a:moveTo>
                          <a:pt x="32738" y="131"/>
                        </a:moveTo>
                        <a:cubicBezTo>
                          <a:pt x="32738" y="131"/>
                          <a:pt x="5461" y="240"/>
                          <a:pt x="762" y="37943"/>
                        </a:cubicBezTo>
                      </a:path>
                    </a:pathLst>
                  </a:custGeom>
                  <a:noFill/>
                  <a:ln w="9525" cap="rnd"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628" name="Google Shape;628;p38"/>
                <p:cNvGrpSpPr/>
                <p:nvPr/>
              </p:nvGrpSpPr>
              <p:grpSpPr>
                <a:xfrm>
                  <a:off x="10146210" y="1834118"/>
                  <a:ext cx="80864" cy="103728"/>
                  <a:chOff x="10146210" y="1834118"/>
                  <a:chExt cx="80864" cy="103728"/>
                </a:xfrm>
              </p:grpSpPr>
              <p:sp>
                <p:nvSpPr>
                  <p:cNvPr id="629" name="Google Shape;629;p38"/>
                  <p:cNvSpPr/>
                  <p:nvPr/>
                </p:nvSpPr>
                <p:spPr>
                  <a:xfrm>
                    <a:off x="10146210" y="1834118"/>
                    <a:ext cx="80864" cy="103728"/>
                  </a:xfrm>
                  <a:custGeom>
                    <a:avLst/>
                    <a:gdLst/>
                    <a:ahLst/>
                    <a:cxnLst/>
                    <a:rect l="l" t="t" r="r" b="b"/>
                    <a:pathLst>
                      <a:path w="80864" h="103728" extrusionOk="0">
                        <a:moveTo>
                          <a:pt x="77483" y="37082"/>
                        </a:moveTo>
                        <a:cubicBezTo>
                          <a:pt x="83965" y="61851"/>
                          <a:pt x="87072" y="97501"/>
                          <a:pt x="53639" y="103504"/>
                        </a:cubicBezTo>
                        <a:cubicBezTo>
                          <a:pt x="30316" y="107691"/>
                          <a:pt x="9217" y="74038"/>
                          <a:pt x="2735" y="49267"/>
                        </a:cubicBezTo>
                        <a:cubicBezTo>
                          <a:pt x="-3742" y="24499"/>
                          <a:pt x="5898" y="5502"/>
                          <a:pt x="29144" y="915"/>
                        </a:cubicBezTo>
                        <a:cubicBezTo>
                          <a:pt x="52392" y="-3671"/>
                          <a:pt x="71004" y="12312"/>
                          <a:pt x="77483" y="37082"/>
                        </a:cubicBezTo>
                        <a:close/>
                      </a:path>
                    </a:pathLst>
                  </a:custGeom>
                  <a:solidFill>
                    <a:srgbClr val="E2AC9B"/>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30" name="Google Shape;630;p38"/>
                  <p:cNvSpPr/>
                  <p:nvPr/>
                </p:nvSpPr>
                <p:spPr>
                  <a:xfrm>
                    <a:off x="10165890" y="1867362"/>
                    <a:ext cx="29641" cy="39666"/>
                  </a:xfrm>
                  <a:custGeom>
                    <a:avLst/>
                    <a:gdLst/>
                    <a:ahLst/>
                    <a:cxnLst/>
                    <a:rect l="l" t="t" r="r" b="b"/>
                    <a:pathLst>
                      <a:path w="29641" h="39666" extrusionOk="0">
                        <a:moveTo>
                          <a:pt x="762" y="131"/>
                        </a:moveTo>
                        <a:cubicBezTo>
                          <a:pt x="762" y="131"/>
                          <a:pt x="27981" y="1882"/>
                          <a:pt x="30404" y="39798"/>
                        </a:cubicBezTo>
                      </a:path>
                    </a:pathLst>
                  </a:custGeom>
                  <a:noFill/>
                  <a:ln w="9525" cap="rnd"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sp>
              <p:nvSpPr>
                <p:cNvPr id="631" name="Google Shape;631;p38"/>
                <p:cNvSpPr/>
                <p:nvPr/>
              </p:nvSpPr>
              <p:spPr>
                <a:xfrm>
                  <a:off x="10193383" y="1617183"/>
                  <a:ext cx="325835" cy="435242"/>
                </a:xfrm>
                <a:custGeom>
                  <a:avLst/>
                  <a:gdLst/>
                  <a:ahLst/>
                  <a:cxnLst/>
                  <a:rect l="l" t="t" r="r" b="b"/>
                  <a:pathLst>
                    <a:path w="325835" h="435242" extrusionOk="0">
                      <a:moveTo>
                        <a:pt x="167980" y="202"/>
                      </a:moveTo>
                      <a:lnTo>
                        <a:pt x="167980" y="202"/>
                      </a:lnTo>
                      <a:cubicBezTo>
                        <a:pt x="254477" y="2706"/>
                        <a:pt x="328931" y="71820"/>
                        <a:pt x="326541" y="154346"/>
                      </a:cubicBezTo>
                      <a:lnTo>
                        <a:pt x="318693" y="253238"/>
                      </a:lnTo>
                      <a:cubicBezTo>
                        <a:pt x="318693" y="253238"/>
                        <a:pt x="312838" y="393597"/>
                        <a:pt x="178310" y="432454"/>
                      </a:cubicBezTo>
                      <a:cubicBezTo>
                        <a:pt x="163320" y="436756"/>
                        <a:pt x="147363" y="436294"/>
                        <a:pt x="132648" y="431130"/>
                      </a:cubicBezTo>
                      <a:cubicBezTo>
                        <a:pt x="597" y="384554"/>
                        <a:pt x="2875" y="244092"/>
                        <a:pt x="2875" y="244092"/>
                      </a:cubicBezTo>
                      <a:lnTo>
                        <a:pt x="762" y="144912"/>
                      </a:lnTo>
                      <a:cubicBezTo>
                        <a:pt x="3152" y="62385"/>
                        <a:pt x="81483" y="-2303"/>
                        <a:pt x="167980" y="202"/>
                      </a:cubicBezTo>
                      <a:close/>
                    </a:path>
                  </a:pathLst>
                </a:custGeom>
                <a:solidFill>
                  <a:srgbClr val="E2AC9B"/>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632" name="Google Shape;632;p38"/>
                <p:cNvGrpSpPr/>
                <p:nvPr/>
              </p:nvGrpSpPr>
              <p:grpSpPr>
                <a:xfrm>
                  <a:off x="10243903" y="1795485"/>
                  <a:ext cx="210096" cy="184316"/>
                  <a:chOff x="10243903" y="1795485"/>
                  <a:chExt cx="210096" cy="184316"/>
                </a:xfrm>
              </p:grpSpPr>
              <p:grpSp>
                <p:nvGrpSpPr>
                  <p:cNvPr id="633" name="Google Shape;633;p38"/>
                  <p:cNvGrpSpPr/>
                  <p:nvPr/>
                </p:nvGrpSpPr>
                <p:grpSpPr>
                  <a:xfrm>
                    <a:off x="10269518" y="1832900"/>
                    <a:ext cx="155320" cy="48950"/>
                    <a:chOff x="10269518" y="1832900"/>
                    <a:chExt cx="155320" cy="48950"/>
                  </a:xfrm>
                </p:grpSpPr>
                <p:sp>
                  <p:nvSpPr>
                    <p:cNvPr id="634" name="Google Shape;634;p38"/>
                    <p:cNvSpPr/>
                    <p:nvPr/>
                  </p:nvSpPr>
                  <p:spPr>
                    <a:xfrm>
                      <a:off x="10396631" y="1832900"/>
                      <a:ext cx="28207" cy="47092"/>
                    </a:xfrm>
                    <a:custGeom>
                      <a:avLst/>
                      <a:gdLst/>
                      <a:ahLst/>
                      <a:cxnLst/>
                      <a:rect l="l" t="t" r="r" b="b"/>
                      <a:pathLst>
                        <a:path w="28207" h="47092" extrusionOk="0">
                          <a:moveTo>
                            <a:pt x="762" y="23674"/>
                          </a:moveTo>
                          <a:cubicBezTo>
                            <a:pt x="758" y="36677"/>
                            <a:pt x="7069" y="47221"/>
                            <a:pt x="14859" y="47224"/>
                          </a:cubicBezTo>
                          <a:cubicBezTo>
                            <a:pt x="22648" y="47227"/>
                            <a:pt x="28965" y="36687"/>
                            <a:pt x="28969" y="23684"/>
                          </a:cubicBezTo>
                          <a:cubicBezTo>
                            <a:pt x="28974" y="10679"/>
                            <a:pt x="22664" y="134"/>
                            <a:pt x="14875" y="131"/>
                          </a:cubicBezTo>
                          <a:cubicBezTo>
                            <a:pt x="7086" y="130"/>
                            <a:pt x="766" y="10669"/>
                            <a:pt x="762" y="23674"/>
                          </a:cubicBez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35" name="Google Shape;635;p38"/>
                    <p:cNvSpPr/>
                    <p:nvPr/>
                  </p:nvSpPr>
                  <p:spPr>
                    <a:xfrm>
                      <a:off x="10269518" y="1834804"/>
                      <a:ext cx="28282" cy="47046"/>
                    </a:xfrm>
                    <a:custGeom>
                      <a:avLst/>
                      <a:gdLst/>
                      <a:ahLst/>
                      <a:cxnLst/>
                      <a:rect l="l" t="t" r="r" b="b"/>
                      <a:pathLst>
                        <a:path w="28282" h="47046" extrusionOk="0">
                          <a:moveTo>
                            <a:pt x="821" y="24424"/>
                          </a:moveTo>
                          <a:cubicBezTo>
                            <a:pt x="1528" y="37407"/>
                            <a:pt x="8409" y="47591"/>
                            <a:pt x="16186" y="47165"/>
                          </a:cubicBezTo>
                          <a:cubicBezTo>
                            <a:pt x="23964" y="46743"/>
                            <a:pt x="29694" y="35872"/>
                            <a:pt x="28985" y="22888"/>
                          </a:cubicBezTo>
                          <a:cubicBezTo>
                            <a:pt x="28278" y="9903"/>
                            <a:pt x="21400" y="-280"/>
                            <a:pt x="13623" y="144"/>
                          </a:cubicBezTo>
                          <a:cubicBezTo>
                            <a:pt x="5845" y="568"/>
                            <a:pt x="112" y="11438"/>
                            <a:pt x="821" y="24424"/>
                          </a:cubicBez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636" name="Google Shape;636;p38"/>
                  <p:cNvGrpSpPr/>
                  <p:nvPr/>
                </p:nvGrpSpPr>
                <p:grpSpPr>
                  <a:xfrm>
                    <a:off x="10243903" y="1795485"/>
                    <a:ext cx="210096" cy="18592"/>
                    <a:chOff x="10243903" y="1795485"/>
                    <a:chExt cx="210096" cy="18592"/>
                  </a:xfrm>
                </p:grpSpPr>
                <p:sp>
                  <p:nvSpPr>
                    <p:cNvPr id="637" name="Google Shape;637;p38"/>
                    <p:cNvSpPr/>
                    <p:nvPr/>
                  </p:nvSpPr>
                  <p:spPr>
                    <a:xfrm>
                      <a:off x="10380539" y="1796588"/>
                      <a:ext cx="73460" cy="17489"/>
                    </a:xfrm>
                    <a:custGeom>
                      <a:avLst/>
                      <a:gdLst/>
                      <a:ahLst/>
                      <a:cxnLst/>
                      <a:rect l="l" t="t" r="r" b="b"/>
                      <a:pathLst>
                        <a:path w="73460" h="17489" extrusionOk="0">
                          <a:moveTo>
                            <a:pt x="27515" y="131"/>
                          </a:moveTo>
                          <a:cubicBezTo>
                            <a:pt x="44046" y="908"/>
                            <a:pt x="60040" y="6240"/>
                            <a:pt x="73729" y="15538"/>
                          </a:cubicBezTo>
                          <a:cubicBezTo>
                            <a:pt x="74248" y="15897"/>
                            <a:pt x="74379" y="16609"/>
                            <a:pt x="74019" y="17128"/>
                          </a:cubicBezTo>
                          <a:cubicBezTo>
                            <a:pt x="73759" y="17505"/>
                            <a:pt x="73297" y="17690"/>
                            <a:pt x="72848" y="17597"/>
                          </a:cubicBezTo>
                          <a:cubicBezTo>
                            <a:pt x="59962" y="14849"/>
                            <a:pt x="46812" y="13533"/>
                            <a:pt x="33637" y="13673"/>
                          </a:cubicBezTo>
                          <a:cubicBezTo>
                            <a:pt x="23045" y="13761"/>
                            <a:pt x="12496" y="15039"/>
                            <a:pt x="2189" y="17485"/>
                          </a:cubicBezTo>
                          <a:cubicBezTo>
                            <a:pt x="1579" y="17643"/>
                            <a:pt x="957" y="17277"/>
                            <a:pt x="799" y="16667"/>
                          </a:cubicBezTo>
                          <a:cubicBezTo>
                            <a:pt x="741" y="16447"/>
                            <a:pt x="751" y="16214"/>
                            <a:pt x="828" y="16000"/>
                          </a:cubicBezTo>
                          <a:cubicBezTo>
                            <a:pt x="5575" y="3471"/>
                            <a:pt x="14325" y="305"/>
                            <a:pt x="27515" y="131"/>
                          </a:cubicBez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38" name="Google Shape;638;p38"/>
                    <p:cNvSpPr/>
                    <p:nvPr/>
                  </p:nvSpPr>
                  <p:spPr>
                    <a:xfrm>
                      <a:off x="10243903" y="1795485"/>
                      <a:ext cx="73457" cy="17627"/>
                    </a:xfrm>
                    <a:custGeom>
                      <a:avLst/>
                      <a:gdLst/>
                      <a:ahLst/>
                      <a:cxnLst/>
                      <a:rect l="l" t="t" r="r" b="b"/>
                      <a:pathLst>
                        <a:path w="73457" h="17627" extrusionOk="0">
                          <a:moveTo>
                            <a:pt x="47619" y="131"/>
                          </a:moveTo>
                          <a:cubicBezTo>
                            <a:pt x="31081" y="753"/>
                            <a:pt x="15038" y="5937"/>
                            <a:pt x="1263" y="15108"/>
                          </a:cubicBezTo>
                          <a:cubicBezTo>
                            <a:pt x="741" y="15462"/>
                            <a:pt x="605" y="16172"/>
                            <a:pt x="959" y="16695"/>
                          </a:cubicBezTo>
                          <a:cubicBezTo>
                            <a:pt x="1216" y="17074"/>
                            <a:pt x="1675" y="17263"/>
                            <a:pt x="2124" y="17175"/>
                          </a:cubicBezTo>
                          <a:cubicBezTo>
                            <a:pt x="15035" y="14547"/>
                            <a:pt x="28198" y="13353"/>
                            <a:pt x="41371" y="13615"/>
                          </a:cubicBezTo>
                          <a:cubicBezTo>
                            <a:pt x="51962" y="13801"/>
                            <a:pt x="62498" y="15178"/>
                            <a:pt x="72781" y="17719"/>
                          </a:cubicBezTo>
                          <a:cubicBezTo>
                            <a:pt x="73389" y="17883"/>
                            <a:pt x="74015" y="17524"/>
                            <a:pt x="74180" y="16917"/>
                          </a:cubicBezTo>
                          <a:cubicBezTo>
                            <a:pt x="74240" y="16696"/>
                            <a:pt x="74232" y="16463"/>
                            <a:pt x="74158" y="16247"/>
                          </a:cubicBezTo>
                          <a:cubicBezTo>
                            <a:pt x="69528" y="3674"/>
                            <a:pt x="60805" y="427"/>
                            <a:pt x="47619" y="131"/>
                          </a:cubicBez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sp>
                <p:nvSpPr>
                  <p:cNvPr id="639" name="Google Shape;639;p38"/>
                  <p:cNvSpPr/>
                  <p:nvPr/>
                </p:nvSpPr>
                <p:spPr>
                  <a:xfrm>
                    <a:off x="10336799" y="1872567"/>
                    <a:ext cx="15719" cy="47246"/>
                  </a:xfrm>
                  <a:custGeom>
                    <a:avLst/>
                    <a:gdLst/>
                    <a:ahLst/>
                    <a:cxnLst/>
                    <a:rect l="l" t="t" r="r" b="b"/>
                    <a:pathLst>
                      <a:path w="15719" h="47246" extrusionOk="0">
                        <a:moveTo>
                          <a:pt x="11958" y="131"/>
                        </a:moveTo>
                        <a:lnTo>
                          <a:pt x="1071" y="37689"/>
                        </a:lnTo>
                        <a:cubicBezTo>
                          <a:pt x="795" y="38638"/>
                          <a:pt x="702" y="39631"/>
                          <a:pt x="799" y="40614"/>
                        </a:cubicBezTo>
                        <a:cubicBezTo>
                          <a:pt x="1319" y="44389"/>
                          <a:pt x="4547" y="47201"/>
                          <a:pt x="8359" y="47197"/>
                        </a:cubicBezTo>
                        <a:lnTo>
                          <a:pt x="16481" y="47378"/>
                        </a:lnTo>
                      </a:path>
                    </a:pathLst>
                  </a:custGeom>
                  <a:noFill/>
                  <a:ln w="9525" cap="rnd"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640" name="Google Shape;640;p38"/>
                  <p:cNvGrpSpPr/>
                  <p:nvPr/>
                </p:nvGrpSpPr>
                <p:grpSpPr>
                  <a:xfrm>
                    <a:off x="10314681" y="1950578"/>
                    <a:ext cx="65536" cy="29223"/>
                    <a:chOff x="10314681" y="1950578"/>
                    <a:chExt cx="65536" cy="29223"/>
                  </a:xfrm>
                </p:grpSpPr>
                <p:sp>
                  <p:nvSpPr>
                    <p:cNvPr id="641" name="Google Shape;641;p38"/>
                    <p:cNvSpPr/>
                    <p:nvPr/>
                  </p:nvSpPr>
                  <p:spPr>
                    <a:xfrm>
                      <a:off x="10314681" y="1950578"/>
                      <a:ext cx="65536" cy="29223"/>
                    </a:xfrm>
                    <a:custGeom>
                      <a:avLst/>
                      <a:gdLst/>
                      <a:ahLst/>
                      <a:cxnLst/>
                      <a:rect l="l" t="t" r="r" b="b"/>
                      <a:pathLst>
                        <a:path w="65536" h="29223" extrusionOk="0">
                          <a:moveTo>
                            <a:pt x="64860" y="153"/>
                          </a:moveTo>
                          <a:cubicBezTo>
                            <a:pt x="44171" y="3939"/>
                            <a:pt x="22984" y="4138"/>
                            <a:pt x="2227" y="743"/>
                          </a:cubicBezTo>
                          <a:cubicBezTo>
                            <a:pt x="1574" y="601"/>
                            <a:pt x="931" y="1015"/>
                            <a:pt x="789" y="1667"/>
                          </a:cubicBezTo>
                          <a:cubicBezTo>
                            <a:pt x="747" y="1862"/>
                            <a:pt x="754" y="2065"/>
                            <a:pt x="809" y="2256"/>
                          </a:cubicBezTo>
                          <a:cubicBezTo>
                            <a:pt x="2671" y="8741"/>
                            <a:pt x="10462" y="29584"/>
                            <a:pt x="33629" y="29353"/>
                          </a:cubicBezTo>
                          <a:cubicBezTo>
                            <a:pt x="49869" y="29364"/>
                            <a:pt x="63709" y="17575"/>
                            <a:pt x="66281" y="1541"/>
                          </a:cubicBezTo>
                          <a:cubicBezTo>
                            <a:pt x="66392" y="882"/>
                            <a:pt x="65947" y="258"/>
                            <a:pt x="65288" y="148"/>
                          </a:cubicBezTo>
                          <a:cubicBezTo>
                            <a:pt x="65146" y="124"/>
                            <a:pt x="65001" y="126"/>
                            <a:pt x="64860" y="153"/>
                          </a:cubicBezTo>
                          <a:close/>
                        </a:path>
                      </a:pathLst>
                    </a:custGeom>
                    <a:solidFill>
                      <a:srgbClr val="CC806E"/>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42" name="Google Shape;642;p38"/>
                    <p:cNvSpPr/>
                    <p:nvPr/>
                  </p:nvSpPr>
                  <p:spPr>
                    <a:xfrm>
                      <a:off x="10316664" y="1950610"/>
                      <a:ext cx="62056" cy="13945"/>
                    </a:xfrm>
                    <a:custGeom>
                      <a:avLst/>
                      <a:gdLst/>
                      <a:ahLst/>
                      <a:cxnLst/>
                      <a:rect l="l" t="t" r="r" b="b"/>
                      <a:pathLst>
                        <a:path w="62056" h="13945" extrusionOk="0">
                          <a:moveTo>
                            <a:pt x="30797" y="14074"/>
                          </a:moveTo>
                          <a:cubicBezTo>
                            <a:pt x="9715" y="14239"/>
                            <a:pt x="3454" y="5544"/>
                            <a:pt x="762" y="802"/>
                          </a:cubicBezTo>
                          <a:cubicBezTo>
                            <a:pt x="25536" y="5489"/>
                            <a:pt x="45463" y="2413"/>
                            <a:pt x="62819" y="131"/>
                          </a:cubicBezTo>
                          <a:cubicBezTo>
                            <a:pt x="60981" y="5437"/>
                            <a:pt x="50677" y="13918"/>
                            <a:pt x="30797" y="14074"/>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sp>
            <p:nvSpPr>
              <p:cNvPr id="643" name="Google Shape;643;p38"/>
              <p:cNvSpPr/>
              <p:nvPr/>
            </p:nvSpPr>
            <p:spPr>
              <a:xfrm>
                <a:off x="3436104" y="1017241"/>
                <a:ext cx="422793" cy="266367"/>
              </a:xfrm>
              <a:custGeom>
                <a:avLst/>
                <a:gdLst/>
                <a:ahLst/>
                <a:cxnLst/>
                <a:rect l="l" t="t" r="r" b="b"/>
                <a:pathLst>
                  <a:path w="366849" h="231121" extrusionOk="0">
                    <a:moveTo>
                      <a:pt x="344963" y="231252"/>
                    </a:moveTo>
                    <a:cubicBezTo>
                      <a:pt x="344963" y="231252"/>
                      <a:pt x="328602" y="217455"/>
                      <a:pt x="315643" y="131867"/>
                    </a:cubicBezTo>
                    <a:cubicBezTo>
                      <a:pt x="315643" y="131867"/>
                      <a:pt x="160656" y="115919"/>
                      <a:pt x="120411" y="89620"/>
                    </a:cubicBezTo>
                    <a:cubicBezTo>
                      <a:pt x="91048" y="128367"/>
                      <a:pt x="56668" y="163043"/>
                      <a:pt x="18173" y="192738"/>
                    </a:cubicBezTo>
                    <a:lnTo>
                      <a:pt x="762" y="98751"/>
                    </a:lnTo>
                    <a:lnTo>
                      <a:pt x="106956" y="19855"/>
                    </a:lnTo>
                    <a:lnTo>
                      <a:pt x="187969" y="131"/>
                    </a:lnTo>
                    <a:lnTo>
                      <a:pt x="281291" y="22046"/>
                    </a:lnTo>
                    <a:lnTo>
                      <a:pt x="367612" y="114078"/>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44" name="Google Shape;644;p38"/>
              <p:cNvSpPr/>
              <p:nvPr/>
            </p:nvSpPr>
            <p:spPr>
              <a:xfrm rot="10800000">
                <a:off x="3774299" y="4276630"/>
                <a:ext cx="127908" cy="106780"/>
              </a:xfrm>
              <a:custGeom>
                <a:avLst/>
                <a:gdLst/>
                <a:ahLst/>
                <a:cxnLst/>
                <a:rect l="l" t="t" r="r" b="b"/>
                <a:pathLst>
                  <a:path w="110983" h="92651" extrusionOk="0">
                    <a:moveTo>
                      <a:pt x="762" y="131"/>
                    </a:moveTo>
                    <a:lnTo>
                      <a:pt x="111746" y="131"/>
                    </a:lnTo>
                    <a:lnTo>
                      <a:pt x="111746" y="92783"/>
                    </a:lnTo>
                    <a:lnTo>
                      <a:pt x="762" y="92783"/>
                    </a:lnTo>
                    <a:close/>
                  </a:path>
                </a:pathLst>
              </a:custGeom>
              <a:solidFill>
                <a:srgbClr val="E2AC9B"/>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45" name="Google Shape;645;p38"/>
              <p:cNvSpPr/>
              <p:nvPr/>
            </p:nvSpPr>
            <p:spPr>
              <a:xfrm rot="10800000">
                <a:off x="3399573" y="4276480"/>
                <a:ext cx="127908" cy="106780"/>
              </a:xfrm>
              <a:custGeom>
                <a:avLst/>
                <a:gdLst/>
                <a:ahLst/>
                <a:cxnLst/>
                <a:rect l="l" t="t" r="r" b="b"/>
                <a:pathLst>
                  <a:path w="110983" h="92651" extrusionOk="0">
                    <a:moveTo>
                      <a:pt x="762" y="131"/>
                    </a:moveTo>
                    <a:lnTo>
                      <a:pt x="111745" y="131"/>
                    </a:lnTo>
                    <a:lnTo>
                      <a:pt x="111745" y="92782"/>
                    </a:lnTo>
                    <a:lnTo>
                      <a:pt x="762" y="92782"/>
                    </a:lnTo>
                    <a:close/>
                  </a:path>
                </a:pathLst>
              </a:custGeom>
              <a:solidFill>
                <a:srgbClr val="E2AC9B"/>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46" name="Google Shape;646;p38"/>
              <p:cNvSpPr/>
              <p:nvPr/>
            </p:nvSpPr>
            <p:spPr>
              <a:xfrm>
                <a:off x="3352629" y="3167240"/>
                <a:ext cx="258682" cy="1145565"/>
              </a:xfrm>
              <a:custGeom>
                <a:avLst/>
                <a:gdLst/>
                <a:ahLst/>
                <a:cxnLst/>
                <a:rect l="l" t="t" r="r" b="b"/>
                <a:pathLst>
                  <a:path w="224453" h="993983" extrusionOk="0">
                    <a:moveTo>
                      <a:pt x="119946" y="368"/>
                    </a:moveTo>
                    <a:lnTo>
                      <a:pt x="119946" y="368"/>
                    </a:lnTo>
                    <a:cubicBezTo>
                      <a:pt x="181805" y="4490"/>
                      <a:pt x="228837" y="61620"/>
                      <a:pt x="224996" y="127970"/>
                    </a:cubicBezTo>
                    <a:lnTo>
                      <a:pt x="177960" y="994115"/>
                    </a:lnTo>
                    <a:lnTo>
                      <a:pt x="16882" y="994115"/>
                    </a:lnTo>
                    <a:lnTo>
                      <a:pt x="788" y="123055"/>
                    </a:lnTo>
                    <a:cubicBezTo>
                      <a:pt x="-599" y="52644"/>
                      <a:pt x="54414" y="-3999"/>
                      <a:pt x="119946" y="368"/>
                    </a:cubicBez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47" name="Google Shape;647;p38"/>
              <p:cNvSpPr/>
              <p:nvPr/>
            </p:nvSpPr>
            <p:spPr>
              <a:xfrm>
                <a:off x="3493007" y="2846337"/>
                <a:ext cx="162760" cy="1466524"/>
              </a:xfrm>
              <a:custGeom>
                <a:avLst/>
                <a:gdLst/>
                <a:ahLst/>
                <a:cxnLst/>
                <a:rect l="l" t="t" r="r" b="b"/>
                <a:pathLst>
                  <a:path w="141223" h="1272472" extrusionOk="0">
                    <a:moveTo>
                      <a:pt x="762" y="1272604"/>
                    </a:moveTo>
                    <a:lnTo>
                      <a:pt x="56493" y="1272604"/>
                    </a:lnTo>
                    <a:lnTo>
                      <a:pt x="103525" y="406464"/>
                    </a:lnTo>
                    <a:cubicBezTo>
                      <a:pt x="103950" y="399009"/>
                      <a:pt x="103730" y="391531"/>
                      <a:pt x="102869" y="384114"/>
                    </a:cubicBezTo>
                    <a:cubicBezTo>
                      <a:pt x="103050" y="382803"/>
                      <a:pt x="103231" y="381492"/>
                      <a:pt x="103377" y="380165"/>
                    </a:cubicBezTo>
                    <a:lnTo>
                      <a:pt x="141985" y="5067"/>
                    </a:lnTo>
                    <a:cubicBezTo>
                      <a:pt x="113554" y="-5845"/>
                      <a:pt x="99117" y="1167"/>
                      <a:pt x="105360" y="27794"/>
                    </a:cubicBezTo>
                    <a:cubicBezTo>
                      <a:pt x="111620" y="54437"/>
                      <a:pt x="57150" y="367516"/>
                      <a:pt x="55216" y="523096"/>
                    </a:cubicBezTo>
                    <a:cubicBezTo>
                      <a:pt x="53266" y="678660"/>
                      <a:pt x="55216" y="1257856"/>
                      <a:pt x="762" y="1272604"/>
                    </a:cubicBezTo>
                    <a:close/>
                  </a:path>
                </a:pathLst>
              </a:custGeom>
              <a:solidFill>
                <a:srgbClr val="000000">
                  <a:alpha val="1013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48" name="Google Shape;648;p38"/>
              <p:cNvSpPr/>
              <p:nvPr/>
            </p:nvSpPr>
            <p:spPr>
              <a:xfrm>
                <a:off x="3695460" y="3158361"/>
                <a:ext cx="258682" cy="1154447"/>
              </a:xfrm>
              <a:custGeom>
                <a:avLst/>
                <a:gdLst/>
                <a:ahLst/>
                <a:cxnLst/>
                <a:rect l="l" t="t" r="r" b="b"/>
                <a:pathLst>
                  <a:path w="224453" h="1001689" extrusionOk="0">
                    <a:moveTo>
                      <a:pt x="106032" y="368"/>
                    </a:moveTo>
                    <a:lnTo>
                      <a:pt x="106032" y="368"/>
                    </a:lnTo>
                    <a:cubicBezTo>
                      <a:pt x="44174" y="4491"/>
                      <a:pt x="-2858" y="61619"/>
                      <a:pt x="981" y="127971"/>
                    </a:cubicBezTo>
                    <a:lnTo>
                      <a:pt x="48431" y="1001820"/>
                    </a:lnTo>
                    <a:lnTo>
                      <a:pt x="208946" y="1001820"/>
                    </a:lnTo>
                    <a:lnTo>
                      <a:pt x="225190" y="123055"/>
                    </a:lnTo>
                    <a:cubicBezTo>
                      <a:pt x="226578" y="52646"/>
                      <a:pt x="171563" y="-3999"/>
                      <a:pt x="106032" y="368"/>
                    </a:cubicBez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49" name="Google Shape;649;p38"/>
              <p:cNvSpPr/>
              <p:nvPr/>
            </p:nvSpPr>
            <p:spPr>
              <a:xfrm>
                <a:off x="3192101" y="4338911"/>
                <a:ext cx="342931" cy="165617"/>
              </a:xfrm>
              <a:custGeom>
                <a:avLst/>
                <a:gdLst/>
                <a:ahLst/>
                <a:cxnLst/>
                <a:rect l="l" t="t" r="r" b="b"/>
                <a:pathLst>
                  <a:path w="297554" h="143702" extrusionOk="0">
                    <a:moveTo>
                      <a:pt x="1464" y="116557"/>
                    </a:moveTo>
                    <a:cubicBezTo>
                      <a:pt x="6718" y="71511"/>
                      <a:pt x="42552" y="36759"/>
                      <a:pt x="85895" y="36809"/>
                    </a:cubicBezTo>
                    <a:cubicBezTo>
                      <a:pt x="85895" y="36809"/>
                      <a:pt x="108397" y="33421"/>
                      <a:pt x="144945" y="46476"/>
                    </a:cubicBezTo>
                    <a:lnTo>
                      <a:pt x="175391" y="46512"/>
                    </a:lnTo>
                    <a:lnTo>
                      <a:pt x="175430" y="12946"/>
                    </a:lnTo>
                    <a:cubicBezTo>
                      <a:pt x="175438" y="6109"/>
                      <a:pt x="180987" y="573"/>
                      <a:pt x="187824" y="581"/>
                    </a:cubicBezTo>
                    <a:cubicBezTo>
                      <a:pt x="187824" y="581"/>
                      <a:pt x="187825" y="581"/>
                      <a:pt x="187825" y="581"/>
                    </a:cubicBezTo>
                    <a:lnTo>
                      <a:pt x="262845" y="668"/>
                    </a:lnTo>
                    <a:cubicBezTo>
                      <a:pt x="281565" y="690"/>
                      <a:pt x="298339" y="-4112"/>
                      <a:pt x="298317" y="14605"/>
                    </a:cubicBezTo>
                    <a:lnTo>
                      <a:pt x="296659" y="70973"/>
                    </a:lnTo>
                    <a:cubicBezTo>
                      <a:pt x="296658" y="71621"/>
                      <a:pt x="296503" y="72226"/>
                      <a:pt x="296466" y="72864"/>
                    </a:cubicBezTo>
                    <a:cubicBezTo>
                      <a:pt x="296509" y="73501"/>
                      <a:pt x="296656" y="74109"/>
                      <a:pt x="296655" y="74756"/>
                    </a:cubicBezTo>
                    <a:lnTo>
                      <a:pt x="296575" y="143834"/>
                    </a:lnTo>
                    <a:lnTo>
                      <a:pt x="191808" y="143712"/>
                    </a:lnTo>
                    <a:lnTo>
                      <a:pt x="101114" y="143607"/>
                    </a:lnTo>
                    <a:lnTo>
                      <a:pt x="762" y="143491"/>
                    </a:lnTo>
                    <a:lnTo>
                      <a:pt x="780" y="127834"/>
                    </a:lnTo>
                    <a:cubicBezTo>
                      <a:pt x="779" y="124065"/>
                      <a:pt x="1008" y="120299"/>
                      <a:pt x="1464" y="116557"/>
                    </a:cubicBez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50" name="Google Shape;650;p38"/>
              <p:cNvSpPr/>
              <p:nvPr/>
            </p:nvSpPr>
            <p:spPr>
              <a:xfrm>
                <a:off x="3192101" y="4473070"/>
                <a:ext cx="340959" cy="31436"/>
              </a:xfrm>
              <a:custGeom>
                <a:avLst/>
                <a:gdLst/>
                <a:ahLst/>
                <a:cxnLst/>
                <a:rect l="l" t="t" r="r" b="b"/>
                <a:pathLst>
                  <a:path w="295843" h="27276" extrusionOk="0">
                    <a:moveTo>
                      <a:pt x="296593" y="11750"/>
                    </a:moveTo>
                    <a:lnTo>
                      <a:pt x="296574" y="27407"/>
                    </a:lnTo>
                    <a:lnTo>
                      <a:pt x="762" y="27064"/>
                    </a:lnTo>
                    <a:lnTo>
                      <a:pt x="780" y="11408"/>
                    </a:lnTo>
                    <a:cubicBezTo>
                      <a:pt x="778" y="7624"/>
                      <a:pt x="1130" y="3849"/>
                      <a:pt x="1831" y="131"/>
                    </a:cubicBezTo>
                    <a:lnTo>
                      <a:pt x="296605" y="519"/>
                    </a:lnTo>
                    <a:cubicBezTo>
                      <a:pt x="296528" y="4060"/>
                      <a:pt x="296597" y="7911"/>
                      <a:pt x="296593" y="11750"/>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51" name="Google Shape;651;p38"/>
              <p:cNvSpPr/>
              <p:nvPr/>
            </p:nvSpPr>
            <p:spPr>
              <a:xfrm>
                <a:off x="3768290" y="4336454"/>
                <a:ext cx="342885" cy="165611"/>
              </a:xfrm>
              <a:custGeom>
                <a:avLst/>
                <a:gdLst/>
                <a:ahLst/>
                <a:cxnLst/>
                <a:rect l="l" t="t" r="r" b="b"/>
                <a:pathLst>
                  <a:path w="297514" h="143697" extrusionOk="0">
                    <a:moveTo>
                      <a:pt x="297583" y="116646"/>
                    </a:moveTo>
                    <a:cubicBezTo>
                      <a:pt x="292344" y="71599"/>
                      <a:pt x="256522" y="36835"/>
                      <a:pt x="213178" y="36871"/>
                    </a:cubicBezTo>
                    <a:cubicBezTo>
                      <a:pt x="213178" y="36871"/>
                      <a:pt x="190677" y="33477"/>
                      <a:pt x="154124" y="46521"/>
                    </a:cubicBezTo>
                    <a:lnTo>
                      <a:pt x="123678" y="46546"/>
                    </a:lnTo>
                    <a:lnTo>
                      <a:pt x="123650" y="12980"/>
                    </a:lnTo>
                    <a:cubicBezTo>
                      <a:pt x="123645" y="6143"/>
                      <a:pt x="118097" y="606"/>
                      <a:pt x="111260" y="611"/>
                    </a:cubicBezTo>
                    <a:lnTo>
                      <a:pt x="36240" y="674"/>
                    </a:lnTo>
                    <a:cubicBezTo>
                      <a:pt x="17518" y="690"/>
                      <a:pt x="747" y="-4118"/>
                      <a:pt x="762" y="14599"/>
                    </a:cubicBezTo>
                    <a:lnTo>
                      <a:pt x="2403" y="70968"/>
                    </a:lnTo>
                    <a:cubicBezTo>
                      <a:pt x="2403" y="71616"/>
                      <a:pt x="2559" y="72221"/>
                      <a:pt x="2595" y="72859"/>
                    </a:cubicBezTo>
                    <a:cubicBezTo>
                      <a:pt x="2553" y="73497"/>
                      <a:pt x="2406" y="74103"/>
                      <a:pt x="2406" y="74751"/>
                    </a:cubicBezTo>
                    <a:lnTo>
                      <a:pt x="2464" y="143829"/>
                    </a:lnTo>
                    <a:lnTo>
                      <a:pt x="107231" y="143741"/>
                    </a:lnTo>
                    <a:lnTo>
                      <a:pt x="197923" y="143665"/>
                    </a:lnTo>
                    <a:lnTo>
                      <a:pt x="298277" y="143580"/>
                    </a:lnTo>
                    <a:lnTo>
                      <a:pt x="298264" y="127924"/>
                    </a:lnTo>
                    <a:cubicBezTo>
                      <a:pt x="298265" y="124154"/>
                      <a:pt x="298038" y="120388"/>
                      <a:pt x="297583" y="116646"/>
                    </a:cubicBez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52" name="Google Shape;652;p38"/>
              <p:cNvSpPr/>
              <p:nvPr/>
            </p:nvSpPr>
            <p:spPr>
              <a:xfrm>
                <a:off x="3770236" y="4470715"/>
                <a:ext cx="340937" cy="31328"/>
              </a:xfrm>
              <a:custGeom>
                <a:avLst/>
                <a:gdLst/>
                <a:ahLst/>
                <a:cxnLst/>
                <a:rect l="l" t="t" r="r" b="b"/>
                <a:pathLst>
                  <a:path w="295824" h="27183" extrusionOk="0">
                    <a:moveTo>
                      <a:pt x="762" y="11657"/>
                    </a:moveTo>
                    <a:lnTo>
                      <a:pt x="775" y="27314"/>
                    </a:lnTo>
                    <a:lnTo>
                      <a:pt x="296587" y="27065"/>
                    </a:lnTo>
                    <a:lnTo>
                      <a:pt x="296574" y="11409"/>
                    </a:lnTo>
                    <a:cubicBezTo>
                      <a:pt x="296577" y="7625"/>
                      <a:pt x="296226" y="3850"/>
                      <a:pt x="295526" y="131"/>
                    </a:cubicBezTo>
                    <a:lnTo>
                      <a:pt x="1791" y="378"/>
                    </a:lnTo>
                    <a:cubicBezTo>
                      <a:pt x="1097" y="4097"/>
                      <a:pt x="753" y="7873"/>
                      <a:pt x="762" y="11657"/>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53" name="Google Shape;653;p38"/>
              <p:cNvSpPr/>
              <p:nvPr/>
            </p:nvSpPr>
            <p:spPr>
              <a:xfrm>
                <a:off x="3447049" y="1252883"/>
                <a:ext cx="400901" cy="126612"/>
              </a:xfrm>
              <a:custGeom>
                <a:avLst/>
                <a:gdLst/>
                <a:ahLst/>
                <a:cxnLst/>
                <a:rect l="l" t="t" r="r" b="b"/>
                <a:pathLst>
                  <a:path w="347853" h="109859" extrusionOk="0">
                    <a:moveTo>
                      <a:pt x="1156" y="35906"/>
                    </a:moveTo>
                    <a:cubicBezTo>
                      <a:pt x="3854" y="39488"/>
                      <a:pt x="9731" y="37746"/>
                      <a:pt x="12162" y="41151"/>
                    </a:cubicBezTo>
                    <a:cubicBezTo>
                      <a:pt x="14595" y="44556"/>
                      <a:pt x="10946" y="109000"/>
                      <a:pt x="77099" y="109000"/>
                    </a:cubicBezTo>
                    <a:cubicBezTo>
                      <a:pt x="143251" y="109000"/>
                      <a:pt x="150548" y="69360"/>
                      <a:pt x="151764" y="61822"/>
                    </a:cubicBezTo>
                    <a:cubicBezTo>
                      <a:pt x="152980" y="54283"/>
                      <a:pt x="157844" y="27533"/>
                      <a:pt x="174625" y="28506"/>
                    </a:cubicBezTo>
                    <a:cubicBezTo>
                      <a:pt x="191406" y="29478"/>
                      <a:pt x="197244" y="60849"/>
                      <a:pt x="198946" y="66443"/>
                    </a:cubicBezTo>
                    <a:cubicBezTo>
                      <a:pt x="200649" y="72036"/>
                      <a:pt x="209891" y="110946"/>
                      <a:pt x="262666" y="109973"/>
                    </a:cubicBezTo>
                    <a:cubicBezTo>
                      <a:pt x="315443" y="109000"/>
                      <a:pt x="320794" y="90518"/>
                      <a:pt x="326630" y="82493"/>
                    </a:cubicBezTo>
                    <a:cubicBezTo>
                      <a:pt x="332468" y="74468"/>
                      <a:pt x="333683" y="44799"/>
                      <a:pt x="336359" y="43097"/>
                    </a:cubicBezTo>
                    <a:cubicBezTo>
                      <a:pt x="339034" y="41394"/>
                      <a:pt x="345114" y="41638"/>
                      <a:pt x="347304" y="38963"/>
                    </a:cubicBezTo>
                    <a:cubicBezTo>
                      <a:pt x="349492" y="36288"/>
                      <a:pt x="349006" y="19508"/>
                      <a:pt x="345358" y="16103"/>
                    </a:cubicBezTo>
                    <a:cubicBezTo>
                      <a:pt x="342463" y="13402"/>
                      <a:pt x="328820" y="15860"/>
                      <a:pt x="314956" y="9294"/>
                    </a:cubicBezTo>
                    <a:cubicBezTo>
                      <a:pt x="301094" y="2728"/>
                      <a:pt x="283096" y="1025"/>
                      <a:pt x="272152" y="296"/>
                    </a:cubicBezTo>
                    <a:cubicBezTo>
                      <a:pt x="252762" y="185"/>
                      <a:pt x="233396" y="1731"/>
                      <a:pt x="214269" y="4917"/>
                    </a:cubicBezTo>
                    <a:cubicBezTo>
                      <a:pt x="205270" y="7348"/>
                      <a:pt x="197244" y="10753"/>
                      <a:pt x="194812" y="10023"/>
                    </a:cubicBezTo>
                    <a:cubicBezTo>
                      <a:pt x="192380" y="9294"/>
                      <a:pt x="181894" y="3975"/>
                      <a:pt x="174476" y="3975"/>
                    </a:cubicBezTo>
                    <a:cubicBezTo>
                      <a:pt x="167058" y="3975"/>
                      <a:pt x="157844" y="10753"/>
                      <a:pt x="154196" y="10023"/>
                    </a:cubicBezTo>
                    <a:cubicBezTo>
                      <a:pt x="150548" y="9294"/>
                      <a:pt x="118931" y="-661"/>
                      <a:pt x="87557" y="182"/>
                    </a:cubicBezTo>
                    <a:cubicBezTo>
                      <a:pt x="67668" y="434"/>
                      <a:pt x="47923" y="3586"/>
                      <a:pt x="28944" y="9537"/>
                    </a:cubicBezTo>
                    <a:cubicBezTo>
                      <a:pt x="19945" y="12212"/>
                      <a:pt x="5743" y="13257"/>
                      <a:pt x="4825" y="14054"/>
                    </a:cubicBezTo>
                    <a:cubicBezTo>
                      <a:pt x="3822" y="14922"/>
                      <a:pt x="-559" y="33630"/>
                      <a:pt x="1156" y="35906"/>
                    </a:cubicBezTo>
                    <a:close/>
                    <a:moveTo>
                      <a:pt x="202449" y="33126"/>
                    </a:moveTo>
                    <a:cubicBezTo>
                      <a:pt x="202913" y="26929"/>
                      <a:pt x="216311" y="9051"/>
                      <a:pt x="261548" y="9780"/>
                    </a:cubicBezTo>
                    <a:cubicBezTo>
                      <a:pt x="306784" y="10510"/>
                      <a:pt x="320647" y="18535"/>
                      <a:pt x="321621" y="50149"/>
                    </a:cubicBezTo>
                    <a:cubicBezTo>
                      <a:pt x="322593" y="81763"/>
                      <a:pt x="310676" y="97813"/>
                      <a:pt x="268844" y="99759"/>
                    </a:cubicBezTo>
                    <a:cubicBezTo>
                      <a:pt x="227012" y="101705"/>
                      <a:pt x="199530" y="72036"/>
                      <a:pt x="202449" y="33126"/>
                    </a:cubicBezTo>
                    <a:close/>
                    <a:moveTo>
                      <a:pt x="27971" y="50149"/>
                    </a:moveTo>
                    <a:cubicBezTo>
                      <a:pt x="28944" y="18535"/>
                      <a:pt x="42806" y="10510"/>
                      <a:pt x="88044" y="9780"/>
                    </a:cubicBezTo>
                    <a:cubicBezTo>
                      <a:pt x="133280" y="9051"/>
                      <a:pt x="146679" y="26929"/>
                      <a:pt x="147143" y="33126"/>
                    </a:cubicBezTo>
                    <a:cubicBezTo>
                      <a:pt x="150062" y="72036"/>
                      <a:pt x="122579" y="101705"/>
                      <a:pt x="80747" y="99759"/>
                    </a:cubicBezTo>
                    <a:cubicBezTo>
                      <a:pt x="38915" y="97813"/>
                      <a:pt x="26998" y="81763"/>
                      <a:pt x="27971" y="50149"/>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654" name="Google Shape;654;p38"/>
              <p:cNvGrpSpPr/>
              <p:nvPr/>
            </p:nvGrpSpPr>
            <p:grpSpPr>
              <a:xfrm>
                <a:off x="3679207" y="1263974"/>
                <a:ext cx="137776" cy="103829"/>
                <a:chOff x="3679207" y="1263974"/>
                <a:chExt cx="137776" cy="103829"/>
              </a:xfrm>
            </p:grpSpPr>
            <p:sp>
              <p:nvSpPr>
                <p:cNvPr id="655" name="Google Shape;655;p38"/>
                <p:cNvSpPr/>
                <p:nvPr/>
              </p:nvSpPr>
              <p:spPr>
                <a:xfrm>
                  <a:off x="3679207" y="1263974"/>
                  <a:ext cx="137776" cy="103829"/>
                </a:xfrm>
                <a:custGeom>
                  <a:avLst/>
                  <a:gdLst/>
                  <a:ahLst/>
                  <a:cxnLst/>
                  <a:rect l="l" t="t" r="r" b="b"/>
                  <a:pathLst>
                    <a:path w="119545" h="90090" extrusionOk="0">
                      <a:moveTo>
                        <a:pt x="67377" y="90131"/>
                      </a:moveTo>
                      <a:cubicBezTo>
                        <a:pt x="69777" y="90017"/>
                        <a:pt x="72082" y="89865"/>
                        <a:pt x="74283" y="89655"/>
                      </a:cubicBezTo>
                      <a:cubicBezTo>
                        <a:pt x="78272" y="89304"/>
                        <a:pt x="82238" y="88722"/>
                        <a:pt x="86161" y="87912"/>
                      </a:cubicBezTo>
                      <a:lnTo>
                        <a:pt x="86171" y="87912"/>
                      </a:lnTo>
                      <a:cubicBezTo>
                        <a:pt x="87809" y="87569"/>
                        <a:pt x="89381" y="87189"/>
                        <a:pt x="90877" y="86769"/>
                      </a:cubicBezTo>
                      <a:cubicBezTo>
                        <a:pt x="104203" y="83045"/>
                        <a:pt x="112176" y="76359"/>
                        <a:pt x="116376" y="66586"/>
                      </a:cubicBezTo>
                      <a:cubicBezTo>
                        <a:pt x="119501" y="58274"/>
                        <a:pt x="120787" y="49384"/>
                        <a:pt x="120149" y="40527"/>
                      </a:cubicBezTo>
                      <a:cubicBezTo>
                        <a:pt x="119368" y="15105"/>
                        <a:pt x="110251" y="4932"/>
                        <a:pt x="83199" y="1542"/>
                      </a:cubicBezTo>
                      <a:cubicBezTo>
                        <a:pt x="75523" y="666"/>
                        <a:pt x="67806" y="202"/>
                        <a:pt x="60080" y="151"/>
                      </a:cubicBezTo>
                      <a:cubicBezTo>
                        <a:pt x="56822" y="103"/>
                        <a:pt x="53727" y="141"/>
                        <a:pt x="50792" y="284"/>
                      </a:cubicBezTo>
                      <a:cubicBezTo>
                        <a:pt x="49344" y="341"/>
                        <a:pt x="47945" y="427"/>
                        <a:pt x="46582" y="522"/>
                      </a:cubicBezTo>
                      <a:cubicBezTo>
                        <a:pt x="42356" y="834"/>
                        <a:pt x="38152" y="1387"/>
                        <a:pt x="33989" y="2179"/>
                      </a:cubicBezTo>
                      <a:cubicBezTo>
                        <a:pt x="9432" y="6942"/>
                        <a:pt x="1335" y="18715"/>
                        <a:pt x="973" y="23496"/>
                      </a:cubicBezTo>
                      <a:cubicBezTo>
                        <a:pt x="-1942" y="62414"/>
                        <a:pt x="25540" y="92074"/>
                        <a:pt x="67377" y="90131"/>
                      </a:cubicBezTo>
                      <a:close/>
                    </a:path>
                  </a:pathLst>
                </a:custGeom>
                <a:solidFill>
                  <a:srgbClr val="FFFFFF">
                    <a:alpha val="2975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56" name="Google Shape;656;p38"/>
                <p:cNvSpPr/>
                <p:nvPr/>
              </p:nvSpPr>
              <p:spPr>
                <a:xfrm>
                  <a:off x="3736858" y="1263974"/>
                  <a:ext cx="75584" cy="99849"/>
                </a:xfrm>
                <a:custGeom>
                  <a:avLst/>
                  <a:gdLst/>
                  <a:ahLst/>
                  <a:cxnLst/>
                  <a:rect l="l" t="t" r="r" b="b"/>
                  <a:pathLst>
                    <a:path w="65583" h="86637" extrusionOk="0">
                      <a:moveTo>
                        <a:pt x="762" y="284"/>
                      </a:moveTo>
                      <a:lnTo>
                        <a:pt x="40846" y="86769"/>
                      </a:lnTo>
                      <a:cubicBezTo>
                        <a:pt x="54172" y="83045"/>
                        <a:pt x="62145" y="76359"/>
                        <a:pt x="66346" y="66586"/>
                      </a:cubicBezTo>
                      <a:lnTo>
                        <a:pt x="33168" y="1542"/>
                      </a:lnTo>
                      <a:cubicBezTo>
                        <a:pt x="25492" y="666"/>
                        <a:pt x="17775" y="202"/>
                        <a:pt x="10050" y="151"/>
                      </a:cubicBezTo>
                      <a:cubicBezTo>
                        <a:pt x="6791" y="103"/>
                        <a:pt x="3696" y="141"/>
                        <a:pt x="762" y="284"/>
                      </a:cubicBezTo>
                      <a:close/>
                    </a:path>
                  </a:pathLst>
                </a:custGeom>
                <a:solidFill>
                  <a:srgbClr val="FFFFFF">
                    <a:alpha val="2975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57" name="Google Shape;657;p38"/>
                <p:cNvSpPr/>
                <p:nvPr/>
              </p:nvSpPr>
              <p:spPr>
                <a:xfrm>
                  <a:off x="3717495" y="1264424"/>
                  <a:ext cx="60127" cy="102725"/>
                </a:xfrm>
                <a:custGeom>
                  <a:avLst/>
                  <a:gdLst/>
                  <a:ahLst/>
                  <a:cxnLst/>
                  <a:rect l="l" t="t" r="r" b="b"/>
                  <a:pathLst>
                    <a:path w="52171" h="89132" extrusionOk="0">
                      <a:moveTo>
                        <a:pt x="762" y="1788"/>
                      </a:moveTo>
                      <a:lnTo>
                        <a:pt x="41055" y="89264"/>
                      </a:lnTo>
                      <a:cubicBezTo>
                        <a:pt x="45045" y="88913"/>
                        <a:pt x="49011" y="88331"/>
                        <a:pt x="52934" y="87521"/>
                      </a:cubicBezTo>
                      <a:lnTo>
                        <a:pt x="13355" y="131"/>
                      </a:lnTo>
                      <a:cubicBezTo>
                        <a:pt x="9129" y="442"/>
                        <a:pt x="4925" y="996"/>
                        <a:pt x="762" y="1788"/>
                      </a:cubicBezTo>
                      <a:close/>
                    </a:path>
                  </a:pathLst>
                </a:custGeom>
                <a:solidFill>
                  <a:srgbClr val="FFFFFF">
                    <a:alpha val="2975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658" name="Google Shape;658;p38"/>
              <p:cNvGrpSpPr/>
              <p:nvPr/>
            </p:nvGrpSpPr>
            <p:grpSpPr>
              <a:xfrm>
                <a:off x="3478340" y="1263961"/>
                <a:ext cx="137719" cy="103852"/>
                <a:chOff x="3478340" y="1263961"/>
                <a:chExt cx="137719" cy="103852"/>
              </a:xfrm>
            </p:grpSpPr>
            <p:sp>
              <p:nvSpPr>
                <p:cNvPr id="659" name="Google Shape;659;p38"/>
                <p:cNvSpPr/>
                <p:nvPr/>
              </p:nvSpPr>
              <p:spPr>
                <a:xfrm>
                  <a:off x="3478340" y="1263961"/>
                  <a:ext cx="137719" cy="103852"/>
                </a:xfrm>
                <a:custGeom>
                  <a:avLst/>
                  <a:gdLst/>
                  <a:ahLst/>
                  <a:cxnLst/>
                  <a:rect l="l" t="t" r="r" b="b"/>
                  <a:pathLst>
                    <a:path w="119496" h="90110" extrusionOk="0">
                      <a:moveTo>
                        <a:pt x="53589" y="90143"/>
                      </a:moveTo>
                      <a:cubicBezTo>
                        <a:pt x="60205" y="90482"/>
                        <a:pt x="66838" y="89951"/>
                        <a:pt x="73317" y="88562"/>
                      </a:cubicBezTo>
                      <a:cubicBezTo>
                        <a:pt x="77307" y="87700"/>
                        <a:pt x="81205" y="86456"/>
                        <a:pt x="84957" y="84848"/>
                      </a:cubicBezTo>
                      <a:cubicBezTo>
                        <a:pt x="86945" y="83996"/>
                        <a:pt x="88885" y="83036"/>
                        <a:pt x="90768" y="81971"/>
                      </a:cubicBezTo>
                      <a:cubicBezTo>
                        <a:pt x="99709" y="76966"/>
                        <a:pt x="107110" y="69611"/>
                        <a:pt x="112172" y="60702"/>
                      </a:cubicBezTo>
                      <a:cubicBezTo>
                        <a:pt x="118443" y="49366"/>
                        <a:pt x="121167" y="36409"/>
                        <a:pt x="119992" y="23508"/>
                      </a:cubicBezTo>
                      <a:cubicBezTo>
                        <a:pt x="119611" y="18403"/>
                        <a:pt x="110428" y="5363"/>
                        <a:pt x="81880" y="1344"/>
                      </a:cubicBezTo>
                      <a:cubicBezTo>
                        <a:pt x="74923" y="407"/>
                        <a:pt x="67904" y="12"/>
                        <a:pt x="60885" y="162"/>
                      </a:cubicBezTo>
                      <a:cubicBezTo>
                        <a:pt x="56560" y="229"/>
                        <a:pt x="52515" y="369"/>
                        <a:pt x="48750" y="582"/>
                      </a:cubicBezTo>
                      <a:cubicBezTo>
                        <a:pt x="47407" y="668"/>
                        <a:pt x="46092" y="753"/>
                        <a:pt x="44815" y="848"/>
                      </a:cubicBezTo>
                      <a:cubicBezTo>
                        <a:pt x="40536" y="1152"/>
                        <a:pt x="36275" y="1679"/>
                        <a:pt x="32051" y="2429"/>
                      </a:cubicBezTo>
                      <a:lnTo>
                        <a:pt x="32041" y="2429"/>
                      </a:lnTo>
                      <a:cubicBezTo>
                        <a:pt x="9409" y="6544"/>
                        <a:pt x="1541" y="17002"/>
                        <a:pt x="816" y="40538"/>
                      </a:cubicBezTo>
                      <a:cubicBezTo>
                        <a:pt x="-155" y="72151"/>
                        <a:pt x="11762" y="88200"/>
                        <a:pt x="53589" y="90143"/>
                      </a:cubicBezTo>
                      <a:close/>
                    </a:path>
                  </a:pathLst>
                </a:custGeom>
                <a:solidFill>
                  <a:srgbClr val="FFFFFF">
                    <a:alpha val="2975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60" name="Google Shape;660;p38"/>
                <p:cNvSpPr/>
                <p:nvPr/>
              </p:nvSpPr>
              <p:spPr>
                <a:xfrm>
                  <a:off x="3533638" y="1263961"/>
                  <a:ext cx="73093" cy="94319"/>
                </a:xfrm>
                <a:custGeom>
                  <a:avLst/>
                  <a:gdLst/>
                  <a:ahLst/>
                  <a:cxnLst/>
                  <a:rect l="l" t="t" r="r" b="b"/>
                  <a:pathLst>
                    <a:path w="63421" h="81839" extrusionOk="0">
                      <a:moveTo>
                        <a:pt x="762" y="582"/>
                      </a:moveTo>
                      <a:lnTo>
                        <a:pt x="42780" y="81971"/>
                      </a:lnTo>
                      <a:cubicBezTo>
                        <a:pt x="51720" y="76966"/>
                        <a:pt x="59122" y="69611"/>
                        <a:pt x="64184" y="60702"/>
                      </a:cubicBezTo>
                      <a:lnTo>
                        <a:pt x="33892" y="1344"/>
                      </a:lnTo>
                      <a:cubicBezTo>
                        <a:pt x="26935" y="407"/>
                        <a:pt x="19916" y="12"/>
                        <a:pt x="12897" y="162"/>
                      </a:cubicBezTo>
                      <a:cubicBezTo>
                        <a:pt x="8573" y="229"/>
                        <a:pt x="4528" y="369"/>
                        <a:pt x="762" y="582"/>
                      </a:cubicBezTo>
                      <a:close/>
                    </a:path>
                  </a:pathLst>
                </a:custGeom>
                <a:solidFill>
                  <a:srgbClr val="FFFFFF">
                    <a:alpha val="2975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61" name="Google Shape;661;p38"/>
                <p:cNvSpPr/>
                <p:nvPr/>
              </p:nvSpPr>
              <p:spPr>
                <a:xfrm>
                  <a:off x="3514395" y="1264787"/>
                  <a:ext cx="60973" cy="101089"/>
                </a:xfrm>
                <a:custGeom>
                  <a:avLst/>
                  <a:gdLst/>
                  <a:ahLst/>
                  <a:cxnLst/>
                  <a:rect l="l" t="t" r="r" b="b"/>
                  <a:pathLst>
                    <a:path w="52905" h="87713" extrusionOk="0">
                      <a:moveTo>
                        <a:pt x="762" y="1712"/>
                      </a:moveTo>
                      <a:lnTo>
                        <a:pt x="42027" y="87845"/>
                      </a:lnTo>
                      <a:cubicBezTo>
                        <a:pt x="46017" y="86983"/>
                        <a:pt x="49916" y="85739"/>
                        <a:pt x="53668" y="84130"/>
                      </a:cubicBezTo>
                      <a:lnTo>
                        <a:pt x="13526" y="131"/>
                      </a:lnTo>
                      <a:cubicBezTo>
                        <a:pt x="9247" y="435"/>
                        <a:pt x="4986" y="962"/>
                        <a:pt x="762" y="1712"/>
                      </a:cubicBezTo>
                      <a:close/>
                    </a:path>
                  </a:pathLst>
                </a:custGeom>
                <a:solidFill>
                  <a:srgbClr val="FFFFFF">
                    <a:alpha val="2975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sp>
            <p:nvSpPr>
              <p:cNvPr id="662" name="Google Shape;662;p38"/>
              <p:cNvSpPr/>
              <p:nvPr/>
            </p:nvSpPr>
            <p:spPr>
              <a:xfrm>
                <a:off x="3813072" y="1843662"/>
                <a:ext cx="392860" cy="400758"/>
              </a:xfrm>
              <a:custGeom>
                <a:avLst/>
                <a:gdLst/>
                <a:ahLst/>
                <a:cxnLst/>
                <a:rect l="l" t="t" r="r" b="b"/>
                <a:pathLst>
                  <a:path w="340876" h="347729" extrusionOk="0">
                    <a:moveTo>
                      <a:pt x="16675" y="210415"/>
                    </a:moveTo>
                    <a:lnTo>
                      <a:pt x="104164" y="22919"/>
                    </a:lnTo>
                    <a:cubicBezTo>
                      <a:pt x="111625" y="6929"/>
                      <a:pt x="128791" y="-2168"/>
                      <a:pt x="146213" y="635"/>
                    </a:cubicBezTo>
                    <a:lnTo>
                      <a:pt x="313617" y="27568"/>
                    </a:lnTo>
                    <a:cubicBezTo>
                      <a:pt x="331779" y="30490"/>
                      <a:pt x="344133" y="47581"/>
                      <a:pt x="341211" y="65742"/>
                    </a:cubicBezTo>
                    <a:cubicBezTo>
                      <a:pt x="340507" y="70114"/>
                      <a:pt x="338939" y="74301"/>
                      <a:pt x="336598" y="78060"/>
                    </a:cubicBezTo>
                    <a:lnTo>
                      <a:pt x="203753" y="291317"/>
                    </a:lnTo>
                    <a:lnTo>
                      <a:pt x="157432" y="335061"/>
                    </a:lnTo>
                    <a:lnTo>
                      <a:pt x="85768" y="347861"/>
                    </a:lnTo>
                    <a:lnTo>
                      <a:pt x="762" y="279391"/>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63" name="Google Shape;663;p38"/>
              <p:cNvSpPr/>
              <p:nvPr/>
            </p:nvSpPr>
            <p:spPr>
              <a:xfrm>
                <a:off x="3738261" y="2061331"/>
                <a:ext cx="337217" cy="247899"/>
              </a:xfrm>
              <a:custGeom>
                <a:avLst/>
                <a:gdLst/>
                <a:ahLst/>
                <a:cxnLst/>
                <a:rect l="l" t="t" r="r" b="b"/>
                <a:pathLst>
                  <a:path w="292596" h="215097" extrusionOk="0">
                    <a:moveTo>
                      <a:pt x="239815" y="116819"/>
                    </a:moveTo>
                    <a:lnTo>
                      <a:pt x="147061" y="107183"/>
                    </a:lnTo>
                    <a:cubicBezTo>
                      <a:pt x="147061" y="107183"/>
                      <a:pt x="177735" y="31715"/>
                      <a:pt x="81597" y="21518"/>
                    </a:cubicBezTo>
                    <a:lnTo>
                      <a:pt x="91024" y="131"/>
                    </a:lnTo>
                    <a:lnTo>
                      <a:pt x="71489" y="1984"/>
                    </a:lnTo>
                    <a:cubicBezTo>
                      <a:pt x="53274" y="4937"/>
                      <a:pt x="36973" y="14992"/>
                      <a:pt x="26161" y="29943"/>
                    </a:cubicBezTo>
                    <a:lnTo>
                      <a:pt x="11211" y="62680"/>
                    </a:lnTo>
                    <a:cubicBezTo>
                      <a:pt x="4419" y="72072"/>
                      <a:pt x="762" y="83368"/>
                      <a:pt x="762" y="94958"/>
                    </a:cubicBezTo>
                    <a:lnTo>
                      <a:pt x="762" y="109477"/>
                    </a:lnTo>
                    <a:cubicBezTo>
                      <a:pt x="762" y="130099"/>
                      <a:pt x="12282" y="148994"/>
                      <a:pt x="30614" y="158442"/>
                    </a:cubicBezTo>
                    <a:lnTo>
                      <a:pt x="104982" y="190913"/>
                    </a:lnTo>
                    <a:cubicBezTo>
                      <a:pt x="104982" y="190913"/>
                      <a:pt x="181238" y="221518"/>
                      <a:pt x="293164" y="214056"/>
                    </a:cubicBezTo>
                    <a:cubicBezTo>
                      <a:pt x="293164" y="214056"/>
                      <a:pt x="299509" y="139202"/>
                      <a:pt x="239815" y="116819"/>
                    </a:cubicBezTo>
                    <a:close/>
                  </a:path>
                </a:pathLst>
              </a:custGeom>
              <a:solidFill>
                <a:srgbClr val="E2AC9B"/>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64" name="Google Shape;664;p38"/>
              <p:cNvSpPr/>
              <p:nvPr/>
            </p:nvSpPr>
            <p:spPr>
              <a:xfrm>
                <a:off x="3941574" y="2181910"/>
                <a:ext cx="252051" cy="203387"/>
              </a:xfrm>
              <a:custGeom>
                <a:avLst/>
                <a:gdLst/>
                <a:ahLst/>
                <a:cxnLst/>
                <a:rect l="l" t="t" r="r" b="b"/>
                <a:pathLst>
                  <a:path w="218699" h="176475" extrusionOk="0">
                    <a:moveTo>
                      <a:pt x="34247" y="0"/>
                    </a:moveTo>
                    <a:lnTo>
                      <a:pt x="0" y="161463"/>
                    </a:lnTo>
                    <a:lnTo>
                      <a:pt x="208981" y="176476"/>
                    </a:lnTo>
                    <a:lnTo>
                      <a:pt x="218700" y="0"/>
                    </a:lnTo>
                    <a:lnTo>
                      <a:pt x="34247" y="0"/>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65" name="Google Shape;665;p38"/>
              <p:cNvSpPr/>
              <p:nvPr/>
            </p:nvSpPr>
            <p:spPr>
              <a:xfrm>
                <a:off x="3505360" y="1581429"/>
                <a:ext cx="306634" cy="137459"/>
              </a:xfrm>
              <a:custGeom>
                <a:avLst/>
                <a:gdLst/>
                <a:ahLst/>
                <a:cxnLst/>
                <a:rect l="l" t="t" r="r" b="b"/>
                <a:pathLst>
                  <a:path w="266060" h="119270" extrusionOk="0">
                    <a:moveTo>
                      <a:pt x="223593" y="131"/>
                    </a:moveTo>
                    <a:cubicBezTo>
                      <a:pt x="223593" y="131"/>
                      <a:pt x="170957" y="46922"/>
                      <a:pt x="133722" y="61718"/>
                    </a:cubicBezTo>
                    <a:cubicBezTo>
                      <a:pt x="133722" y="61718"/>
                      <a:pt x="48982" y="51235"/>
                      <a:pt x="39338" y="423"/>
                    </a:cubicBezTo>
                    <a:lnTo>
                      <a:pt x="762" y="15494"/>
                    </a:lnTo>
                    <a:cubicBezTo>
                      <a:pt x="762" y="15494"/>
                      <a:pt x="4521" y="92793"/>
                      <a:pt x="82344" y="119402"/>
                    </a:cubicBezTo>
                    <a:lnTo>
                      <a:pt x="135042" y="89302"/>
                    </a:lnTo>
                    <a:lnTo>
                      <a:pt x="195726" y="119222"/>
                    </a:lnTo>
                    <a:cubicBezTo>
                      <a:pt x="195726" y="119222"/>
                      <a:pt x="263800" y="59591"/>
                      <a:pt x="266823" y="16627"/>
                    </a:cubicBezTo>
                    <a:close/>
                  </a:path>
                </a:pathLst>
              </a:custGeom>
              <a:solidFill>
                <a:schemeClr val="l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66" name="Google Shape;666;p38"/>
              <p:cNvSpPr/>
              <p:nvPr/>
            </p:nvSpPr>
            <p:spPr>
              <a:xfrm rot="-156492">
                <a:off x="3715919" y="1593124"/>
                <a:ext cx="187933" cy="655599"/>
              </a:xfrm>
              <a:custGeom>
                <a:avLst/>
                <a:gdLst/>
                <a:ahLst/>
                <a:cxnLst/>
                <a:rect l="l" t="t" r="r" b="b"/>
                <a:pathLst>
                  <a:path w="162897" h="568260" extrusionOk="0">
                    <a:moveTo>
                      <a:pt x="135806" y="174837"/>
                    </a:moveTo>
                    <a:cubicBezTo>
                      <a:pt x="87311" y="262392"/>
                      <a:pt x="10902" y="522929"/>
                      <a:pt x="5336" y="558977"/>
                    </a:cubicBezTo>
                    <a:cubicBezTo>
                      <a:pt x="4928" y="562545"/>
                      <a:pt x="3315" y="565866"/>
                      <a:pt x="762" y="568392"/>
                    </a:cubicBezTo>
                    <a:lnTo>
                      <a:pt x="8536" y="359956"/>
                    </a:lnTo>
                    <a:lnTo>
                      <a:pt x="80658" y="131"/>
                    </a:lnTo>
                    <a:lnTo>
                      <a:pt x="158446" y="24304"/>
                    </a:lnTo>
                    <a:cubicBezTo>
                      <a:pt x="173357" y="58960"/>
                      <a:pt x="151635" y="124270"/>
                      <a:pt x="150698" y="138064"/>
                    </a:cubicBezTo>
                    <a:cubicBezTo>
                      <a:pt x="149508" y="155575"/>
                      <a:pt x="19123" y="108295"/>
                      <a:pt x="135806" y="174837"/>
                    </a:cubicBez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67" name="Google Shape;667;p38"/>
              <p:cNvSpPr/>
              <p:nvPr/>
            </p:nvSpPr>
            <p:spPr>
              <a:xfrm>
                <a:off x="3432714" y="1594048"/>
                <a:ext cx="187738" cy="654921"/>
              </a:xfrm>
              <a:custGeom>
                <a:avLst/>
                <a:gdLst/>
                <a:ahLst/>
                <a:cxnLst/>
                <a:rect l="l" t="t" r="r" b="b"/>
                <a:pathLst>
                  <a:path w="162896" h="568261" extrusionOk="0">
                    <a:moveTo>
                      <a:pt x="28615" y="174837"/>
                    </a:moveTo>
                    <a:cubicBezTo>
                      <a:pt x="145298" y="108295"/>
                      <a:pt x="14914" y="155575"/>
                      <a:pt x="13723" y="138064"/>
                    </a:cubicBezTo>
                    <a:cubicBezTo>
                      <a:pt x="12786" y="124270"/>
                      <a:pt x="-8937" y="58960"/>
                      <a:pt x="5975" y="24304"/>
                    </a:cubicBezTo>
                    <a:lnTo>
                      <a:pt x="83763" y="131"/>
                    </a:lnTo>
                    <a:lnTo>
                      <a:pt x="155885" y="359956"/>
                    </a:lnTo>
                    <a:lnTo>
                      <a:pt x="163659" y="568392"/>
                    </a:lnTo>
                    <a:cubicBezTo>
                      <a:pt x="161106" y="565867"/>
                      <a:pt x="159493" y="562545"/>
                      <a:pt x="159086" y="558977"/>
                    </a:cubicBezTo>
                    <a:cubicBezTo>
                      <a:pt x="153519" y="522929"/>
                      <a:pt x="77110" y="262392"/>
                      <a:pt x="28615" y="174837"/>
                    </a:cubicBez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668" name="Google Shape;668;p38"/>
              <p:cNvGrpSpPr/>
              <p:nvPr/>
            </p:nvGrpSpPr>
            <p:grpSpPr>
              <a:xfrm>
                <a:off x="3555574" y="1662335"/>
                <a:ext cx="192105" cy="786650"/>
                <a:chOff x="10272943" y="2165520"/>
                <a:chExt cx="166714" cy="682678"/>
              </a:xfrm>
            </p:grpSpPr>
            <p:sp>
              <p:nvSpPr>
                <p:cNvPr id="669" name="Google Shape;669;p38"/>
                <p:cNvSpPr/>
                <p:nvPr/>
              </p:nvSpPr>
              <p:spPr>
                <a:xfrm>
                  <a:off x="10272943" y="2213501"/>
                  <a:ext cx="166714" cy="634696"/>
                </a:xfrm>
                <a:custGeom>
                  <a:avLst/>
                  <a:gdLst/>
                  <a:ahLst/>
                  <a:cxnLst/>
                  <a:rect l="l" t="t" r="r" b="b"/>
                  <a:pathLst>
                    <a:path w="166714" h="634696" extrusionOk="0">
                      <a:moveTo>
                        <a:pt x="94463" y="634811"/>
                      </a:moveTo>
                      <a:cubicBezTo>
                        <a:pt x="82968" y="633290"/>
                        <a:pt x="-9618" y="532464"/>
                        <a:pt x="1723" y="514429"/>
                      </a:cubicBezTo>
                      <a:cubicBezTo>
                        <a:pt x="18450" y="487877"/>
                        <a:pt x="60412" y="127320"/>
                        <a:pt x="73418" y="29396"/>
                      </a:cubicBezTo>
                      <a:cubicBezTo>
                        <a:pt x="75342" y="14563"/>
                        <a:pt x="76673" y="5758"/>
                        <a:pt x="77097" y="5039"/>
                      </a:cubicBezTo>
                      <a:cubicBezTo>
                        <a:pt x="78509" y="2727"/>
                        <a:pt x="85586" y="858"/>
                        <a:pt x="93527" y="298"/>
                      </a:cubicBezTo>
                      <a:cubicBezTo>
                        <a:pt x="93820" y="277"/>
                        <a:pt x="94154" y="259"/>
                        <a:pt x="94488" y="241"/>
                      </a:cubicBezTo>
                      <a:lnTo>
                        <a:pt x="94530" y="244"/>
                      </a:lnTo>
                      <a:cubicBezTo>
                        <a:pt x="105261" y="-368"/>
                        <a:pt x="117153" y="1430"/>
                        <a:pt x="118587" y="7603"/>
                      </a:cubicBezTo>
                      <a:cubicBezTo>
                        <a:pt x="118682" y="8025"/>
                        <a:pt x="118830" y="8867"/>
                        <a:pt x="118996" y="10044"/>
                      </a:cubicBezTo>
                      <a:cubicBezTo>
                        <a:pt x="119272" y="12017"/>
                        <a:pt x="119641" y="15038"/>
                        <a:pt x="120108" y="19021"/>
                      </a:cubicBezTo>
                      <a:cubicBezTo>
                        <a:pt x="120419" y="21663"/>
                        <a:pt x="120741" y="24763"/>
                        <a:pt x="121118" y="28241"/>
                      </a:cubicBezTo>
                      <a:cubicBezTo>
                        <a:pt x="121394" y="30797"/>
                        <a:pt x="121697" y="33564"/>
                        <a:pt x="121989" y="36495"/>
                      </a:cubicBezTo>
                      <a:cubicBezTo>
                        <a:pt x="132747" y="137100"/>
                        <a:pt x="163539" y="465132"/>
                        <a:pt x="167157" y="509758"/>
                      </a:cubicBezTo>
                      <a:cubicBezTo>
                        <a:pt x="167273" y="511639"/>
                        <a:pt x="167383" y="513018"/>
                        <a:pt x="167449" y="513855"/>
                      </a:cubicBezTo>
                      <a:cubicBezTo>
                        <a:pt x="168989" y="537916"/>
                        <a:pt x="105920" y="636287"/>
                        <a:pt x="94463" y="634811"/>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70" name="Google Shape;670;p38"/>
                <p:cNvSpPr/>
                <p:nvPr/>
              </p:nvSpPr>
              <p:spPr>
                <a:xfrm>
                  <a:off x="10272943" y="2218241"/>
                  <a:ext cx="166714" cy="629957"/>
                </a:xfrm>
                <a:custGeom>
                  <a:avLst/>
                  <a:gdLst/>
                  <a:ahLst/>
                  <a:cxnLst/>
                  <a:rect l="l" t="t" r="r" b="b"/>
                  <a:pathLst>
                    <a:path w="166714" h="629957" extrusionOk="0">
                      <a:moveTo>
                        <a:pt x="94463" y="630072"/>
                      </a:moveTo>
                      <a:cubicBezTo>
                        <a:pt x="82968" y="628550"/>
                        <a:pt x="-9618" y="527724"/>
                        <a:pt x="1723" y="509690"/>
                      </a:cubicBezTo>
                      <a:cubicBezTo>
                        <a:pt x="18450" y="483138"/>
                        <a:pt x="60412" y="122581"/>
                        <a:pt x="73418" y="24657"/>
                      </a:cubicBezTo>
                      <a:cubicBezTo>
                        <a:pt x="75342" y="9823"/>
                        <a:pt x="76673" y="1019"/>
                        <a:pt x="77097" y="300"/>
                      </a:cubicBezTo>
                      <a:cubicBezTo>
                        <a:pt x="77942" y="-1053"/>
                        <a:pt x="100237" y="5930"/>
                        <a:pt x="120108" y="14282"/>
                      </a:cubicBezTo>
                      <a:cubicBezTo>
                        <a:pt x="120419" y="16924"/>
                        <a:pt x="120741" y="20024"/>
                        <a:pt x="121118" y="23502"/>
                      </a:cubicBezTo>
                      <a:cubicBezTo>
                        <a:pt x="121394" y="26058"/>
                        <a:pt x="121697" y="28824"/>
                        <a:pt x="121989" y="31756"/>
                      </a:cubicBezTo>
                      <a:cubicBezTo>
                        <a:pt x="105099" y="29479"/>
                        <a:pt x="87125" y="27833"/>
                        <a:pt x="85985" y="34529"/>
                      </a:cubicBezTo>
                      <a:cubicBezTo>
                        <a:pt x="67355" y="144323"/>
                        <a:pt x="46026" y="498937"/>
                        <a:pt x="57764" y="514655"/>
                      </a:cubicBezTo>
                      <a:cubicBezTo>
                        <a:pt x="71747" y="533319"/>
                        <a:pt x="140817" y="543408"/>
                        <a:pt x="161699" y="511619"/>
                      </a:cubicBezTo>
                      <a:cubicBezTo>
                        <a:pt x="163223" y="509190"/>
                        <a:pt x="165058" y="506972"/>
                        <a:pt x="167157" y="505019"/>
                      </a:cubicBezTo>
                      <a:cubicBezTo>
                        <a:pt x="167273" y="506899"/>
                        <a:pt x="167383" y="508279"/>
                        <a:pt x="167449" y="509116"/>
                      </a:cubicBezTo>
                      <a:cubicBezTo>
                        <a:pt x="168989" y="533177"/>
                        <a:pt x="105920" y="631548"/>
                        <a:pt x="94463" y="630072"/>
                      </a:cubicBezTo>
                      <a:close/>
                    </a:path>
                  </a:pathLst>
                </a:custGeom>
                <a:solidFill>
                  <a:srgbClr val="000000">
                    <a:alpha val="1013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671" name="Google Shape;671;p38"/>
                <p:cNvSpPr/>
                <p:nvPr/>
              </p:nvSpPr>
              <p:spPr>
                <a:xfrm>
                  <a:off x="10333349" y="2165520"/>
                  <a:ext cx="66896" cy="79867"/>
                </a:xfrm>
                <a:custGeom>
                  <a:avLst/>
                  <a:gdLst/>
                  <a:ahLst/>
                  <a:cxnLst/>
                  <a:rect l="l" t="t" r="r" b="b"/>
                  <a:pathLst>
                    <a:path w="66896" h="79867" extrusionOk="0">
                      <a:moveTo>
                        <a:pt x="67022" y="60387"/>
                      </a:moveTo>
                      <a:cubicBezTo>
                        <a:pt x="66161" y="67271"/>
                        <a:pt x="64269" y="73417"/>
                        <a:pt x="60701" y="76240"/>
                      </a:cubicBezTo>
                      <a:cubicBezTo>
                        <a:pt x="59855" y="76964"/>
                        <a:pt x="58849" y="77477"/>
                        <a:pt x="57767" y="77737"/>
                      </a:cubicBezTo>
                      <a:cubicBezTo>
                        <a:pt x="46501" y="80052"/>
                        <a:pt x="34943" y="80594"/>
                        <a:pt x="23510" y="79345"/>
                      </a:cubicBezTo>
                      <a:cubicBezTo>
                        <a:pt x="19956" y="79002"/>
                        <a:pt x="16440" y="78350"/>
                        <a:pt x="13001" y="77395"/>
                      </a:cubicBezTo>
                      <a:cubicBezTo>
                        <a:pt x="10878" y="76831"/>
                        <a:pt x="8840" y="75987"/>
                        <a:pt x="6940" y="74887"/>
                      </a:cubicBezTo>
                      <a:cubicBezTo>
                        <a:pt x="-3139" y="68643"/>
                        <a:pt x="1258" y="18887"/>
                        <a:pt x="5155" y="11428"/>
                      </a:cubicBezTo>
                      <a:cubicBezTo>
                        <a:pt x="6794" y="8258"/>
                        <a:pt x="16387" y="2576"/>
                        <a:pt x="27581" y="707"/>
                      </a:cubicBezTo>
                      <a:cubicBezTo>
                        <a:pt x="41001" y="-1462"/>
                        <a:pt x="56736" y="1857"/>
                        <a:pt x="63975" y="21788"/>
                      </a:cubicBezTo>
                      <a:cubicBezTo>
                        <a:pt x="65021" y="24773"/>
                        <a:pt x="65833" y="27833"/>
                        <a:pt x="66404" y="30943"/>
                      </a:cubicBezTo>
                      <a:cubicBezTo>
                        <a:pt x="67836" y="40694"/>
                        <a:pt x="68043" y="50585"/>
                        <a:pt x="67022" y="60387"/>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3"/>
        <p:cNvGrpSpPr/>
        <p:nvPr/>
      </p:nvGrpSpPr>
      <p:grpSpPr>
        <a:xfrm>
          <a:off x="0" y="0"/>
          <a:ext cx="0" cy="0"/>
          <a:chOff x="0" y="0"/>
          <a:chExt cx="0" cy="0"/>
        </a:xfrm>
      </p:grpSpPr>
      <p:sp>
        <p:nvSpPr>
          <p:cNvPr id="1375" name="Google Shape;1375;p50"/>
          <p:cNvSpPr txBox="1">
            <a:spLocks noGrp="1"/>
          </p:cNvSpPr>
          <p:nvPr>
            <p:ph type="subTitle" idx="1"/>
          </p:nvPr>
        </p:nvSpPr>
        <p:spPr>
          <a:xfrm>
            <a:off x="517590" y="1577137"/>
            <a:ext cx="3842654" cy="2282594"/>
          </a:xfrm>
          <a:prstGeom prst="rect">
            <a:avLst/>
          </a:prstGeom>
        </p:spPr>
        <p:txBody>
          <a:bodyPr spcFirstLastPara="1" wrap="square" lIns="91425" tIns="91425" rIns="91425" bIns="91425" anchor="t" anchorCtr="0">
            <a:noAutofit/>
          </a:bodyPr>
          <a:lstStyle/>
          <a:p>
            <a:pPr marL="0" indent="0">
              <a:lnSpc>
                <a:spcPct val="150000"/>
              </a:lnSpc>
            </a:pPr>
            <a:r>
              <a:rPr lang="en-US" sz="1500" dirty="0"/>
              <a:t>This analysis compares </a:t>
            </a:r>
            <a:r>
              <a:rPr lang="en-US" sz="1500" b="1" dirty="0"/>
              <a:t>P2P (Person-to-Person)</a:t>
            </a:r>
            <a:r>
              <a:rPr lang="en-US" sz="1500" dirty="0"/>
              <a:t> and </a:t>
            </a:r>
            <a:r>
              <a:rPr lang="en-US" sz="1500" b="1" dirty="0"/>
              <a:t>P2M (Person-to-Merchant)</a:t>
            </a:r>
            <a:r>
              <a:rPr lang="en-US" sz="1500" dirty="0"/>
              <a:t> transactions.</a:t>
            </a:r>
            <a:br>
              <a:rPr lang="en-US" sz="1500" dirty="0"/>
            </a:br>
            <a:r>
              <a:rPr lang="en-US" sz="1500" dirty="0"/>
              <a:t>It helps identify which type is more commonly used and which shows a higher risk of fraud.</a:t>
            </a:r>
            <a:endParaRPr sz="1500" dirty="0"/>
          </a:p>
        </p:txBody>
      </p:sp>
      <p:grpSp>
        <p:nvGrpSpPr>
          <p:cNvPr id="1376" name="Google Shape;1376;p50"/>
          <p:cNvGrpSpPr/>
          <p:nvPr/>
        </p:nvGrpSpPr>
        <p:grpSpPr>
          <a:xfrm>
            <a:off x="-368049" y="-750323"/>
            <a:ext cx="9412192" cy="5963580"/>
            <a:chOff x="-368049" y="-823675"/>
            <a:chExt cx="9412192" cy="5963580"/>
          </a:xfrm>
        </p:grpSpPr>
        <p:sp>
          <p:nvSpPr>
            <p:cNvPr id="1378" name="Google Shape;1378;p50"/>
            <p:cNvSpPr/>
            <p:nvPr/>
          </p:nvSpPr>
          <p:spPr>
            <a:xfrm rot="434847">
              <a:off x="7832211" y="3630020"/>
              <a:ext cx="1211932" cy="1509885"/>
            </a:xfrm>
            <a:custGeom>
              <a:avLst/>
              <a:gdLst/>
              <a:ahLst/>
              <a:cxnLst/>
              <a:rect l="l" t="t" r="r" b="b"/>
              <a:pathLst>
                <a:path w="1211973" h="1509936" extrusionOk="0">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grpSp>
          <p:nvGrpSpPr>
            <p:cNvPr id="1380" name="Google Shape;1380;p50"/>
            <p:cNvGrpSpPr/>
            <p:nvPr/>
          </p:nvGrpSpPr>
          <p:grpSpPr>
            <a:xfrm>
              <a:off x="-368049" y="-823675"/>
              <a:ext cx="2687738" cy="5810882"/>
              <a:chOff x="2928576" y="0"/>
              <a:chExt cx="2687738" cy="5810882"/>
            </a:xfrm>
          </p:grpSpPr>
          <p:sp>
            <p:nvSpPr>
              <p:cNvPr id="1382" name="Google Shape;1382;p50"/>
              <p:cNvSpPr/>
              <p:nvPr/>
            </p:nvSpPr>
            <p:spPr>
              <a:xfrm>
                <a:off x="3296626" y="4490900"/>
                <a:ext cx="2319688" cy="1319982"/>
              </a:xfrm>
              <a:custGeom>
                <a:avLst/>
                <a:gdLst/>
                <a:ahLst/>
                <a:cxnLst/>
                <a:rect l="l" t="t" r="r" b="b"/>
                <a:pathLst>
                  <a:path w="2890745" h="1885233" extrusionOk="0">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sp>
            <p:nvSpPr>
              <p:cNvPr id="1383" name="Google Shape;1383;p50"/>
              <p:cNvSpPr/>
              <p:nvPr/>
            </p:nvSpPr>
            <p:spPr>
              <a:xfrm>
                <a:off x="2928576" y="0"/>
                <a:ext cx="30338" cy="68295"/>
              </a:xfrm>
              <a:custGeom>
                <a:avLst/>
                <a:gdLst/>
                <a:ahLst/>
                <a:cxnLst/>
                <a:rect l="l" t="t" r="r" b="b"/>
                <a:pathLst>
                  <a:path w="30338" h="68295" extrusionOk="0">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sp>
        <p:nvSpPr>
          <p:cNvPr id="1374" name="Google Shape;1374;p50"/>
          <p:cNvSpPr txBox="1">
            <a:spLocks noGrp="1"/>
          </p:cNvSpPr>
          <p:nvPr>
            <p:ph type="title"/>
          </p:nvPr>
        </p:nvSpPr>
        <p:spPr>
          <a:xfrm>
            <a:off x="226586" y="436746"/>
            <a:ext cx="9321676" cy="847023"/>
          </a:xfrm>
          <a:prstGeom prst="rect">
            <a:avLst/>
          </a:prstGeom>
        </p:spPr>
        <p:txBody>
          <a:bodyPr spcFirstLastPara="1" wrap="square" lIns="91425" tIns="91425" rIns="91425" bIns="91425" anchor="b" anchorCtr="0">
            <a:noAutofit/>
          </a:bodyPr>
          <a:lstStyle/>
          <a:p>
            <a:pPr lvl="0"/>
            <a:r>
              <a:rPr lang="en-IN" sz="3300" u="sng" dirty="0"/>
              <a:t>TRANSACTION TYPE DISTRIBUTION (P2P VS P2M)</a:t>
            </a:r>
            <a:endParaRPr sz="3300" u="sng" dirty="0">
              <a:latin typeface="Roboto" panose="02000000000000000000" pitchFamily="2" charset="0"/>
              <a:ea typeface="Roboto" panose="02000000000000000000" pitchFamily="2" charset="0"/>
              <a:cs typeface="Roboto" panose="02000000000000000000" pitchFamily="2" charset="0"/>
            </a:endParaRPr>
          </a:p>
        </p:txBody>
      </p:sp>
      <p:pic>
        <p:nvPicPr>
          <p:cNvPr id="2" name="Picture 1">
            <a:extLst>
              <a:ext uri="{FF2B5EF4-FFF2-40B4-BE49-F238E27FC236}">
                <a16:creationId xmlns:a16="http://schemas.microsoft.com/office/drawing/2014/main" id="{FB31EA74-1816-0C09-754D-D20C62AA4E88}"/>
              </a:ext>
            </a:extLst>
          </p:cNvPr>
          <p:cNvPicPr>
            <a:picLocks noChangeAspect="1"/>
          </p:cNvPicPr>
          <p:nvPr/>
        </p:nvPicPr>
        <p:blipFill>
          <a:blip r:embed="rId3"/>
          <a:stretch>
            <a:fillRect/>
          </a:stretch>
        </p:blipFill>
        <p:spPr>
          <a:xfrm>
            <a:off x="4463387" y="1510542"/>
            <a:ext cx="4463652" cy="284064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73">
          <a:extLst>
            <a:ext uri="{FF2B5EF4-FFF2-40B4-BE49-F238E27FC236}">
              <a16:creationId xmlns:a16="http://schemas.microsoft.com/office/drawing/2014/main" id="{0D1E2E57-C3FF-470A-F9B5-1361C6B42560}"/>
            </a:ext>
          </a:extLst>
        </p:cNvPr>
        <p:cNvGrpSpPr/>
        <p:nvPr/>
      </p:nvGrpSpPr>
      <p:grpSpPr>
        <a:xfrm>
          <a:off x="0" y="0"/>
          <a:ext cx="0" cy="0"/>
          <a:chOff x="0" y="0"/>
          <a:chExt cx="0" cy="0"/>
        </a:xfrm>
      </p:grpSpPr>
      <p:sp>
        <p:nvSpPr>
          <p:cNvPr id="1374" name="Google Shape;1374;p50">
            <a:extLst>
              <a:ext uri="{FF2B5EF4-FFF2-40B4-BE49-F238E27FC236}">
                <a16:creationId xmlns:a16="http://schemas.microsoft.com/office/drawing/2014/main" id="{03DC46A0-524C-AADF-3E54-35817E10AD53}"/>
              </a:ext>
            </a:extLst>
          </p:cNvPr>
          <p:cNvSpPr txBox="1">
            <a:spLocks noGrp="1"/>
          </p:cNvSpPr>
          <p:nvPr>
            <p:ph type="title"/>
          </p:nvPr>
        </p:nvSpPr>
        <p:spPr>
          <a:xfrm>
            <a:off x="370110" y="301993"/>
            <a:ext cx="8668012" cy="1118551"/>
          </a:xfrm>
          <a:prstGeom prst="rect">
            <a:avLst/>
          </a:prstGeom>
        </p:spPr>
        <p:txBody>
          <a:bodyPr spcFirstLastPara="1" wrap="square" lIns="91425" tIns="91425" rIns="91425" bIns="91425" anchor="b" anchorCtr="0">
            <a:noAutofit/>
          </a:bodyPr>
          <a:lstStyle/>
          <a:p>
            <a:r>
              <a:rPr lang="en-IN" sz="3300" u="sng" dirty="0">
                <a:latin typeface="Roboto" panose="02000000000000000000" pitchFamily="2" charset="0"/>
                <a:ea typeface="Roboto" panose="02000000000000000000" pitchFamily="2" charset="0"/>
                <a:cs typeface="Roboto" panose="02000000000000000000" pitchFamily="2" charset="0"/>
              </a:rPr>
              <a:t>Top Merchant Categories by Transaction Count and Fraud Status</a:t>
            </a:r>
            <a:endParaRPr sz="3300" u="sng" dirty="0">
              <a:latin typeface="Roboto" panose="02000000000000000000" pitchFamily="2" charset="0"/>
              <a:ea typeface="Roboto" panose="02000000000000000000" pitchFamily="2" charset="0"/>
              <a:cs typeface="Roboto" panose="02000000000000000000" pitchFamily="2" charset="0"/>
            </a:endParaRPr>
          </a:p>
        </p:txBody>
      </p:sp>
      <p:sp>
        <p:nvSpPr>
          <p:cNvPr id="1375" name="Google Shape;1375;p50">
            <a:extLst>
              <a:ext uri="{FF2B5EF4-FFF2-40B4-BE49-F238E27FC236}">
                <a16:creationId xmlns:a16="http://schemas.microsoft.com/office/drawing/2014/main" id="{92F4E03A-0572-85FF-BFB3-25505EBED25E}"/>
              </a:ext>
            </a:extLst>
          </p:cNvPr>
          <p:cNvSpPr txBox="1">
            <a:spLocks noGrp="1"/>
          </p:cNvSpPr>
          <p:nvPr>
            <p:ph type="subTitle" idx="1"/>
          </p:nvPr>
        </p:nvSpPr>
        <p:spPr>
          <a:xfrm>
            <a:off x="370110" y="1841923"/>
            <a:ext cx="3793654" cy="2017502"/>
          </a:xfrm>
          <a:prstGeom prst="rect">
            <a:avLst/>
          </a:prstGeom>
        </p:spPr>
        <p:txBody>
          <a:bodyPr spcFirstLastPara="1" wrap="square" lIns="91425" tIns="91425" rIns="91425" bIns="91425" anchor="t" anchorCtr="0">
            <a:noAutofit/>
          </a:bodyPr>
          <a:lstStyle/>
          <a:p>
            <a:pPr marL="0" indent="0"/>
            <a:r>
              <a:rPr lang="en-US" dirty="0"/>
              <a:t>This shows which merchant categories receive the most transactions and fraud cases.</a:t>
            </a:r>
            <a:br>
              <a:rPr lang="en-US" dirty="0"/>
            </a:br>
            <a:r>
              <a:rPr lang="en-US" dirty="0"/>
              <a:t>It helps detect </a:t>
            </a:r>
            <a:r>
              <a:rPr lang="en-US" b="1" dirty="0"/>
              <a:t>high-risk sectors</a:t>
            </a:r>
            <a:r>
              <a:rPr lang="en-US" dirty="0"/>
              <a:t> like retail, travel, and utilities where fraud occurs frequently.</a:t>
            </a:r>
            <a:endParaRPr dirty="0"/>
          </a:p>
        </p:txBody>
      </p:sp>
      <p:grpSp>
        <p:nvGrpSpPr>
          <p:cNvPr id="1376" name="Google Shape;1376;p50">
            <a:extLst>
              <a:ext uri="{FF2B5EF4-FFF2-40B4-BE49-F238E27FC236}">
                <a16:creationId xmlns:a16="http://schemas.microsoft.com/office/drawing/2014/main" id="{B1FE827D-3BFD-82D8-E9F8-429BB51C89E8}"/>
              </a:ext>
            </a:extLst>
          </p:cNvPr>
          <p:cNvGrpSpPr/>
          <p:nvPr/>
        </p:nvGrpSpPr>
        <p:grpSpPr>
          <a:xfrm>
            <a:off x="-368049" y="-750323"/>
            <a:ext cx="9412192" cy="5963580"/>
            <a:chOff x="-368049" y="-823675"/>
            <a:chExt cx="9412192" cy="5963580"/>
          </a:xfrm>
        </p:grpSpPr>
        <p:sp>
          <p:nvSpPr>
            <p:cNvPr id="1378" name="Google Shape;1378;p50">
              <a:extLst>
                <a:ext uri="{FF2B5EF4-FFF2-40B4-BE49-F238E27FC236}">
                  <a16:creationId xmlns:a16="http://schemas.microsoft.com/office/drawing/2014/main" id="{5C8BB526-D2E8-0FA8-6D4F-B49366A10F87}"/>
                </a:ext>
              </a:extLst>
            </p:cNvPr>
            <p:cNvSpPr/>
            <p:nvPr/>
          </p:nvSpPr>
          <p:spPr>
            <a:xfrm rot="434847">
              <a:off x="7832211" y="3630020"/>
              <a:ext cx="1211932" cy="1509885"/>
            </a:xfrm>
            <a:custGeom>
              <a:avLst/>
              <a:gdLst/>
              <a:ahLst/>
              <a:cxnLst/>
              <a:rect l="l" t="t" r="r" b="b"/>
              <a:pathLst>
                <a:path w="1211973" h="1509936" extrusionOk="0">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grpSp>
          <p:nvGrpSpPr>
            <p:cNvPr id="1380" name="Google Shape;1380;p50">
              <a:extLst>
                <a:ext uri="{FF2B5EF4-FFF2-40B4-BE49-F238E27FC236}">
                  <a16:creationId xmlns:a16="http://schemas.microsoft.com/office/drawing/2014/main" id="{1C5FDCFD-6A55-EBDB-9A61-27297E466349}"/>
                </a:ext>
              </a:extLst>
            </p:cNvPr>
            <p:cNvGrpSpPr/>
            <p:nvPr/>
          </p:nvGrpSpPr>
          <p:grpSpPr>
            <a:xfrm>
              <a:off x="-368049" y="-823675"/>
              <a:ext cx="2254602" cy="5893823"/>
              <a:chOff x="2928576" y="0"/>
              <a:chExt cx="2254602" cy="5893823"/>
            </a:xfrm>
          </p:grpSpPr>
          <p:sp>
            <p:nvSpPr>
              <p:cNvPr id="1382" name="Google Shape;1382;p50">
                <a:extLst>
                  <a:ext uri="{FF2B5EF4-FFF2-40B4-BE49-F238E27FC236}">
                    <a16:creationId xmlns:a16="http://schemas.microsoft.com/office/drawing/2014/main" id="{8B28282A-F371-9333-D12B-4158C7235CCA}"/>
                  </a:ext>
                </a:extLst>
              </p:cNvPr>
              <p:cNvSpPr/>
              <p:nvPr/>
            </p:nvSpPr>
            <p:spPr>
              <a:xfrm>
                <a:off x="3296626" y="4668193"/>
                <a:ext cx="1886552" cy="1225630"/>
              </a:xfrm>
              <a:custGeom>
                <a:avLst/>
                <a:gdLst/>
                <a:ahLst/>
                <a:cxnLst/>
                <a:rect l="l" t="t" r="r" b="b"/>
                <a:pathLst>
                  <a:path w="2890745" h="1885233" extrusionOk="0">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sp>
            <p:nvSpPr>
              <p:cNvPr id="1383" name="Google Shape;1383;p50">
                <a:extLst>
                  <a:ext uri="{FF2B5EF4-FFF2-40B4-BE49-F238E27FC236}">
                    <a16:creationId xmlns:a16="http://schemas.microsoft.com/office/drawing/2014/main" id="{FEE9492F-8040-DD3C-1556-1CB59B389740}"/>
                  </a:ext>
                </a:extLst>
              </p:cNvPr>
              <p:cNvSpPr/>
              <p:nvPr/>
            </p:nvSpPr>
            <p:spPr>
              <a:xfrm>
                <a:off x="2928576" y="0"/>
                <a:ext cx="30338" cy="68295"/>
              </a:xfrm>
              <a:custGeom>
                <a:avLst/>
                <a:gdLst/>
                <a:ahLst/>
                <a:cxnLst/>
                <a:rect l="l" t="t" r="r" b="b"/>
                <a:pathLst>
                  <a:path w="30338" h="68295" extrusionOk="0">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pic>
        <p:nvPicPr>
          <p:cNvPr id="4" name="Picture 3">
            <a:extLst>
              <a:ext uri="{FF2B5EF4-FFF2-40B4-BE49-F238E27FC236}">
                <a16:creationId xmlns:a16="http://schemas.microsoft.com/office/drawing/2014/main" id="{E22947C2-F7D9-5F36-7238-C8A450C0268C}"/>
              </a:ext>
            </a:extLst>
          </p:cNvPr>
          <p:cNvPicPr>
            <a:picLocks noChangeAspect="1"/>
          </p:cNvPicPr>
          <p:nvPr/>
        </p:nvPicPr>
        <p:blipFill>
          <a:blip r:embed="rId3"/>
          <a:stretch>
            <a:fillRect/>
          </a:stretch>
        </p:blipFill>
        <p:spPr>
          <a:xfrm>
            <a:off x="4231680" y="1510542"/>
            <a:ext cx="4474294" cy="2668690"/>
          </a:xfrm>
          <a:prstGeom prst="rect">
            <a:avLst/>
          </a:prstGeom>
        </p:spPr>
      </p:pic>
    </p:spTree>
    <p:extLst>
      <p:ext uri="{BB962C8B-B14F-4D97-AF65-F5344CB8AC3E}">
        <p14:creationId xmlns:p14="http://schemas.microsoft.com/office/powerpoint/2010/main" val="28290299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73">
          <a:extLst>
            <a:ext uri="{FF2B5EF4-FFF2-40B4-BE49-F238E27FC236}">
              <a16:creationId xmlns:a16="http://schemas.microsoft.com/office/drawing/2014/main" id="{7C6C0CE0-27D7-5D62-AD71-F1308ED6761E}"/>
            </a:ext>
          </a:extLst>
        </p:cNvPr>
        <p:cNvGrpSpPr/>
        <p:nvPr/>
      </p:nvGrpSpPr>
      <p:grpSpPr>
        <a:xfrm>
          <a:off x="0" y="0"/>
          <a:ext cx="0" cy="0"/>
          <a:chOff x="0" y="0"/>
          <a:chExt cx="0" cy="0"/>
        </a:xfrm>
      </p:grpSpPr>
      <p:sp>
        <p:nvSpPr>
          <p:cNvPr id="1374" name="Google Shape;1374;p50">
            <a:extLst>
              <a:ext uri="{FF2B5EF4-FFF2-40B4-BE49-F238E27FC236}">
                <a16:creationId xmlns:a16="http://schemas.microsoft.com/office/drawing/2014/main" id="{20739100-E63C-F2B9-3381-B3F7E1B9D6AB}"/>
              </a:ext>
            </a:extLst>
          </p:cNvPr>
          <p:cNvSpPr txBox="1">
            <a:spLocks noGrp="1"/>
          </p:cNvSpPr>
          <p:nvPr>
            <p:ph type="title"/>
          </p:nvPr>
        </p:nvSpPr>
        <p:spPr>
          <a:xfrm>
            <a:off x="621917" y="290739"/>
            <a:ext cx="5713056" cy="1045200"/>
          </a:xfrm>
          <a:prstGeom prst="rect">
            <a:avLst/>
          </a:prstGeom>
        </p:spPr>
        <p:txBody>
          <a:bodyPr spcFirstLastPara="1" wrap="square" lIns="91425" tIns="91425" rIns="91425" bIns="91425" anchor="b" anchorCtr="0">
            <a:noAutofit/>
          </a:bodyPr>
          <a:lstStyle/>
          <a:p>
            <a:r>
              <a:rPr lang="en-IN" sz="3300" u="sng" dirty="0">
                <a:latin typeface="Roboto" panose="02000000000000000000" pitchFamily="2" charset="0"/>
                <a:ea typeface="Roboto" panose="02000000000000000000" pitchFamily="2" charset="0"/>
                <a:cs typeface="Roboto" panose="02000000000000000000" pitchFamily="2" charset="0"/>
              </a:rPr>
              <a:t>Hourly Transaction Volume</a:t>
            </a:r>
            <a:endParaRPr sz="3300" u="sng" dirty="0">
              <a:latin typeface="Roboto" panose="02000000000000000000" pitchFamily="2" charset="0"/>
              <a:ea typeface="Roboto" panose="02000000000000000000" pitchFamily="2" charset="0"/>
              <a:cs typeface="Roboto" panose="02000000000000000000" pitchFamily="2" charset="0"/>
            </a:endParaRPr>
          </a:p>
        </p:txBody>
      </p:sp>
      <p:sp>
        <p:nvSpPr>
          <p:cNvPr id="1375" name="Google Shape;1375;p50">
            <a:extLst>
              <a:ext uri="{FF2B5EF4-FFF2-40B4-BE49-F238E27FC236}">
                <a16:creationId xmlns:a16="http://schemas.microsoft.com/office/drawing/2014/main" id="{0A925AAB-5361-1CE5-57DF-E7057FBF9D07}"/>
              </a:ext>
            </a:extLst>
          </p:cNvPr>
          <p:cNvSpPr txBox="1">
            <a:spLocks noGrp="1"/>
          </p:cNvSpPr>
          <p:nvPr>
            <p:ph type="subTitle" idx="1"/>
          </p:nvPr>
        </p:nvSpPr>
        <p:spPr>
          <a:xfrm>
            <a:off x="84678" y="1805359"/>
            <a:ext cx="4811248" cy="2896024"/>
          </a:xfrm>
          <a:prstGeom prst="rect">
            <a:avLst/>
          </a:prstGeom>
        </p:spPr>
        <p:txBody>
          <a:bodyPr spcFirstLastPara="1" wrap="square" lIns="91425" tIns="91425" rIns="91425" bIns="91425" anchor="t" anchorCtr="0">
            <a:noAutofit/>
          </a:bodyPr>
          <a:lstStyle/>
          <a:p>
            <a:pPr>
              <a:lnSpc>
                <a:spcPct val="150000"/>
              </a:lnSpc>
            </a:pPr>
            <a:r>
              <a:rPr lang="en-US" sz="1500" dirty="0"/>
              <a:t>	This shows how transaction activity changes across different hours of the day.</a:t>
            </a:r>
            <a:br>
              <a:rPr lang="en-US" sz="1500" dirty="0"/>
            </a:br>
            <a:r>
              <a:rPr lang="en-US" sz="1500" dirty="0"/>
              <a:t>It helps detect </a:t>
            </a:r>
            <a:r>
              <a:rPr lang="en-US" sz="1500" b="1" dirty="0"/>
              <a:t>unusual transaction spikes</a:t>
            </a:r>
            <a:r>
              <a:rPr lang="en-US" sz="1500" dirty="0"/>
              <a:t> during odd or late-night hours that may indicate fraud.</a:t>
            </a:r>
          </a:p>
          <a:p>
            <a:endParaRPr lang="en-US" sz="1500" dirty="0"/>
          </a:p>
        </p:txBody>
      </p:sp>
      <p:grpSp>
        <p:nvGrpSpPr>
          <p:cNvPr id="1376" name="Google Shape;1376;p50">
            <a:extLst>
              <a:ext uri="{FF2B5EF4-FFF2-40B4-BE49-F238E27FC236}">
                <a16:creationId xmlns:a16="http://schemas.microsoft.com/office/drawing/2014/main" id="{7EB16946-1CFF-3D88-A4B8-7EBF6EE660E9}"/>
              </a:ext>
            </a:extLst>
          </p:cNvPr>
          <p:cNvGrpSpPr/>
          <p:nvPr/>
        </p:nvGrpSpPr>
        <p:grpSpPr>
          <a:xfrm>
            <a:off x="-368049" y="-750323"/>
            <a:ext cx="9412192" cy="5963580"/>
            <a:chOff x="-368049" y="-823675"/>
            <a:chExt cx="9412192" cy="5963580"/>
          </a:xfrm>
        </p:grpSpPr>
        <p:sp>
          <p:nvSpPr>
            <p:cNvPr id="1378" name="Google Shape;1378;p50">
              <a:extLst>
                <a:ext uri="{FF2B5EF4-FFF2-40B4-BE49-F238E27FC236}">
                  <a16:creationId xmlns:a16="http://schemas.microsoft.com/office/drawing/2014/main" id="{62BBBD86-4572-945F-24F5-26EBF109E404}"/>
                </a:ext>
              </a:extLst>
            </p:cNvPr>
            <p:cNvSpPr/>
            <p:nvPr/>
          </p:nvSpPr>
          <p:spPr>
            <a:xfrm rot="434847">
              <a:off x="7832211" y="3630020"/>
              <a:ext cx="1211932" cy="1509885"/>
            </a:xfrm>
            <a:custGeom>
              <a:avLst/>
              <a:gdLst/>
              <a:ahLst/>
              <a:cxnLst/>
              <a:rect l="l" t="t" r="r" b="b"/>
              <a:pathLst>
                <a:path w="1211973" h="1509936" extrusionOk="0">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grpSp>
          <p:nvGrpSpPr>
            <p:cNvPr id="1380" name="Google Shape;1380;p50">
              <a:extLst>
                <a:ext uri="{FF2B5EF4-FFF2-40B4-BE49-F238E27FC236}">
                  <a16:creationId xmlns:a16="http://schemas.microsoft.com/office/drawing/2014/main" id="{8DA0B910-20AD-8B3F-0A2A-2DBC0B998E47}"/>
                </a:ext>
              </a:extLst>
            </p:cNvPr>
            <p:cNvGrpSpPr/>
            <p:nvPr/>
          </p:nvGrpSpPr>
          <p:grpSpPr>
            <a:xfrm>
              <a:off x="-368049" y="-823675"/>
              <a:ext cx="2100596" cy="5893823"/>
              <a:chOff x="2928576" y="0"/>
              <a:chExt cx="2100596" cy="5893823"/>
            </a:xfrm>
          </p:grpSpPr>
          <p:sp>
            <p:nvSpPr>
              <p:cNvPr id="1382" name="Google Shape;1382;p50">
                <a:extLst>
                  <a:ext uri="{FF2B5EF4-FFF2-40B4-BE49-F238E27FC236}">
                    <a16:creationId xmlns:a16="http://schemas.microsoft.com/office/drawing/2014/main" id="{41640204-031D-DE8F-95B1-8590A171C7AE}"/>
                  </a:ext>
                </a:extLst>
              </p:cNvPr>
              <p:cNvSpPr/>
              <p:nvPr/>
            </p:nvSpPr>
            <p:spPr>
              <a:xfrm>
                <a:off x="3306084" y="4702655"/>
                <a:ext cx="1723088" cy="1191168"/>
              </a:xfrm>
              <a:custGeom>
                <a:avLst/>
                <a:gdLst/>
                <a:ahLst/>
                <a:cxnLst/>
                <a:rect l="l" t="t" r="r" b="b"/>
                <a:pathLst>
                  <a:path w="2890745" h="1885233" extrusionOk="0">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383" name="Google Shape;1383;p50">
                <a:extLst>
                  <a:ext uri="{FF2B5EF4-FFF2-40B4-BE49-F238E27FC236}">
                    <a16:creationId xmlns:a16="http://schemas.microsoft.com/office/drawing/2014/main" id="{D5605A28-B4EF-7795-4B06-22586FFE960A}"/>
                  </a:ext>
                </a:extLst>
              </p:cNvPr>
              <p:cNvSpPr/>
              <p:nvPr/>
            </p:nvSpPr>
            <p:spPr>
              <a:xfrm>
                <a:off x="2928576" y="0"/>
                <a:ext cx="30338" cy="68295"/>
              </a:xfrm>
              <a:custGeom>
                <a:avLst/>
                <a:gdLst/>
                <a:ahLst/>
                <a:cxnLst/>
                <a:rect l="l" t="t" r="r" b="b"/>
                <a:pathLst>
                  <a:path w="30338" h="68295" extrusionOk="0">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pic>
        <p:nvPicPr>
          <p:cNvPr id="2" name="Picture 1">
            <a:extLst>
              <a:ext uri="{FF2B5EF4-FFF2-40B4-BE49-F238E27FC236}">
                <a16:creationId xmlns:a16="http://schemas.microsoft.com/office/drawing/2014/main" id="{5B9610A0-C214-1E1B-133F-26645A5DA9F6}"/>
              </a:ext>
            </a:extLst>
          </p:cNvPr>
          <p:cNvPicPr>
            <a:picLocks noChangeAspect="1"/>
          </p:cNvPicPr>
          <p:nvPr/>
        </p:nvPicPr>
        <p:blipFill>
          <a:blip r:embed="rId3"/>
          <a:stretch>
            <a:fillRect/>
          </a:stretch>
        </p:blipFill>
        <p:spPr>
          <a:xfrm>
            <a:off x="5013378" y="1510542"/>
            <a:ext cx="3928492" cy="2514825"/>
          </a:xfrm>
          <a:prstGeom prst="rect">
            <a:avLst/>
          </a:prstGeom>
        </p:spPr>
      </p:pic>
    </p:spTree>
    <p:extLst>
      <p:ext uri="{BB962C8B-B14F-4D97-AF65-F5344CB8AC3E}">
        <p14:creationId xmlns:p14="http://schemas.microsoft.com/office/powerpoint/2010/main" val="1879209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73">
          <a:extLst>
            <a:ext uri="{FF2B5EF4-FFF2-40B4-BE49-F238E27FC236}">
              <a16:creationId xmlns:a16="http://schemas.microsoft.com/office/drawing/2014/main" id="{1057B4EA-2DCA-239F-286D-E70373269D01}"/>
            </a:ext>
          </a:extLst>
        </p:cNvPr>
        <p:cNvGrpSpPr/>
        <p:nvPr/>
      </p:nvGrpSpPr>
      <p:grpSpPr>
        <a:xfrm>
          <a:off x="0" y="0"/>
          <a:ext cx="0" cy="0"/>
          <a:chOff x="0" y="0"/>
          <a:chExt cx="0" cy="0"/>
        </a:xfrm>
      </p:grpSpPr>
      <p:sp>
        <p:nvSpPr>
          <p:cNvPr id="1374" name="Google Shape;1374;p50">
            <a:extLst>
              <a:ext uri="{FF2B5EF4-FFF2-40B4-BE49-F238E27FC236}">
                <a16:creationId xmlns:a16="http://schemas.microsoft.com/office/drawing/2014/main" id="{73429DB0-78CF-F810-55C3-9DEA4D241FB8}"/>
              </a:ext>
            </a:extLst>
          </p:cNvPr>
          <p:cNvSpPr txBox="1">
            <a:spLocks noGrp="1"/>
          </p:cNvSpPr>
          <p:nvPr>
            <p:ph type="title"/>
          </p:nvPr>
        </p:nvSpPr>
        <p:spPr>
          <a:xfrm>
            <a:off x="621916" y="163558"/>
            <a:ext cx="6098067" cy="1045200"/>
          </a:xfrm>
          <a:prstGeom prst="rect">
            <a:avLst/>
          </a:prstGeom>
        </p:spPr>
        <p:txBody>
          <a:bodyPr spcFirstLastPara="1" wrap="square" lIns="91425" tIns="91425" rIns="91425" bIns="91425" anchor="b" anchorCtr="0">
            <a:noAutofit/>
          </a:bodyPr>
          <a:lstStyle/>
          <a:p>
            <a:r>
              <a:rPr lang="en-IN" sz="3300" u="sng" dirty="0">
                <a:latin typeface="Roboto" panose="02000000000000000000" pitchFamily="2" charset="0"/>
                <a:ea typeface="Roboto" panose="02000000000000000000" pitchFamily="2" charset="0"/>
                <a:cs typeface="Roboto" panose="02000000000000000000" pitchFamily="2" charset="0"/>
              </a:rPr>
              <a:t>Transactions by Day of Week</a:t>
            </a:r>
            <a:endParaRPr sz="3300" u="sng" dirty="0">
              <a:latin typeface="Roboto" panose="02000000000000000000" pitchFamily="2" charset="0"/>
              <a:ea typeface="Roboto" panose="02000000000000000000" pitchFamily="2" charset="0"/>
              <a:cs typeface="Roboto" panose="02000000000000000000" pitchFamily="2" charset="0"/>
            </a:endParaRPr>
          </a:p>
        </p:txBody>
      </p:sp>
      <p:sp>
        <p:nvSpPr>
          <p:cNvPr id="1375" name="Google Shape;1375;p50">
            <a:extLst>
              <a:ext uri="{FF2B5EF4-FFF2-40B4-BE49-F238E27FC236}">
                <a16:creationId xmlns:a16="http://schemas.microsoft.com/office/drawing/2014/main" id="{B64E8674-7E90-03C3-A2DB-DE5838664A1E}"/>
              </a:ext>
            </a:extLst>
          </p:cNvPr>
          <p:cNvSpPr txBox="1">
            <a:spLocks noGrp="1"/>
          </p:cNvSpPr>
          <p:nvPr>
            <p:ph type="subTitle" idx="1"/>
          </p:nvPr>
        </p:nvSpPr>
        <p:spPr>
          <a:xfrm>
            <a:off x="71093" y="1706235"/>
            <a:ext cx="4866033" cy="2490150"/>
          </a:xfrm>
          <a:prstGeom prst="rect">
            <a:avLst/>
          </a:prstGeom>
        </p:spPr>
        <p:txBody>
          <a:bodyPr spcFirstLastPara="1" wrap="square" lIns="91425" tIns="91425" rIns="91425" bIns="91425" anchor="t" anchorCtr="0">
            <a:noAutofit/>
          </a:bodyPr>
          <a:lstStyle/>
          <a:p>
            <a:pPr>
              <a:lnSpc>
                <a:spcPct val="150000"/>
              </a:lnSpc>
            </a:pPr>
            <a:r>
              <a:rPr lang="en-US" dirty="0"/>
              <a:t>	 This shows the number of transactions on each weekday.</a:t>
            </a:r>
            <a:br>
              <a:rPr lang="en-US" dirty="0"/>
            </a:br>
            <a:r>
              <a:rPr lang="en-US" dirty="0"/>
              <a:t>It helps identify </a:t>
            </a:r>
            <a:r>
              <a:rPr lang="en-US" b="1" dirty="0"/>
              <a:t>peak transaction days</a:t>
            </a:r>
            <a:r>
              <a:rPr lang="en-US" dirty="0"/>
              <a:t> and understand when fraud is more likely.</a:t>
            </a:r>
          </a:p>
        </p:txBody>
      </p:sp>
      <p:grpSp>
        <p:nvGrpSpPr>
          <p:cNvPr id="1376" name="Google Shape;1376;p50">
            <a:extLst>
              <a:ext uri="{FF2B5EF4-FFF2-40B4-BE49-F238E27FC236}">
                <a16:creationId xmlns:a16="http://schemas.microsoft.com/office/drawing/2014/main" id="{5CD1E0E9-6250-4422-1476-639A772146CE}"/>
              </a:ext>
            </a:extLst>
          </p:cNvPr>
          <p:cNvGrpSpPr/>
          <p:nvPr/>
        </p:nvGrpSpPr>
        <p:grpSpPr>
          <a:xfrm>
            <a:off x="-368049" y="-750323"/>
            <a:ext cx="9412192" cy="5963580"/>
            <a:chOff x="-368049" y="-823675"/>
            <a:chExt cx="9412192" cy="5963580"/>
          </a:xfrm>
        </p:grpSpPr>
        <p:sp>
          <p:nvSpPr>
            <p:cNvPr id="1378" name="Google Shape;1378;p50">
              <a:extLst>
                <a:ext uri="{FF2B5EF4-FFF2-40B4-BE49-F238E27FC236}">
                  <a16:creationId xmlns:a16="http://schemas.microsoft.com/office/drawing/2014/main" id="{942C42D5-C6A7-A40D-0FE4-9C62D91B9882}"/>
                </a:ext>
              </a:extLst>
            </p:cNvPr>
            <p:cNvSpPr/>
            <p:nvPr/>
          </p:nvSpPr>
          <p:spPr>
            <a:xfrm rot="434847">
              <a:off x="7832211" y="3630020"/>
              <a:ext cx="1211932" cy="1509885"/>
            </a:xfrm>
            <a:custGeom>
              <a:avLst/>
              <a:gdLst/>
              <a:ahLst/>
              <a:cxnLst/>
              <a:rect l="l" t="t" r="r" b="b"/>
              <a:pathLst>
                <a:path w="1211973" h="1509936" extrusionOk="0">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sp>
          <p:nvSpPr>
            <p:cNvPr id="1383" name="Google Shape;1383;p50">
              <a:extLst>
                <a:ext uri="{FF2B5EF4-FFF2-40B4-BE49-F238E27FC236}">
                  <a16:creationId xmlns:a16="http://schemas.microsoft.com/office/drawing/2014/main" id="{1EE6C097-A25D-F142-C15F-708E2F30DDE2}"/>
                </a:ext>
              </a:extLst>
            </p:cNvPr>
            <p:cNvSpPr/>
            <p:nvPr/>
          </p:nvSpPr>
          <p:spPr>
            <a:xfrm>
              <a:off x="-368049" y="-823675"/>
              <a:ext cx="30338" cy="68295"/>
            </a:xfrm>
            <a:custGeom>
              <a:avLst/>
              <a:gdLst/>
              <a:ahLst/>
              <a:cxnLst/>
              <a:rect l="l" t="t" r="r" b="b"/>
              <a:pathLst>
                <a:path w="30338" h="68295" extrusionOk="0">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pic>
        <p:nvPicPr>
          <p:cNvPr id="2" name="Picture 1">
            <a:extLst>
              <a:ext uri="{FF2B5EF4-FFF2-40B4-BE49-F238E27FC236}">
                <a16:creationId xmlns:a16="http://schemas.microsoft.com/office/drawing/2014/main" id="{1EFC4C22-EC60-3690-D699-9CB4DC6DFB96}"/>
              </a:ext>
            </a:extLst>
          </p:cNvPr>
          <p:cNvPicPr>
            <a:picLocks noChangeAspect="1"/>
          </p:cNvPicPr>
          <p:nvPr/>
        </p:nvPicPr>
        <p:blipFill>
          <a:blip r:embed="rId3"/>
          <a:stretch>
            <a:fillRect/>
          </a:stretch>
        </p:blipFill>
        <p:spPr>
          <a:xfrm>
            <a:off x="4707556" y="1533521"/>
            <a:ext cx="4089936" cy="2657077"/>
          </a:xfrm>
          <a:prstGeom prst="rect">
            <a:avLst/>
          </a:prstGeom>
        </p:spPr>
      </p:pic>
    </p:spTree>
    <p:extLst>
      <p:ext uri="{BB962C8B-B14F-4D97-AF65-F5344CB8AC3E}">
        <p14:creationId xmlns:p14="http://schemas.microsoft.com/office/powerpoint/2010/main" val="3563881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73">
          <a:extLst>
            <a:ext uri="{FF2B5EF4-FFF2-40B4-BE49-F238E27FC236}">
              <a16:creationId xmlns:a16="http://schemas.microsoft.com/office/drawing/2014/main" id="{FAC58F2C-6889-80A0-FF5F-7B005D5A78F5}"/>
            </a:ext>
          </a:extLst>
        </p:cNvPr>
        <p:cNvGrpSpPr/>
        <p:nvPr/>
      </p:nvGrpSpPr>
      <p:grpSpPr>
        <a:xfrm>
          <a:off x="0" y="0"/>
          <a:ext cx="0" cy="0"/>
          <a:chOff x="0" y="0"/>
          <a:chExt cx="0" cy="0"/>
        </a:xfrm>
      </p:grpSpPr>
      <p:sp>
        <p:nvSpPr>
          <p:cNvPr id="1374" name="Google Shape;1374;p50">
            <a:extLst>
              <a:ext uri="{FF2B5EF4-FFF2-40B4-BE49-F238E27FC236}">
                <a16:creationId xmlns:a16="http://schemas.microsoft.com/office/drawing/2014/main" id="{C0C4CBE5-E656-0F24-2FC0-B64E0C678838}"/>
              </a:ext>
            </a:extLst>
          </p:cNvPr>
          <p:cNvSpPr txBox="1">
            <a:spLocks noGrp="1"/>
          </p:cNvSpPr>
          <p:nvPr>
            <p:ph type="title"/>
          </p:nvPr>
        </p:nvSpPr>
        <p:spPr>
          <a:xfrm>
            <a:off x="649243" y="593858"/>
            <a:ext cx="6993216" cy="653401"/>
          </a:xfrm>
          <a:prstGeom prst="rect">
            <a:avLst/>
          </a:prstGeom>
        </p:spPr>
        <p:txBody>
          <a:bodyPr spcFirstLastPara="1" wrap="square" lIns="91425" tIns="91425" rIns="91425" bIns="91425" anchor="b" anchorCtr="0">
            <a:noAutofit/>
          </a:bodyPr>
          <a:lstStyle/>
          <a:p>
            <a:r>
              <a:rPr lang="en-IN" sz="3300" u="sng" dirty="0">
                <a:latin typeface="Roboto" panose="02000000000000000000" pitchFamily="2" charset="0"/>
                <a:ea typeface="Roboto" panose="02000000000000000000" pitchFamily="2" charset="0"/>
                <a:cs typeface="Roboto" panose="02000000000000000000" pitchFamily="2" charset="0"/>
              </a:rPr>
              <a:t>Transactions by Sender Age Group</a:t>
            </a:r>
            <a:endParaRPr sz="3300" u="sng" dirty="0">
              <a:latin typeface="Roboto" panose="02000000000000000000" pitchFamily="2" charset="0"/>
              <a:ea typeface="Roboto" panose="02000000000000000000" pitchFamily="2" charset="0"/>
              <a:cs typeface="Roboto" panose="02000000000000000000" pitchFamily="2" charset="0"/>
            </a:endParaRPr>
          </a:p>
        </p:txBody>
      </p:sp>
      <p:sp>
        <p:nvSpPr>
          <p:cNvPr id="1375" name="Google Shape;1375;p50">
            <a:extLst>
              <a:ext uri="{FF2B5EF4-FFF2-40B4-BE49-F238E27FC236}">
                <a16:creationId xmlns:a16="http://schemas.microsoft.com/office/drawing/2014/main" id="{30BF7074-E685-056E-3544-608C97D24182}"/>
              </a:ext>
            </a:extLst>
          </p:cNvPr>
          <p:cNvSpPr txBox="1">
            <a:spLocks noGrp="1"/>
          </p:cNvSpPr>
          <p:nvPr>
            <p:ph type="subTitle" idx="1"/>
          </p:nvPr>
        </p:nvSpPr>
        <p:spPr>
          <a:xfrm>
            <a:off x="591491" y="1797010"/>
            <a:ext cx="3980509" cy="2752632"/>
          </a:xfrm>
          <a:prstGeom prst="rect">
            <a:avLst/>
          </a:prstGeom>
        </p:spPr>
        <p:txBody>
          <a:bodyPr spcFirstLastPara="1" wrap="square" lIns="91425" tIns="91425" rIns="91425" bIns="91425" anchor="t" anchorCtr="0">
            <a:noAutofit/>
          </a:bodyPr>
          <a:lstStyle/>
          <a:p>
            <a:pPr marL="0" indent="0">
              <a:lnSpc>
                <a:spcPct val="150000"/>
              </a:lnSpc>
            </a:pPr>
            <a:r>
              <a:rPr lang="en-US" dirty="0"/>
              <a:t>This shows which </a:t>
            </a:r>
            <a:r>
              <a:rPr lang="en-US" b="1" dirty="0"/>
              <a:t>age groups</a:t>
            </a:r>
            <a:r>
              <a:rPr lang="en-US" dirty="0"/>
              <a:t> are most active in UPI payments.</a:t>
            </a:r>
            <a:br>
              <a:rPr lang="en-US" dirty="0"/>
            </a:br>
            <a:r>
              <a:rPr lang="en-US" dirty="0"/>
              <a:t>It helps focus </a:t>
            </a:r>
            <a:r>
              <a:rPr lang="en-US" b="1" dirty="0"/>
              <a:t>fraud awareness and prevention</a:t>
            </a:r>
            <a:r>
              <a:rPr lang="en-US" dirty="0"/>
              <a:t> on highly active users.</a:t>
            </a:r>
          </a:p>
          <a:p>
            <a:pPr marL="0" indent="0"/>
            <a:endParaRPr dirty="0"/>
          </a:p>
        </p:txBody>
      </p:sp>
      <p:grpSp>
        <p:nvGrpSpPr>
          <p:cNvPr id="1376" name="Google Shape;1376;p50">
            <a:extLst>
              <a:ext uri="{FF2B5EF4-FFF2-40B4-BE49-F238E27FC236}">
                <a16:creationId xmlns:a16="http://schemas.microsoft.com/office/drawing/2014/main" id="{DF54879E-DC60-72BA-5804-C39A9F3AFAAC}"/>
              </a:ext>
            </a:extLst>
          </p:cNvPr>
          <p:cNvGrpSpPr/>
          <p:nvPr/>
        </p:nvGrpSpPr>
        <p:grpSpPr>
          <a:xfrm>
            <a:off x="-368049" y="-750323"/>
            <a:ext cx="9412192" cy="5963580"/>
            <a:chOff x="-368049" y="-823675"/>
            <a:chExt cx="9412192" cy="5963580"/>
          </a:xfrm>
        </p:grpSpPr>
        <p:sp>
          <p:nvSpPr>
            <p:cNvPr id="1378" name="Google Shape;1378;p50">
              <a:extLst>
                <a:ext uri="{FF2B5EF4-FFF2-40B4-BE49-F238E27FC236}">
                  <a16:creationId xmlns:a16="http://schemas.microsoft.com/office/drawing/2014/main" id="{5F3774B3-E3B0-4F87-E26B-13052FAA06C7}"/>
                </a:ext>
              </a:extLst>
            </p:cNvPr>
            <p:cNvSpPr/>
            <p:nvPr/>
          </p:nvSpPr>
          <p:spPr>
            <a:xfrm rot="434847">
              <a:off x="7832211" y="3630020"/>
              <a:ext cx="1211932" cy="1509885"/>
            </a:xfrm>
            <a:custGeom>
              <a:avLst/>
              <a:gdLst/>
              <a:ahLst/>
              <a:cxnLst/>
              <a:rect l="l" t="t" r="r" b="b"/>
              <a:pathLst>
                <a:path w="1211973" h="1509936" extrusionOk="0">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sp>
          <p:nvSpPr>
            <p:cNvPr id="1383" name="Google Shape;1383;p50">
              <a:extLst>
                <a:ext uri="{FF2B5EF4-FFF2-40B4-BE49-F238E27FC236}">
                  <a16:creationId xmlns:a16="http://schemas.microsoft.com/office/drawing/2014/main" id="{75F847FC-80B4-3C2B-FB0A-0BC71CF55CD8}"/>
                </a:ext>
              </a:extLst>
            </p:cNvPr>
            <p:cNvSpPr/>
            <p:nvPr/>
          </p:nvSpPr>
          <p:spPr>
            <a:xfrm>
              <a:off x="-368049" y="-823675"/>
              <a:ext cx="30338" cy="68295"/>
            </a:xfrm>
            <a:custGeom>
              <a:avLst/>
              <a:gdLst/>
              <a:ahLst/>
              <a:cxnLst/>
              <a:rect l="l" t="t" r="r" b="b"/>
              <a:pathLst>
                <a:path w="30338" h="68295" extrusionOk="0">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pic>
        <p:nvPicPr>
          <p:cNvPr id="4" name="Picture 3">
            <a:extLst>
              <a:ext uri="{FF2B5EF4-FFF2-40B4-BE49-F238E27FC236}">
                <a16:creationId xmlns:a16="http://schemas.microsoft.com/office/drawing/2014/main" id="{B70F80DD-D442-EF05-BB4A-C16086441B2B}"/>
              </a:ext>
            </a:extLst>
          </p:cNvPr>
          <p:cNvPicPr>
            <a:picLocks noChangeAspect="1"/>
          </p:cNvPicPr>
          <p:nvPr/>
        </p:nvPicPr>
        <p:blipFill>
          <a:blip r:embed="rId3"/>
          <a:stretch>
            <a:fillRect/>
          </a:stretch>
        </p:blipFill>
        <p:spPr>
          <a:xfrm>
            <a:off x="4572000" y="1666919"/>
            <a:ext cx="4437246" cy="2380345"/>
          </a:xfrm>
          <a:prstGeom prst="rect">
            <a:avLst/>
          </a:prstGeom>
        </p:spPr>
      </p:pic>
    </p:spTree>
    <p:extLst>
      <p:ext uri="{BB962C8B-B14F-4D97-AF65-F5344CB8AC3E}">
        <p14:creationId xmlns:p14="http://schemas.microsoft.com/office/powerpoint/2010/main" val="31881680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73">
          <a:extLst>
            <a:ext uri="{FF2B5EF4-FFF2-40B4-BE49-F238E27FC236}">
              <a16:creationId xmlns:a16="http://schemas.microsoft.com/office/drawing/2014/main" id="{3473A96C-F15D-DAF5-CF5D-04BDB0780EEA}"/>
            </a:ext>
          </a:extLst>
        </p:cNvPr>
        <p:cNvGrpSpPr/>
        <p:nvPr/>
      </p:nvGrpSpPr>
      <p:grpSpPr>
        <a:xfrm>
          <a:off x="0" y="0"/>
          <a:ext cx="0" cy="0"/>
          <a:chOff x="0" y="0"/>
          <a:chExt cx="0" cy="0"/>
        </a:xfrm>
      </p:grpSpPr>
      <p:sp>
        <p:nvSpPr>
          <p:cNvPr id="1374" name="Google Shape;1374;p50">
            <a:extLst>
              <a:ext uri="{FF2B5EF4-FFF2-40B4-BE49-F238E27FC236}">
                <a16:creationId xmlns:a16="http://schemas.microsoft.com/office/drawing/2014/main" id="{2586688A-0F52-35A5-B8FA-10CD3AE4A01B}"/>
              </a:ext>
            </a:extLst>
          </p:cNvPr>
          <p:cNvSpPr txBox="1">
            <a:spLocks noGrp="1"/>
          </p:cNvSpPr>
          <p:nvPr>
            <p:ph type="title"/>
          </p:nvPr>
        </p:nvSpPr>
        <p:spPr>
          <a:xfrm>
            <a:off x="726245" y="760396"/>
            <a:ext cx="6502328" cy="563866"/>
          </a:xfrm>
          <a:prstGeom prst="rect">
            <a:avLst/>
          </a:prstGeom>
        </p:spPr>
        <p:txBody>
          <a:bodyPr spcFirstLastPara="1" wrap="square" lIns="91425" tIns="91425" rIns="91425" bIns="91425" anchor="b" anchorCtr="0">
            <a:noAutofit/>
          </a:bodyPr>
          <a:lstStyle/>
          <a:p>
            <a:r>
              <a:rPr lang="en-IN" sz="3300" u="sng" dirty="0">
                <a:latin typeface="Roboto" panose="02000000000000000000" pitchFamily="2" charset="0"/>
                <a:ea typeface="Roboto" panose="02000000000000000000" pitchFamily="2" charset="0"/>
                <a:cs typeface="Roboto" panose="02000000000000000000" pitchFamily="2" charset="0"/>
              </a:rPr>
              <a:t>Transactions by Device Type</a:t>
            </a:r>
            <a:endParaRPr sz="3300" u="sng" dirty="0">
              <a:latin typeface="Roboto" panose="02000000000000000000" pitchFamily="2" charset="0"/>
              <a:ea typeface="Roboto" panose="02000000000000000000" pitchFamily="2" charset="0"/>
              <a:cs typeface="Roboto" panose="02000000000000000000" pitchFamily="2" charset="0"/>
            </a:endParaRPr>
          </a:p>
        </p:txBody>
      </p:sp>
      <p:sp>
        <p:nvSpPr>
          <p:cNvPr id="1375" name="Google Shape;1375;p50">
            <a:extLst>
              <a:ext uri="{FF2B5EF4-FFF2-40B4-BE49-F238E27FC236}">
                <a16:creationId xmlns:a16="http://schemas.microsoft.com/office/drawing/2014/main" id="{155103C7-A132-C804-7636-BE05C4133D6F}"/>
              </a:ext>
            </a:extLst>
          </p:cNvPr>
          <p:cNvSpPr txBox="1">
            <a:spLocks noGrp="1"/>
          </p:cNvSpPr>
          <p:nvPr>
            <p:ph type="subTitle" idx="1"/>
          </p:nvPr>
        </p:nvSpPr>
        <p:spPr>
          <a:xfrm>
            <a:off x="830502" y="1913664"/>
            <a:ext cx="3345242" cy="3137836"/>
          </a:xfrm>
          <a:prstGeom prst="rect">
            <a:avLst/>
          </a:prstGeom>
        </p:spPr>
        <p:txBody>
          <a:bodyPr spcFirstLastPara="1" wrap="square" lIns="91425" tIns="91425" rIns="91425" bIns="91425" anchor="t" anchorCtr="0">
            <a:noAutofit/>
          </a:bodyPr>
          <a:lstStyle/>
          <a:p>
            <a:pPr marL="0" indent="0">
              <a:lnSpc>
                <a:spcPct val="150000"/>
              </a:lnSpc>
            </a:pPr>
            <a:r>
              <a:rPr lang="en-US" dirty="0"/>
              <a:t>This shows which devices are most used for UPI transactions.</a:t>
            </a:r>
            <a:br>
              <a:rPr lang="en-US" dirty="0"/>
            </a:br>
            <a:r>
              <a:rPr lang="en-US" dirty="0"/>
              <a:t>It helps identify devices that face </a:t>
            </a:r>
            <a:r>
              <a:rPr lang="en-US" b="1" dirty="0"/>
              <a:t>more failed or fraudulent payments</a:t>
            </a:r>
            <a:r>
              <a:rPr lang="en-US" dirty="0"/>
              <a:t>.</a:t>
            </a:r>
            <a:endParaRPr dirty="0"/>
          </a:p>
        </p:txBody>
      </p:sp>
      <p:grpSp>
        <p:nvGrpSpPr>
          <p:cNvPr id="1376" name="Google Shape;1376;p50">
            <a:extLst>
              <a:ext uri="{FF2B5EF4-FFF2-40B4-BE49-F238E27FC236}">
                <a16:creationId xmlns:a16="http://schemas.microsoft.com/office/drawing/2014/main" id="{FF3CAD12-5715-E4CE-5E45-76750A069106}"/>
              </a:ext>
            </a:extLst>
          </p:cNvPr>
          <p:cNvGrpSpPr/>
          <p:nvPr/>
        </p:nvGrpSpPr>
        <p:grpSpPr>
          <a:xfrm>
            <a:off x="-368049" y="-750323"/>
            <a:ext cx="9412192" cy="5963580"/>
            <a:chOff x="-368049" y="-823675"/>
            <a:chExt cx="9412192" cy="5963580"/>
          </a:xfrm>
        </p:grpSpPr>
        <p:sp>
          <p:nvSpPr>
            <p:cNvPr id="1378" name="Google Shape;1378;p50">
              <a:extLst>
                <a:ext uri="{FF2B5EF4-FFF2-40B4-BE49-F238E27FC236}">
                  <a16:creationId xmlns:a16="http://schemas.microsoft.com/office/drawing/2014/main" id="{89E60639-A6FF-CBF0-5535-F969E9E7FD1F}"/>
                </a:ext>
              </a:extLst>
            </p:cNvPr>
            <p:cNvSpPr/>
            <p:nvPr/>
          </p:nvSpPr>
          <p:spPr>
            <a:xfrm rot="434847">
              <a:off x="7832211" y="3630020"/>
              <a:ext cx="1211932" cy="1509885"/>
            </a:xfrm>
            <a:custGeom>
              <a:avLst/>
              <a:gdLst/>
              <a:ahLst/>
              <a:cxnLst/>
              <a:rect l="l" t="t" r="r" b="b"/>
              <a:pathLst>
                <a:path w="1211973" h="1509936" extrusionOk="0">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sp>
          <p:nvSpPr>
            <p:cNvPr id="1383" name="Google Shape;1383;p50">
              <a:extLst>
                <a:ext uri="{FF2B5EF4-FFF2-40B4-BE49-F238E27FC236}">
                  <a16:creationId xmlns:a16="http://schemas.microsoft.com/office/drawing/2014/main" id="{71CF3A9B-A2B2-4F89-0F46-E4595B18671D}"/>
                </a:ext>
              </a:extLst>
            </p:cNvPr>
            <p:cNvSpPr/>
            <p:nvPr/>
          </p:nvSpPr>
          <p:spPr>
            <a:xfrm>
              <a:off x="-368049" y="-823675"/>
              <a:ext cx="30338" cy="68295"/>
            </a:xfrm>
            <a:custGeom>
              <a:avLst/>
              <a:gdLst/>
              <a:ahLst/>
              <a:cxnLst/>
              <a:rect l="l" t="t" r="r" b="b"/>
              <a:pathLst>
                <a:path w="30338" h="68295" extrusionOk="0">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pic>
        <p:nvPicPr>
          <p:cNvPr id="2" name="Picture 1">
            <a:extLst>
              <a:ext uri="{FF2B5EF4-FFF2-40B4-BE49-F238E27FC236}">
                <a16:creationId xmlns:a16="http://schemas.microsoft.com/office/drawing/2014/main" id="{8D66DF0D-AFA7-F732-A6B0-6D258290D1EC}"/>
              </a:ext>
            </a:extLst>
          </p:cNvPr>
          <p:cNvPicPr>
            <a:picLocks noChangeAspect="1"/>
          </p:cNvPicPr>
          <p:nvPr/>
        </p:nvPicPr>
        <p:blipFill>
          <a:blip r:embed="rId3"/>
          <a:stretch>
            <a:fillRect/>
          </a:stretch>
        </p:blipFill>
        <p:spPr>
          <a:xfrm>
            <a:off x="4572000" y="1572211"/>
            <a:ext cx="4166286" cy="2886103"/>
          </a:xfrm>
          <a:prstGeom prst="rect">
            <a:avLst/>
          </a:prstGeom>
        </p:spPr>
      </p:pic>
    </p:spTree>
    <p:extLst>
      <p:ext uri="{BB962C8B-B14F-4D97-AF65-F5344CB8AC3E}">
        <p14:creationId xmlns:p14="http://schemas.microsoft.com/office/powerpoint/2010/main" val="4840412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73">
          <a:extLst>
            <a:ext uri="{FF2B5EF4-FFF2-40B4-BE49-F238E27FC236}">
              <a16:creationId xmlns:a16="http://schemas.microsoft.com/office/drawing/2014/main" id="{62A9FBCC-DE50-84B3-A7CD-43FB79F1C702}"/>
            </a:ext>
          </a:extLst>
        </p:cNvPr>
        <p:cNvGrpSpPr/>
        <p:nvPr/>
      </p:nvGrpSpPr>
      <p:grpSpPr>
        <a:xfrm>
          <a:off x="0" y="0"/>
          <a:ext cx="0" cy="0"/>
          <a:chOff x="0" y="0"/>
          <a:chExt cx="0" cy="0"/>
        </a:xfrm>
      </p:grpSpPr>
      <p:sp>
        <p:nvSpPr>
          <p:cNvPr id="1374" name="Google Shape;1374;p50">
            <a:extLst>
              <a:ext uri="{FF2B5EF4-FFF2-40B4-BE49-F238E27FC236}">
                <a16:creationId xmlns:a16="http://schemas.microsoft.com/office/drawing/2014/main" id="{9AE6E364-B0F7-870A-25D3-5D078C4F554A}"/>
              </a:ext>
            </a:extLst>
          </p:cNvPr>
          <p:cNvSpPr txBox="1">
            <a:spLocks noGrp="1"/>
          </p:cNvSpPr>
          <p:nvPr>
            <p:ph type="title"/>
          </p:nvPr>
        </p:nvSpPr>
        <p:spPr>
          <a:xfrm>
            <a:off x="764746" y="548639"/>
            <a:ext cx="7306500" cy="496489"/>
          </a:xfrm>
          <a:prstGeom prst="rect">
            <a:avLst/>
          </a:prstGeom>
        </p:spPr>
        <p:txBody>
          <a:bodyPr spcFirstLastPara="1" wrap="square" lIns="91425" tIns="91425" rIns="91425" bIns="91425" anchor="b" anchorCtr="0">
            <a:noAutofit/>
          </a:bodyPr>
          <a:lstStyle/>
          <a:p>
            <a:r>
              <a:rPr lang="en-IN" sz="3300" u="sng" dirty="0"/>
              <a:t>Top 10 Banks by Transaction Count</a:t>
            </a:r>
            <a:endParaRPr sz="3300" u="sng" dirty="0">
              <a:latin typeface="Roboto" panose="02000000000000000000" pitchFamily="2" charset="0"/>
              <a:ea typeface="Roboto" panose="02000000000000000000" pitchFamily="2" charset="0"/>
              <a:cs typeface="Roboto" panose="02000000000000000000" pitchFamily="2" charset="0"/>
            </a:endParaRPr>
          </a:p>
        </p:txBody>
      </p:sp>
      <p:sp>
        <p:nvSpPr>
          <p:cNvPr id="1375" name="Google Shape;1375;p50">
            <a:extLst>
              <a:ext uri="{FF2B5EF4-FFF2-40B4-BE49-F238E27FC236}">
                <a16:creationId xmlns:a16="http://schemas.microsoft.com/office/drawing/2014/main" id="{8ACF2001-37C7-671A-EA7D-CC5CA5A154F0}"/>
              </a:ext>
            </a:extLst>
          </p:cNvPr>
          <p:cNvSpPr txBox="1">
            <a:spLocks noGrp="1"/>
          </p:cNvSpPr>
          <p:nvPr>
            <p:ph type="subTitle" idx="1"/>
          </p:nvPr>
        </p:nvSpPr>
        <p:spPr>
          <a:xfrm>
            <a:off x="629825" y="1783127"/>
            <a:ext cx="3808708" cy="3176337"/>
          </a:xfrm>
          <a:prstGeom prst="rect">
            <a:avLst/>
          </a:prstGeom>
        </p:spPr>
        <p:txBody>
          <a:bodyPr spcFirstLastPara="1" wrap="square" lIns="91425" tIns="91425" rIns="91425" bIns="91425" anchor="t" anchorCtr="0">
            <a:noAutofit/>
          </a:bodyPr>
          <a:lstStyle/>
          <a:p>
            <a:pPr marL="0" indent="0">
              <a:lnSpc>
                <a:spcPct val="150000"/>
              </a:lnSpc>
            </a:pPr>
            <a:r>
              <a:rPr lang="en-US" dirty="0"/>
              <a:t>This highlights the banks handling the most UPI transactions.</a:t>
            </a:r>
            <a:br>
              <a:rPr lang="en-US" dirty="0"/>
            </a:br>
            <a:r>
              <a:rPr lang="en-US" dirty="0"/>
              <a:t>It helps find banks that may need </a:t>
            </a:r>
            <a:r>
              <a:rPr lang="en-US" b="1" dirty="0"/>
              <a:t>stronger fraud detection systems</a:t>
            </a:r>
            <a:r>
              <a:rPr lang="en-US" dirty="0"/>
              <a:t>.</a:t>
            </a:r>
          </a:p>
          <a:p>
            <a:pPr marL="0" indent="0"/>
            <a:endParaRPr b="1" dirty="0"/>
          </a:p>
        </p:txBody>
      </p:sp>
      <p:grpSp>
        <p:nvGrpSpPr>
          <p:cNvPr id="1376" name="Google Shape;1376;p50">
            <a:extLst>
              <a:ext uri="{FF2B5EF4-FFF2-40B4-BE49-F238E27FC236}">
                <a16:creationId xmlns:a16="http://schemas.microsoft.com/office/drawing/2014/main" id="{CC9FB818-D7E3-0376-84B2-9450123E2DE3}"/>
              </a:ext>
            </a:extLst>
          </p:cNvPr>
          <p:cNvGrpSpPr/>
          <p:nvPr/>
        </p:nvGrpSpPr>
        <p:grpSpPr>
          <a:xfrm>
            <a:off x="-368049" y="-750323"/>
            <a:ext cx="9412192" cy="5963580"/>
            <a:chOff x="-368049" y="-823675"/>
            <a:chExt cx="9412192" cy="5963580"/>
          </a:xfrm>
        </p:grpSpPr>
        <p:sp>
          <p:nvSpPr>
            <p:cNvPr id="1378" name="Google Shape;1378;p50">
              <a:extLst>
                <a:ext uri="{FF2B5EF4-FFF2-40B4-BE49-F238E27FC236}">
                  <a16:creationId xmlns:a16="http://schemas.microsoft.com/office/drawing/2014/main" id="{A6550BED-9399-A2E6-ED11-7218675E61E8}"/>
                </a:ext>
              </a:extLst>
            </p:cNvPr>
            <p:cNvSpPr/>
            <p:nvPr/>
          </p:nvSpPr>
          <p:spPr>
            <a:xfrm rot="434847">
              <a:off x="7832211" y="3630020"/>
              <a:ext cx="1211932" cy="1509885"/>
            </a:xfrm>
            <a:custGeom>
              <a:avLst/>
              <a:gdLst/>
              <a:ahLst/>
              <a:cxnLst/>
              <a:rect l="l" t="t" r="r" b="b"/>
              <a:pathLst>
                <a:path w="1211973" h="1509936" extrusionOk="0">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sp>
          <p:nvSpPr>
            <p:cNvPr id="1383" name="Google Shape;1383;p50">
              <a:extLst>
                <a:ext uri="{FF2B5EF4-FFF2-40B4-BE49-F238E27FC236}">
                  <a16:creationId xmlns:a16="http://schemas.microsoft.com/office/drawing/2014/main" id="{BBFF2441-5D65-D06E-FEF6-60488B497FCD}"/>
                </a:ext>
              </a:extLst>
            </p:cNvPr>
            <p:cNvSpPr/>
            <p:nvPr/>
          </p:nvSpPr>
          <p:spPr>
            <a:xfrm>
              <a:off x="-368049" y="-823675"/>
              <a:ext cx="30338" cy="68295"/>
            </a:xfrm>
            <a:custGeom>
              <a:avLst/>
              <a:gdLst/>
              <a:ahLst/>
              <a:cxnLst/>
              <a:rect l="l" t="t" r="r" b="b"/>
              <a:pathLst>
                <a:path w="30338" h="68295" extrusionOk="0">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pic>
        <p:nvPicPr>
          <p:cNvPr id="2" name="Picture 1">
            <a:extLst>
              <a:ext uri="{FF2B5EF4-FFF2-40B4-BE49-F238E27FC236}">
                <a16:creationId xmlns:a16="http://schemas.microsoft.com/office/drawing/2014/main" id="{5DCC452E-4935-506D-B7BD-0F19F0A316EC}"/>
              </a:ext>
            </a:extLst>
          </p:cNvPr>
          <p:cNvPicPr>
            <a:picLocks noChangeAspect="1"/>
          </p:cNvPicPr>
          <p:nvPr/>
        </p:nvPicPr>
        <p:blipFill>
          <a:blip r:embed="rId3"/>
          <a:stretch>
            <a:fillRect/>
          </a:stretch>
        </p:blipFill>
        <p:spPr>
          <a:xfrm>
            <a:off x="4727458" y="1707329"/>
            <a:ext cx="4118159" cy="2441276"/>
          </a:xfrm>
          <a:prstGeom prst="rect">
            <a:avLst/>
          </a:prstGeom>
        </p:spPr>
      </p:pic>
    </p:spTree>
    <p:extLst>
      <p:ext uri="{BB962C8B-B14F-4D97-AF65-F5344CB8AC3E}">
        <p14:creationId xmlns:p14="http://schemas.microsoft.com/office/powerpoint/2010/main" val="516305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73">
          <a:extLst>
            <a:ext uri="{FF2B5EF4-FFF2-40B4-BE49-F238E27FC236}">
              <a16:creationId xmlns:a16="http://schemas.microsoft.com/office/drawing/2014/main" id="{8614E85A-17AD-F26A-9C9E-2FB7F95EFF7E}"/>
            </a:ext>
          </a:extLst>
        </p:cNvPr>
        <p:cNvGrpSpPr/>
        <p:nvPr/>
      </p:nvGrpSpPr>
      <p:grpSpPr>
        <a:xfrm>
          <a:off x="0" y="0"/>
          <a:ext cx="0" cy="0"/>
          <a:chOff x="0" y="0"/>
          <a:chExt cx="0" cy="0"/>
        </a:xfrm>
      </p:grpSpPr>
      <p:sp>
        <p:nvSpPr>
          <p:cNvPr id="1374" name="Google Shape;1374;p50">
            <a:extLst>
              <a:ext uri="{FF2B5EF4-FFF2-40B4-BE49-F238E27FC236}">
                <a16:creationId xmlns:a16="http://schemas.microsoft.com/office/drawing/2014/main" id="{E7558639-C96C-1487-19EA-FEBE7FA2C286}"/>
              </a:ext>
            </a:extLst>
          </p:cNvPr>
          <p:cNvSpPr txBox="1">
            <a:spLocks noGrp="1"/>
          </p:cNvSpPr>
          <p:nvPr>
            <p:ph type="title"/>
          </p:nvPr>
        </p:nvSpPr>
        <p:spPr>
          <a:xfrm>
            <a:off x="851372" y="683392"/>
            <a:ext cx="6617831" cy="525365"/>
          </a:xfrm>
          <a:prstGeom prst="rect">
            <a:avLst/>
          </a:prstGeom>
        </p:spPr>
        <p:txBody>
          <a:bodyPr spcFirstLastPara="1" wrap="square" lIns="91425" tIns="91425" rIns="91425" bIns="91425" anchor="b" anchorCtr="0">
            <a:noAutofit/>
          </a:bodyPr>
          <a:lstStyle/>
          <a:p>
            <a:r>
              <a:rPr lang="en-IN" sz="3300" u="sng" dirty="0">
                <a:latin typeface="Roboto" panose="02000000000000000000" pitchFamily="2" charset="0"/>
                <a:ea typeface="Roboto" panose="02000000000000000000" pitchFamily="2" charset="0"/>
                <a:cs typeface="Roboto" panose="02000000000000000000" pitchFamily="2" charset="0"/>
              </a:rPr>
              <a:t>Transaction Status Distribution</a:t>
            </a:r>
            <a:endParaRPr sz="3300" dirty="0">
              <a:latin typeface="Roboto" panose="02000000000000000000" pitchFamily="2" charset="0"/>
              <a:ea typeface="Roboto" panose="02000000000000000000" pitchFamily="2" charset="0"/>
              <a:cs typeface="Roboto" panose="02000000000000000000" pitchFamily="2" charset="0"/>
            </a:endParaRPr>
          </a:p>
        </p:txBody>
      </p:sp>
      <p:sp>
        <p:nvSpPr>
          <p:cNvPr id="1375" name="Google Shape;1375;p50">
            <a:extLst>
              <a:ext uri="{FF2B5EF4-FFF2-40B4-BE49-F238E27FC236}">
                <a16:creationId xmlns:a16="http://schemas.microsoft.com/office/drawing/2014/main" id="{9D21E6CB-9F1D-9FA2-C0AB-6321AC6248F7}"/>
              </a:ext>
            </a:extLst>
          </p:cNvPr>
          <p:cNvSpPr txBox="1">
            <a:spLocks noGrp="1"/>
          </p:cNvSpPr>
          <p:nvPr>
            <p:ph type="subTitle" idx="1"/>
          </p:nvPr>
        </p:nvSpPr>
        <p:spPr>
          <a:xfrm>
            <a:off x="395209" y="1854731"/>
            <a:ext cx="4047886" cy="1898734"/>
          </a:xfrm>
          <a:prstGeom prst="rect">
            <a:avLst/>
          </a:prstGeom>
        </p:spPr>
        <p:txBody>
          <a:bodyPr spcFirstLastPara="1" wrap="square" lIns="91425" tIns="91425" rIns="91425" bIns="91425" anchor="t" anchorCtr="0">
            <a:noAutofit/>
          </a:bodyPr>
          <a:lstStyle/>
          <a:p>
            <a:pPr marL="0" indent="0">
              <a:lnSpc>
                <a:spcPct val="150000"/>
              </a:lnSpc>
            </a:pPr>
            <a:r>
              <a:rPr lang="en-US" dirty="0"/>
              <a:t>This divides transactions into </a:t>
            </a:r>
            <a:r>
              <a:rPr lang="en-US" b="1" dirty="0"/>
              <a:t>Success, Failed, Pending, or Suspicious</a:t>
            </a:r>
            <a:r>
              <a:rPr lang="en-US" dirty="0"/>
              <a:t>.</a:t>
            </a:r>
            <a:br>
              <a:rPr lang="en-US" dirty="0"/>
            </a:br>
            <a:r>
              <a:rPr lang="en-US" dirty="0"/>
              <a:t>It helps identify </a:t>
            </a:r>
            <a:r>
              <a:rPr lang="en-US" b="1" dirty="0"/>
              <a:t>failure patterns</a:t>
            </a:r>
            <a:r>
              <a:rPr lang="en-US" dirty="0"/>
              <a:t> that are commonly linked to fraud.</a:t>
            </a:r>
            <a:endParaRPr dirty="0"/>
          </a:p>
        </p:txBody>
      </p:sp>
      <p:grpSp>
        <p:nvGrpSpPr>
          <p:cNvPr id="1376" name="Google Shape;1376;p50">
            <a:extLst>
              <a:ext uri="{FF2B5EF4-FFF2-40B4-BE49-F238E27FC236}">
                <a16:creationId xmlns:a16="http://schemas.microsoft.com/office/drawing/2014/main" id="{F0507B85-8472-5454-7425-B06A9214DF8D}"/>
              </a:ext>
            </a:extLst>
          </p:cNvPr>
          <p:cNvGrpSpPr/>
          <p:nvPr/>
        </p:nvGrpSpPr>
        <p:grpSpPr>
          <a:xfrm>
            <a:off x="-368049" y="-750323"/>
            <a:ext cx="9412192" cy="5963580"/>
            <a:chOff x="-368049" y="-823675"/>
            <a:chExt cx="9412192" cy="5963580"/>
          </a:xfrm>
        </p:grpSpPr>
        <p:sp>
          <p:nvSpPr>
            <p:cNvPr id="1378" name="Google Shape;1378;p50">
              <a:extLst>
                <a:ext uri="{FF2B5EF4-FFF2-40B4-BE49-F238E27FC236}">
                  <a16:creationId xmlns:a16="http://schemas.microsoft.com/office/drawing/2014/main" id="{389C3920-1EF5-BAE4-F91A-05A459DAF9C0}"/>
                </a:ext>
              </a:extLst>
            </p:cNvPr>
            <p:cNvSpPr/>
            <p:nvPr/>
          </p:nvSpPr>
          <p:spPr>
            <a:xfrm rot="434847">
              <a:off x="7832211" y="3630020"/>
              <a:ext cx="1211932" cy="1509885"/>
            </a:xfrm>
            <a:custGeom>
              <a:avLst/>
              <a:gdLst/>
              <a:ahLst/>
              <a:cxnLst/>
              <a:rect l="l" t="t" r="r" b="b"/>
              <a:pathLst>
                <a:path w="1211973" h="1509936" extrusionOk="0">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sp>
          <p:nvSpPr>
            <p:cNvPr id="1383" name="Google Shape;1383;p50">
              <a:extLst>
                <a:ext uri="{FF2B5EF4-FFF2-40B4-BE49-F238E27FC236}">
                  <a16:creationId xmlns:a16="http://schemas.microsoft.com/office/drawing/2014/main" id="{E66FDD8B-F73A-0CC5-BAF8-B9537B94CFD5}"/>
                </a:ext>
              </a:extLst>
            </p:cNvPr>
            <p:cNvSpPr/>
            <p:nvPr/>
          </p:nvSpPr>
          <p:spPr>
            <a:xfrm>
              <a:off x="-368049" y="-823675"/>
              <a:ext cx="30338" cy="68295"/>
            </a:xfrm>
            <a:custGeom>
              <a:avLst/>
              <a:gdLst/>
              <a:ahLst/>
              <a:cxnLst/>
              <a:rect l="l" t="t" r="r" b="b"/>
              <a:pathLst>
                <a:path w="30338" h="68295" extrusionOk="0">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pic>
        <p:nvPicPr>
          <p:cNvPr id="2" name="Picture 1">
            <a:extLst>
              <a:ext uri="{FF2B5EF4-FFF2-40B4-BE49-F238E27FC236}">
                <a16:creationId xmlns:a16="http://schemas.microsoft.com/office/drawing/2014/main" id="{15B0CB80-1D5E-5D63-807A-0FE0D717E2D3}"/>
              </a:ext>
            </a:extLst>
          </p:cNvPr>
          <p:cNvPicPr>
            <a:picLocks noChangeAspect="1"/>
          </p:cNvPicPr>
          <p:nvPr/>
        </p:nvPicPr>
        <p:blipFill>
          <a:blip r:embed="rId3"/>
          <a:stretch>
            <a:fillRect/>
          </a:stretch>
        </p:blipFill>
        <p:spPr>
          <a:xfrm>
            <a:off x="4294321" y="1510542"/>
            <a:ext cx="4406917" cy="2611450"/>
          </a:xfrm>
          <a:prstGeom prst="rect">
            <a:avLst/>
          </a:prstGeom>
        </p:spPr>
      </p:pic>
    </p:spTree>
    <p:extLst>
      <p:ext uri="{BB962C8B-B14F-4D97-AF65-F5344CB8AC3E}">
        <p14:creationId xmlns:p14="http://schemas.microsoft.com/office/powerpoint/2010/main" val="6175849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73">
          <a:extLst>
            <a:ext uri="{FF2B5EF4-FFF2-40B4-BE49-F238E27FC236}">
              <a16:creationId xmlns:a16="http://schemas.microsoft.com/office/drawing/2014/main" id="{0BE057F2-70A1-D7B3-D8CF-1374AA5FA22B}"/>
            </a:ext>
          </a:extLst>
        </p:cNvPr>
        <p:cNvGrpSpPr/>
        <p:nvPr/>
      </p:nvGrpSpPr>
      <p:grpSpPr>
        <a:xfrm>
          <a:off x="0" y="0"/>
          <a:ext cx="0" cy="0"/>
          <a:chOff x="0" y="0"/>
          <a:chExt cx="0" cy="0"/>
        </a:xfrm>
      </p:grpSpPr>
      <p:sp>
        <p:nvSpPr>
          <p:cNvPr id="1374" name="Google Shape;1374;p50">
            <a:extLst>
              <a:ext uri="{FF2B5EF4-FFF2-40B4-BE49-F238E27FC236}">
                <a16:creationId xmlns:a16="http://schemas.microsoft.com/office/drawing/2014/main" id="{52D822BA-D7FA-3722-2EE5-DBFAFCC4352B}"/>
              </a:ext>
            </a:extLst>
          </p:cNvPr>
          <p:cNvSpPr txBox="1">
            <a:spLocks noGrp="1"/>
          </p:cNvSpPr>
          <p:nvPr>
            <p:ph type="title"/>
          </p:nvPr>
        </p:nvSpPr>
        <p:spPr>
          <a:xfrm>
            <a:off x="194680" y="0"/>
            <a:ext cx="8754639" cy="1045200"/>
          </a:xfrm>
          <a:prstGeom prst="rect">
            <a:avLst/>
          </a:prstGeom>
        </p:spPr>
        <p:txBody>
          <a:bodyPr spcFirstLastPara="1" wrap="square" lIns="91425" tIns="91425" rIns="91425" bIns="91425" anchor="b" anchorCtr="0">
            <a:noAutofit/>
          </a:bodyPr>
          <a:lstStyle/>
          <a:p>
            <a:r>
              <a:rPr lang="en-US" sz="3300" u="sng" dirty="0">
                <a:latin typeface="Roboto" panose="02000000000000000000" pitchFamily="2" charset="0"/>
                <a:ea typeface="Roboto" panose="02000000000000000000" pitchFamily="2" charset="0"/>
                <a:cs typeface="Roboto" panose="02000000000000000000" pitchFamily="2" charset="0"/>
              </a:rPr>
              <a:t>High-Value Transactions vs Account Tenure</a:t>
            </a:r>
            <a:endParaRPr sz="3300" u="sng" dirty="0">
              <a:latin typeface="Roboto" panose="02000000000000000000" pitchFamily="2" charset="0"/>
              <a:ea typeface="Roboto" panose="02000000000000000000" pitchFamily="2" charset="0"/>
              <a:cs typeface="Roboto" panose="02000000000000000000" pitchFamily="2" charset="0"/>
            </a:endParaRPr>
          </a:p>
        </p:txBody>
      </p:sp>
      <p:sp>
        <p:nvSpPr>
          <p:cNvPr id="1375" name="Google Shape;1375;p50">
            <a:extLst>
              <a:ext uri="{FF2B5EF4-FFF2-40B4-BE49-F238E27FC236}">
                <a16:creationId xmlns:a16="http://schemas.microsoft.com/office/drawing/2014/main" id="{429FF836-5EA7-9B9E-D7A2-30B65B121011}"/>
              </a:ext>
            </a:extLst>
          </p:cNvPr>
          <p:cNvSpPr txBox="1">
            <a:spLocks noGrp="1"/>
          </p:cNvSpPr>
          <p:nvPr>
            <p:ph type="subTitle" idx="1"/>
          </p:nvPr>
        </p:nvSpPr>
        <p:spPr>
          <a:xfrm>
            <a:off x="357589" y="1819173"/>
            <a:ext cx="3855381" cy="2055466"/>
          </a:xfrm>
          <a:prstGeom prst="rect">
            <a:avLst/>
          </a:prstGeom>
        </p:spPr>
        <p:txBody>
          <a:bodyPr spcFirstLastPara="1" wrap="square" lIns="91425" tIns="91425" rIns="91425" bIns="91425" anchor="t" anchorCtr="0">
            <a:noAutofit/>
          </a:bodyPr>
          <a:lstStyle/>
          <a:p>
            <a:pPr marL="0" indent="0">
              <a:lnSpc>
                <a:spcPct val="150000"/>
              </a:lnSpc>
            </a:pPr>
            <a:r>
              <a:rPr lang="en-US" dirty="0"/>
              <a:t>This compares large payments with account age.</a:t>
            </a:r>
            <a:br>
              <a:rPr lang="en-US" dirty="0"/>
            </a:br>
            <a:r>
              <a:rPr lang="en-US" dirty="0"/>
              <a:t>It helps detect </a:t>
            </a:r>
            <a:r>
              <a:rPr lang="en-US" b="1" dirty="0"/>
              <a:t>new accounts performing high-value transactions</a:t>
            </a:r>
            <a:r>
              <a:rPr lang="en-US" dirty="0"/>
              <a:t>, which may be suspicious.</a:t>
            </a:r>
            <a:endParaRPr dirty="0"/>
          </a:p>
        </p:txBody>
      </p:sp>
      <p:grpSp>
        <p:nvGrpSpPr>
          <p:cNvPr id="1376" name="Google Shape;1376;p50">
            <a:extLst>
              <a:ext uri="{FF2B5EF4-FFF2-40B4-BE49-F238E27FC236}">
                <a16:creationId xmlns:a16="http://schemas.microsoft.com/office/drawing/2014/main" id="{589CD427-2130-3FF6-6680-2BEBFF4A238A}"/>
              </a:ext>
            </a:extLst>
          </p:cNvPr>
          <p:cNvGrpSpPr/>
          <p:nvPr/>
        </p:nvGrpSpPr>
        <p:grpSpPr>
          <a:xfrm>
            <a:off x="-368049" y="-750323"/>
            <a:ext cx="9412192" cy="5963580"/>
            <a:chOff x="-368049" y="-823675"/>
            <a:chExt cx="9412192" cy="5963580"/>
          </a:xfrm>
        </p:grpSpPr>
        <p:sp>
          <p:nvSpPr>
            <p:cNvPr id="1378" name="Google Shape;1378;p50">
              <a:extLst>
                <a:ext uri="{FF2B5EF4-FFF2-40B4-BE49-F238E27FC236}">
                  <a16:creationId xmlns:a16="http://schemas.microsoft.com/office/drawing/2014/main" id="{8FD08738-1AB3-D90C-6C40-0F3668FCAEDF}"/>
                </a:ext>
              </a:extLst>
            </p:cNvPr>
            <p:cNvSpPr/>
            <p:nvPr/>
          </p:nvSpPr>
          <p:spPr>
            <a:xfrm rot="434847">
              <a:off x="7832211" y="3630020"/>
              <a:ext cx="1211932" cy="1509885"/>
            </a:xfrm>
            <a:custGeom>
              <a:avLst/>
              <a:gdLst/>
              <a:ahLst/>
              <a:cxnLst/>
              <a:rect l="l" t="t" r="r" b="b"/>
              <a:pathLst>
                <a:path w="1211973" h="1509936" extrusionOk="0">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sp>
          <p:nvSpPr>
            <p:cNvPr id="1383" name="Google Shape;1383;p50">
              <a:extLst>
                <a:ext uri="{FF2B5EF4-FFF2-40B4-BE49-F238E27FC236}">
                  <a16:creationId xmlns:a16="http://schemas.microsoft.com/office/drawing/2014/main" id="{3BC75DCD-094D-1EA4-61CC-5C6D242367F8}"/>
                </a:ext>
              </a:extLst>
            </p:cNvPr>
            <p:cNvSpPr/>
            <p:nvPr/>
          </p:nvSpPr>
          <p:spPr>
            <a:xfrm>
              <a:off x="-368049" y="-823675"/>
              <a:ext cx="30338" cy="68295"/>
            </a:xfrm>
            <a:custGeom>
              <a:avLst/>
              <a:gdLst/>
              <a:ahLst/>
              <a:cxnLst/>
              <a:rect l="l" t="t" r="r" b="b"/>
              <a:pathLst>
                <a:path w="30338" h="68295" extrusionOk="0">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pic>
        <p:nvPicPr>
          <p:cNvPr id="2" name="Picture 1">
            <a:extLst>
              <a:ext uri="{FF2B5EF4-FFF2-40B4-BE49-F238E27FC236}">
                <a16:creationId xmlns:a16="http://schemas.microsoft.com/office/drawing/2014/main" id="{DEAADD07-04A8-9AEB-329B-ADFDD643654C}"/>
              </a:ext>
            </a:extLst>
          </p:cNvPr>
          <p:cNvPicPr>
            <a:picLocks noChangeAspect="1"/>
          </p:cNvPicPr>
          <p:nvPr/>
        </p:nvPicPr>
        <p:blipFill>
          <a:blip r:embed="rId3"/>
          <a:stretch>
            <a:fillRect/>
          </a:stretch>
        </p:blipFill>
        <p:spPr>
          <a:xfrm>
            <a:off x="4369869" y="1412674"/>
            <a:ext cx="4416542" cy="2868465"/>
          </a:xfrm>
          <a:prstGeom prst="rect">
            <a:avLst/>
          </a:prstGeom>
        </p:spPr>
      </p:pic>
    </p:spTree>
    <p:extLst>
      <p:ext uri="{BB962C8B-B14F-4D97-AF65-F5344CB8AC3E}">
        <p14:creationId xmlns:p14="http://schemas.microsoft.com/office/powerpoint/2010/main" val="25926503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73">
          <a:extLst>
            <a:ext uri="{FF2B5EF4-FFF2-40B4-BE49-F238E27FC236}">
              <a16:creationId xmlns:a16="http://schemas.microsoft.com/office/drawing/2014/main" id="{A93E92CB-E02F-8322-F4F2-6ECE8323248A}"/>
            </a:ext>
          </a:extLst>
        </p:cNvPr>
        <p:cNvGrpSpPr/>
        <p:nvPr/>
      </p:nvGrpSpPr>
      <p:grpSpPr>
        <a:xfrm>
          <a:off x="0" y="0"/>
          <a:ext cx="0" cy="0"/>
          <a:chOff x="0" y="0"/>
          <a:chExt cx="0" cy="0"/>
        </a:xfrm>
      </p:grpSpPr>
      <p:sp>
        <p:nvSpPr>
          <p:cNvPr id="1374" name="Google Shape;1374;p50">
            <a:extLst>
              <a:ext uri="{FF2B5EF4-FFF2-40B4-BE49-F238E27FC236}">
                <a16:creationId xmlns:a16="http://schemas.microsoft.com/office/drawing/2014/main" id="{A57F0AE4-818A-857D-8452-1BCF7CD77365}"/>
              </a:ext>
            </a:extLst>
          </p:cNvPr>
          <p:cNvSpPr txBox="1">
            <a:spLocks noGrp="1"/>
          </p:cNvSpPr>
          <p:nvPr>
            <p:ph type="title"/>
          </p:nvPr>
        </p:nvSpPr>
        <p:spPr>
          <a:xfrm>
            <a:off x="716619" y="661234"/>
            <a:ext cx="7306500" cy="653401"/>
          </a:xfrm>
          <a:prstGeom prst="rect">
            <a:avLst/>
          </a:prstGeom>
        </p:spPr>
        <p:txBody>
          <a:bodyPr spcFirstLastPara="1" wrap="square" lIns="91425" tIns="91425" rIns="91425" bIns="91425" anchor="b" anchorCtr="0">
            <a:noAutofit/>
          </a:bodyPr>
          <a:lstStyle/>
          <a:p>
            <a:r>
              <a:rPr lang="en-US" sz="3300" u="sng" dirty="0">
                <a:latin typeface="Roboto" panose="02000000000000000000" pitchFamily="2" charset="0"/>
                <a:ea typeface="Roboto" panose="02000000000000000000" pitchFamily="2" charset="0"/>
                <a:cs typeface="Roboto" panose="02000000000000000000" pitchFamily="2" charset="0"/>
              </a:rPr>
              <a:t>Transaction Status by Device Type</a:t>
            </a:r>
            <a:endParaRPr sz="3300" u="sng" dirty="0">
              <a:latin typeface="Roboto" panose="02000000000000000000" pitchFamily="2" charset="0"/>
              <a:ea typeface="Roboto" panose="02000000000000000000" pitchFamily="2" charset="0"/>
              <a:cs typeface="Roboto" panose="02000000000000000000" pitchFamily="2" charset="0"/>
            </a:endParaRPr>
          </a:p>
        </p:txBody>
      </p:sp>
      <p:sp>
        <p:nvSpPr>
          <p:cNvPr id="1375" name="Google Shape;1375;p50">
            <a:extLst>
              <a:ext uri="{FF2B5EF4-FFF2-40B4-BE49-F238E27FC236}">
                <a16:creationId xmlns:a16="http://schemas.microsoft.com/office/drawing/2014/main" id="{B2AD2525-8563-AE58-C7F6-7B61E1F362E1}"/>
              </a:ext>
            </a:extLst>
          </p:cNvPr>
          <p:cNvSpPr txBox="1">
            <a:spLocks noGrp="1"/>
          </p:cNvSpPr>
          <p:nvPr>
            <p:ph type="subTitle" idx="1"/>
          </p:nvPr>
        </p:nvSpPr>
        <p:spPr>
          <a:xfrm>
            <a:off x="756409" y="2004225"/>
            <a:ext cx="3383743" cy="2685447"/>
          </a:xfrm>
          <a:prstGeom prst="rect">
            <a:avLst/>
          </a:prstGeom>
        </p:spPr>
        <p:txBody>
          <a:bodyPr spcFirstLastPara="1" wrap="square" lIns="91425" tIns="91425" rIns="91425" bIns="91425" anchor="t" anchorCtr="0">
            <a:noAutofit/>
          </a:bodyPr>
          <a:lstStyle/>
          <a:p>
            <a:pPr marL="0" indent="0">
              <a:lnSpc>
                <a:spcPct val="150000"/>
              </a:lnSpc>
            </a:pPr>
            <a:r>
              <a:rPr lang="en-US" dirty="0"/>
              <a:t>This compares transaction results across different device types.</a:t>
            </a:r>
            <a:br>
              <a:rPr lang="en-US" dirty="0"/>
            </a:br>
            <a:r>
              <a:rPr lang="en-US" dirty="0"/>
              <a:t>It helps detect </a:t>
            </a:r>
            <a:r>
              <a:rPr lang="en-US" b="1" dirty="0"/>
              <a:t>devices showing frequent fraud or failed attempts</a:t>
            </a:r>
            <a:r>
              <a:rPr lang="en-US" dirty="0"/>
              <a:t>.</a:t>
            </a:r>
          </a:p>
          <a:p>
            <a:pPr marL="0" indent="0"/>
            <a:endParaRPr dirty="0"/>
          </a:p>
        </p:txBody>
      </p:sp>
      <p:grpSp>
        <p:nvGrpSpPr>
          <p:cNvPr id="1376" name="Google Shape;1376;p50">
            <a:extLst>
              <a:ext uri="{FF2B5EF4-FFF2-40B4-BE49-F238E27FC236}">
                <a16:creationId xmlns:a16="http://schemas.microsoft.com/office/drawing/2014/main" id="{CF71CF2C-D3DA-2152-93A9-88A31F0EC185}"/>
              </a:ext>
            </a:extLst>
          </p:cNvPr>
          <p:cNvGrpSpPr/>
          <p:nvPr/>
        </p:nvGrpSpPr>
        <p:grpSpPr>
          <a:xfrm>
            <a:off x="-368049" y="-750323"/>
            <a:ext cx="9412192" cy="5963580"/>
            <a:chOff x="-368049" y="-823675"/>
            <a:chExt cx="9412192" cy="5963580"/>
          </a:xfrm>
        </p:grpSpPr>
        <p:sp>
          <p:nvSpPr>
            <p:cNvPr id="1378" name="Google Shape;1378;p50">
              <a:extLst>
                <a:ext uri="{FF2B5EF4-FFF2-40B4-BE49-F238E27FC236}">
                  <a16:creationId xmlns:a16="http://schemas.microsoft.com/office/drawing/2014/main" id="{6FCDF511-EC54-ECF2-D235-BD383BCB62E6}"/>
                </a:ext>
              </a:extLst>
            </p:cNvPr>
            <p:cNvSpPr/>
            <p:nvPr/>
          </p:nvSpPr>
          <p:spPr>
            <a:xfrm rot="434847">
              <a:off x="7832211" y="3630020"/>
              <a:ext cx="1211932" cy="1509885"/>
            </a:xfrm>
            <a:custGeom>
              <a:avLst/>
              <a:gdLst/>
              <a:ahLst/>
              <a:cxnLst/>
              <a:rect l="l" t="t" r="r" b="b"/>
              <a:pathLst>
                <a:path w="1211973" h="1509936" extrusionOk="0">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sp>
          <p:nvSpPr>
            <p:cNvPr id="1383" name="Google Shape;1383;p50">
              <a:extLst>
                <a:ext uri="{FF2B5EF4-FFF2-40B4-BE49-F238E27FC236}">
                  <a16:creationId xmlns:a16="http://schemas.microsoft.com/office/drawing/2014/main" id="{BBA5AA3C-48C9-F32A-6803-EB7DDDCA2210}"/>
                </a:ext>
              </a:extLst>
            </p:cNvPr>
            <p:cNvSpPr/>
            <p:nvPr/>
          </p:nvSpPr>
          <p:spPr>
            <a:xfrm>
              <a:off x="-368049" y="-823675"/>
              <a:ext cx="30338" cy="68295"/>
            </a:xfrm>
            <a:custGeom>
              <a:avLst/>
              <a:gdLst/>
              <a:ahLst/>
              <a:cxnLst/>
              <a:rect l="l" t="t" r="r" b="b"/>
              <a:pathLst>
                <a:path w="30338" h="68295" extrusionOk="0">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pic>
        <p:nvPicPr>
          <p:cNvPr id="2" name="Picture 1">
            <a:extLst>
              <a:ext uri="{FF2B5EF4-FFF2-40B4-BE49-F238E27FC236}">
                <a16:creationId xmlns:a16="http://schemas.microsoft.com/office/drawing/2014/main" id="{4E9683C7-DF05-3693-9E9D-1CBB06D5E924}"/>
              </a:ext>
            </a:extLst>
          </p:cNvPr>
          <p:cNvPicPr>
            <a:picLocks noChangeAspect="1"/>
          </p:cNvPicPr>
          <p:nvPr/>
        </p:nvPicPr>
        <p:blipFill>
          <a:blip r:embed="rId3"/>
          <a:stretch>
            <a:fillRect/>
          </a:stretch>
        </p:blipFill>
        <p:spPr>
          <a:xfrm>
            <a:off x="4438701" y="1575828"/>
            <a:ext cx="4397292" cy="2882486"/>
          </a:xfrm>
          <a:prstGeom prst="rect">
            <a:avLst/>
          </a:prstGeom>
        </p:spPr>
      </p:pic>
    </p:spTree>
    <p:extLst>
      <p:ext uri="{BB962C8B-B14F-4D97-AF65-F5344CB8AC3E}">
        <p14:creationId xmlns:p14="http://schemas.microsoft.com/office/powerpoint/2010/main" val="26143120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73">
          <a:extLst>
            <a:ext uri="{FF2B5EF4-FFF2-40B4-BE49-F238E27FC236}">
              <a16:creationId xmlns:a16="http://schemas.microsoft.com/office/drawing/2014/main" id="{9049B888-3DA3-7E89-62BC-D1102672D8F7}"/>
            </a:ext>
          </a:extLst>
        </p:cNvPr>
        <p:cNvGrpSpPr/>
        <p:nvPr/>
      </p:nvGrpSpPr>
      <p:grpSpPr>
        <a:xfrm>
          <a:off x="0" y="0"/>
          <a:ext cx="0" cy="0"/>
          <a:chOff x="0" y="0"/>
          <a:chExt cx="0" cy="0"/>
        </a:xfrm>
      </p:grpSpPr>
      <p:sp>
        <p:nvSpPr>
          <p:cNvPr id="1374" name="Google Shape;1374;p50">
            <a:extLst>
              <a:ext uri="{FF2B5EF4-FFF2-40B4-BE49-F238E27FC236}">
                <a16:creationId xmlns:a16="http://schemas.microsoft.com/office/drawing/2014/main" id="{B6250834-2F46-FF92-10DA-F8648A749341}"/>
              </a:ext>
            </a:extLst>
          </p:cNvPr>
          <p:cNvSpPr txBox="1">
            <a:spLocks noGrp="1"/>
          </p:cNvSpPr>
          <p:nvPr>
            <p:ph type="title"/>
          </p:nvPr>
        </p:nvSpPr>
        <p:spPr>
          <a:xfrm>
            <a:off x="726244" y="593859"/>
            <a:ext cx="6823062" cy="653400"/>
          </a:xfrm>
          <a:prstGeom prst="rect">
            <a:avLst/>
          </a:prstGeom>
        </p:spPr>
        <p:txBody>
          <a:bodyPr spcFirstLastPara="1" wrap="square" lIns="91425" tIns="91425" rIns="91425" bIns="91425" anchor="b" anchorCtr="0">
            <a:noAutofit/>
          </a:bodyPr>
          <a:lstStyle/>
          <a:p>
            <a:r>
              <a:rPr lang="en-IN" sz="3300" u="sng" dirty="0">
                <a:latin typeface="Roboto" panose="02000000000000000000" pitchFamily="2" charset="0"/>
                <a:ea typeface="Roboto" panose="02000000000000000000" pitchFamily="2" charset="0"/>
                <a:cs typeface="Roboto" panose="02000000000000000000" pitchFamily="2" charset="0"/>
              </a:rPr>
              <a:t>Transaction Status by Geo Region</a:t>
            </a:r>
            <a:endParaRPr sz="3300" u="sng" dirty="0">
              <a:latin typeface="Roboto" panose="02000000000000000000" pitchFamily="2" charset="0"/>
              <a:ea typeface="Roboto" panose="02000000000000000000" pitchFamily="2" charset="0"/>
              <a:cs typeface="Roboto" panose="02000000000000000000" pitchFamily="2" charset="0"/>
            </a:endParaRPr>
          </a:p>
        </p:txBody>
      </p:sp>
      <p:sp>
        <p:nvSpPr>
          <p:cNvPr id="1375" name="Google Shape;1375;p50">
            <a:extLst>
              <a:ext uri="{FF2B5EF4-FFF2-40B4-BE49-F238E27FC236}">
                <a16:creationId xmlns:a16="http://schemas.microsoft.com/office/drawing/2014/main" id="{BF4D2F42-BF71-1CA2-4CF9-616CDA6DDD52}"/>
              </a:ext>
            </a:extLst>
          </p:cNvPr>
          <p:cNvSpPr txBox="1">
            <a:spLocks noGrp="1"/>
          </p:cNvSpPr>
          <p:nvPr>
            <p:ph type="subTitle" idx="1"/>
          </p:nvPr>
        </p:nvSpPr>
        <p:spPr>
          <a:xfrm>
            <a:off x="466363" y="1684421"/>
            <a:ext cx="3807254" cy="1809550"/>
          </a:xfrm>
          <a:prstGeom prst="rect">
            <a:avLst/>
          </a:prstGeom>
        </p:spPr>
        <p:txBody>
          <a:bodyPr spcFirstLastPara="1" wrap="square" lIns="91425" tIns="91425" rIns="91425" bIns="91425" anchor="t" anchorCtr="0">
            <a:noAutofit/>
          </a:bodyPr>
          <a:lstStyle/>
          <a:p>
            <a:pPr marL="0" indent="0">
              <a:lnSpc>
                <a:spcPct val="150000"/>
              </a:lnSpc>
            </a:pPr>
            <a:r>
              <a:rPr lang="en-US" dirty="0"/>
              <a:t>This shows how transaction results differ by region.</a:t>
            </a:r>
            <a:br>
              <a:rPr lang="en-US" dirty="0"/>
            </a:br>
            <a:r>
              <a:rPr lang="en-US" dirty="0"/>
              <a:t>It helps locate </a:t>
            </a:r>
            <a:r>
              <a:rPr lang="en-US" b="1" dirty="0"/>
              <a:t>areas with more failed</a:t>
            </a:r>
          </a:p>
          <a:p>
            <a:pPr marL="0" indent="0">
              <a:lnSpc>
                <a:spcPct val="150000"/>
              </a:lnSpc>
            </a:pPr>
            <a:r>
              <a:rPr lang="en-US" b="1" dirty="0"/>
              <a:t> or fraudulent transactions</a:t>
            </a:r>
            <a:r>
              <a:rPr lang="en-US" dirty="0"/>
              <a:t>.</a:t>
            </a:r>
          </a:p>
          <a:p>
            <a:pPr marL="0" indent="0"/>
            <a:endParaRPr dirty="0"/>
          </a:p>
        </p:txBody>
      </p:sp>
      <p:grpSp>
        <p:nvGrpSpPr>
          <p:cNvPr id="1376" name="Google Shape;1376;p50">
            <a:extLst>
              <a:ext uri="{FF2B5EF4-FFF2-40B4-BE49-F238E27FC236}">
                <a16:creationId xmlns:a16="http://schemas.microsoft.com/office/drawing/2014/main" id="{E7C1BB2A-534B-875C-2C4F-EEF125026F4F}"/>
              </a:ext>
            </a:extLst>
          </p:cNvPr>
          <p:cNvGrpSpPr/>
          <p:nvPr/>
        </p:nvGrpSpPr>
        <p:grpSpPr>
          <a:xfrm>
            <a:off x="-368049" y="-750323"/>
            <a:ext cx="9412192" cy="5963580"/>
            <a:chOff x="-368049" y="-823675"/>
            <a:chExt cx="9412192" cy="5963580"/>
          </a:xfrm>
        </p:grpSpPr>
        <p:sp>
          <p:nvSpPr>
            <p:cNvPr id="1378" name="Google Shape;1378;p50">
              <a:extLst>
                <a:ext uri="{FF2B5EF4-FFF2-40B4-BE49-F238E27FC236}">
                  <a16:creationId xmlns:a16="http://schemas.microsoft.com/office/drawing/2014/main" id="{95170103-C7E6-35F9-D55C-FFCB0CABC7D4}"/>
                </a:ext>
              </a:extLst>
            </p:cNvPr>
            <p:cNvSpPr/>
            <p:nvPr/>
          </p:nvSpPr>
          <p:spPr>
            <a:xfrm rot="434847">
              <a:off x="7832211" y="3630020"/>
              <a:ext cx="1211932" cy="1509885"/>
            </a:xfrm>
            <a:custGeom>
              <a:avLst/>
              <a:gdLst/>
              <a:ahLst/>
              <a:cxnLst/>
              <a:rect l="l" t="t" r="r" b="b"/>
              <a:pathLst>
                <a:path w="1211973" h="1509936" extrusionOk="0">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sp>
          <p:nvSpPr>
            <p:cNvPr id="1383" name="Google Shape;1383;p50">
              <a:extLst>
                <a:ext uri="{FF2B5EF4-FFF2-40B4-BE49-F238E27FC236}">
                  <a16:creationId xmlns:a16="http://schemas.microsoft.com/office/drawing/2014/main" id="{68B5B954-8E15-E031-139B-62C209E5DD79}"/>
                </a:ext>
              </a:extLst>
            </p:cNvPr>
            <p:cNvSpPr/>
            <p:nvPr/>
          </p:nvSpPr>
          <p:spPr>
            <a:xfrm>
              <a:off x="-368049" y="-823675"/>
              <a:ext cx="30338" cy="68295"/>
            </a:xfrm>
            <a:custGeom>
              <a:avLst/>
              <a:gdLst/>
              <a:ahLst/>
              <a:cxnLst/>
              <a:rect l="l" t="t" r="r" b="b"/>
              <a:pathLst>
                <a:path w="30338" h="68295" extrusionOk="0">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pic>
        <p:nvPicPr>
          <p:cNvPr id="2" name="Picture 1">
            <a:extLst>
              <a:ext uri="{FF2B5EF4-FFF2-40B4-BE49-F238E27FC236}">
                <a16:creationId xmlns:a16="http://schemas.microsoft.com/office/drawing/2014/main" id="{5B706BB6-9A7C-B8DD-6DC9-ABBC3E283F58}"/>
              </a:ext>
            </a:extLst>
          </p:cNvPr>
          <p:cNvPicPr>
            <a:picLocks noChangeAspect="1"/>
          </p:cNvPicPr>
          <p:nvPr/>
        </p:nvPicPr>
        <p:blipFill>
          <a:blip r:embed="rId3"/>
          <a:stretch>
            <a:fillRect/>
          </a:stretch>
        </p:blipFill>
        <p:spPr>
          <a:xfrm>
            <a:off x="4347721" y="1501541"/>
            <a:ext cx="4440143" cy="2894405"/>
          </a:xfrm>
          <a:prstGeom prst="rect">
            <a:avLst/>
          </a:prstGeom>
        </p:spPr>
      </p:pic>
    </p:spTree>
    <p:extLst>
      <p:ext uri="{BB962C8B-B14F-4D97-AF65-F5344CB8AC3E}">
        <p14:creationId xmlns:p14="http://schemas.microsoft.com/office/powerpoint/2010/main" val="7152231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73">
          <a:extLst>
            <a:ext uri="{FF2B5EF4-FFF2-40B4-BE49-F238E27FC236}">
              <a16:creationId xmlns:a16="http://schemas.microsoft.com/office/drawing/2014/main" id="{44179F82-89AB-0E6A-47F6-B63E65F14949}"/>
            </a:ext>
          </a:extLst>
        </p:cNvPr>
        <p:cNvGrpSpPr/>
        <p:nvPr/>
      </p:nvGrpSpPr>
      <p:grpSpPr>
        <a:xfrm>
          <a:off x="0" y="0"/>
          <a:ext cx="0" cy="0"/>
          <a:chOff x="0" y="0"/>
          <a:chExt cx="0" cy="0"/>
        </a:xfrm>
      </p:grpSpPr>
      <p:sp>
        <p:nvSpPr>
          <p:cNvPr id="1374" name="Google Shape;1374;p50">
            <a:extLst>
              <a:ext uri="{FF2B5EF4-FFF2-40B4-BE49-F238E27FC236}">
                <a16:creationId xmlns:a16="http://schemas.microsoft.com/office/drawing/2014/main" id="{0D386149-7E4E-C324-FA79-44F886186DD9}"/>
              </a:ext>
            </a:extLst>
          </p:cNvPr>
          <p:cNvSpPr txBox="1">
            <a:spLocks noGrp="1"/>
          </p:cNvSpPr>
          <p:nvPr>
            <p:ph type="title"/>
          </p:nvPr>
        </p:nvSpPr>
        <p:spPr>
          <a:xfrm>
            <a:off x="534137" y="614414"/>
            <a:ext cx="6463827" cy="1045200"/>
          </a:xfrm>
          <a:prstGeom prst="rect">
            <a:avLst/>
          </a:prstGeom>
        </p:spPr>
        <p:txBody>
          <a:bodyPr spcFirstLastPara="1" wrap="square" lIns="91425" tIns="91425" rIns="91425" bIns="91425" anchor="b" anchorCtr="0">
            <a:noAutofit/>
          </a:bodyPr>
          <a:lstStyle/>
          <a:p>
            <a:r>
              <a:rPr lang="en-US" sz="3300" u="sng" dirty="0">
                <a:latin typeface="Roboto" panose="02000000000000000000" pitchFamily="2" charset="0"/>
                <a:ea typeface="Roboto" panose="02000000000000000000" pitchFamily="2" charset="0"/>
                <a:cs typeface="Roboto" panose="02000000000000000000" pitchFamily="2" charset="0"/>
              </a:rPr>
              <a:t>Average Transaction Amount by Merchant Category</a:t>
            </a:r>
            <a:endParaRPr sz="3300" u="sng" dirty="0">
              <a:latin typeface="Roboto" panose="02000000000000000000" pitchFamily="2" charset="0"/>
              <a:ea typeface="Roboto" panose="02000000000000000000" pitchFamily="2" charset="0"/>
              <a:cs typeface="Roboto" panose="02000000000000000000" pitchFamily="2" charset="0"/>
            </a:endParaRPr>
          </a:p>
        </p:txBody>
      </p:sp>
      <p:sp>
        <p:nvSpPr>
          <p:cNvPr id="1375" name="Google Shape;1375;p50">
            <a:extLst>
              <a:ext uri="{FF2B5EF4-FFF2-40B4-BE49-F238E27FC236}">
                <a16:creationId xmlns:a16="http://schemas.microsoft.com/office/drawing/2014/main" id="{86CCAD86-8BAC-E61C-1CEE-38A4DAB4E21E}"/>
              </a:ext>
            </a:extLst>
          </p:cNvPr>
          <p:cNvSpPr txBox="1">
            <a:spLocks noGrp="1"/>
          </p:cNvSpPr>
          <p:nvPr>
            <p:ph type="subTitle" idx="1"/>
          </p:nvPr>
        </p:nvSpPr>
        <p:spPr>
          <a:xfrm>
            <a:off x="447510" y="1915426"/>
            <a:ext cx="3999759" cy="1645921"/>
          </a:xfrm>
          <a:prstGeom prst="rect">
            <a:avLst/>
          </a:prstGeom>
        </p:spPr>
        <p:txBody>
          <a:bodyPr spcFirstLastPara="1" wrap="square" lIns="91425" tIns="91425" rIns="91425" bIns="91425" anchor="t" anchorCtr="0">
            <a:noAutofit/>
          </a:bodyPr>
          <a:lstStyle/>
          <a:p>
            <a:pPr marL="0" indent="0">
              <a:lnSpc>
                <a:spcPct val="150000"/>
              </a:lnSpc>
            </a:pPr>
            <a:r>
              <a:rPr lang="en-US" dirty="0"/>
              <a:t>This shows the </a:t>
            </a:r>
            <a:r>
              <a:rPr lang="en-US" b="1" dirty="0"/>
              <a:t>average transaction size</a:t>
            </a:r>
            <a:r>
              <a:rPr lang="en-US" dirty="0"/>
              <a:t> for each merchant category.</a:t>
            </a:r>
            <a:br>
              <a:rPr lang="en-US" dirty="0"/>
            </a:br>
            <a:r>
              <a:rPr lang="en-US" dirty="0"/>
              <a:t>It helps identify </a:t>
            </a:r>
            <a:r>
              <a:rPr lang="en-US" b="1" dirty="0"/>
              <a:t>merchant types</a:t>
            </a:r>
            <a:r>
              <a:rPr lang="en-US" dirty="0"/>
              <a:t> that often involve high-value frauds.</a:t>
            </a:r>
          </a:p>
          <a:p>
            <a:pPr marL="0" indent="0"/>
            <a:endParaRPr dirty="0"/>
          </a:p>
        </p:txBody>
      </p:sp>
      <p:grpSp>
        <p:nvGrpSpPr>
          <p:cNvPr id="1376" name="Google Shape;1376;p50">
            <a:extLst>
              <a:ext uri="{FF2B5EF4-FFF2-40B4-BE49-F238E27FC236}">
                <a16:creationId xmlns:a16="http://schemas.microsoft.com/office/drawing/2014/main" id="{EBAABB60-F4A8-41E5-43FA-FA95B4768D70}"/>
              </a:ext>
            </a:extLst>
          </p:cNvPr>
          <p:cNvGrpSpPr/>
          <p:nvPr/>
        </p:nvGrpSpPr>
        <p:grpSpPr>
          <a:xfrm>
            <a:off x="-368049" y="-750323"/>
            <a:ext cx="9412192" cy="5963580"/>
            <a:chOff x="-368049" y="-823675"/>
            <a:chExt cx="9412192" cy="5963580"/>
          </a:xfrm>
        </p:grpSpPr>
        <p:sp>
          <p:nvSpPr>
            <p:cNvPr id="1378" name="Google Shape;1378;p50">
              <a:extLst>
                <a:ext uri="{FF2B5EF4-FFF2-40B4-BE49-F238E27FC236}">
                  <a16:creationId xmlns:a16="http://schemas.microsoft.com/office/drawing/2014/main" id="{DDA0E0BD-B735-7F39-6C04-7CFE04BCF1B0}"/>
                </a:ext>
              </a:extLst>
            </p:cNvPr>
            <p:cNvSpPr/>
            <p:nvPr/>
          </p:nvSpPr>
          <p:spPr>
            <a:xfrm rot="434847">
              <a:off x="7832211" y="3630020"/>
              <a:ext cx="1211932" cy="1509885"/>
            </a:xfrm>
            <a:custGeom>
              <a:avLst/>
              <a:gdLst/>
              <a:ahLst/>
              <a:cxnLst/>
              <a:rect l="l" t="t" r="r" b="b"/>
              <a:pathLst>
                <a:path w="1211973" h="1509936" extrusionOk="0">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sp>
          <p:nvSpPr>
            <p:cNvPr id="1383" name="Google Shape;1383;p50">
              <a:extLst>
                <a:ext uri="{FF2B5EF4-FFF2-40B4-BE49-F238E27FC236}">
                  <a16:creationId xmlns:a16="http://schemas.microsoft.com/office/drawing/2014/main" id="{1FBA819B-32B4-AAA7-0BE5-36ED0CA70C6F}"/>
                </a:ext>
              </a:extLst>
            </p:cNvPr>
            <p:cNvSpPr/>
            <p:nvPr/>
          </p:nvSpPr>
          <p:spPr>
            <a:xfrm>
              <a:off x="-368049" y="-823675"/>
              <a:ext cx="30338" cy="68295"/>
            </a:xfrm>
            <a:custGeom>
              <a:avLst/>
              <a:gdLst/>
              <a:ahLst/>
              <a:cxnLst/>
              <a:rect l="l" t="t" r="r" b="b"/>
              <a:pathLst>
                <a:path w="30338" h="68295" extrusionOk="0">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pic>
        <p:nvPicPr>
          <p:cNvPr id="2" name="Picture 1">
            <a:extLst>
              <a:ext uri="{FF2B5EF4-FFF2-40B4-BE49-F238E27FC236}">
                <a16:creationId xmlns:a16="http://schemas.microsoft.com/office/drawing/2014/main" id="{2F59DA7A-196D-6090-EB9D-8A9A6CE05527}"/>
              </a:ext>
            </a:extLst>
          </p:cNvPr>
          <p:cNvPicPr>
            <a:picLocks noChangeAspect="1"/>
          </p:cNvPicPr>
          <p:nvPr/>
        </p:nvPicPr>
        <p:blipFill>
          <a:blip r:embed="rId3"/>
          <a:stretch>
            <a:fillRect/>
          </a:stretch>
        </p:blipFill>
        <p:spPr>
          <a:xfrm>
            <a:off x="4572000" y="1510542"/>
            <a:ext cx="4124490" cy="2626744"/>
          </a:xfrm>
          <a:prstGeom prst="rect">
            <a:avLst/>
          </a:prstGeom>
        </p:spPr>
      </p:pic>
    </p:spTree>
    <p:extLst>
      <p:ext uri="{BB962C8B-B14F-4D97-AF65-F5344CB8AC3E}">
        <p14:creationId xmlns:p14="http://schemas.microsoft.com/office/powerpoint/2010/main" val="1311333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73">
          <a:extLst>
            <a:ext uri="{FF2B5EF4-FFF2-40B4-BE49-F238E27FC236}">
              <a16:creationId xmlns:a16="http://schemas.microsoft.com/office/drawing/2014/main" id="{0E60886F-478B-7EEA-EB4A-39044EF4E303}"/>
            </a:ext>
          </a:extLst>
        </p:cNvPr>
        <p:cNvGrpSpPr/>
        <p:nvPr/>
      </p:nvGrpSpPr>
      <p:grpSpPr>
        <a:xfrm>
          <a:off x="0" y="0"/>
          <a:ext cx="0" cy="0"/>
          <a:chOff x="0" y="0"/>
          <a:chExt cx="0" cy="0"/>
        </a:xfrm>
      </p:grpSpPr>
      <p:sp>
        <p:nvSpPr>
          <p:cNvPr id="1374" name="Google Shape;1374;p50">
            <a:extLst>
              <a:ext uri="{FF2B5EF4-FFF2-40B4-BE49-F238E27FC236}">
                <a16:creationId xmlns:a16="http://schemas.microsoft.com/office/drawing/2014/main" id="{EC55FC85-4BD2-4795-DC42-45A29089C6CB}"/>
              </a:ext>
            </a:extLst>
          </p:cNvPr>
          <p:cNvSpPr txBox="1">
            <a:spLocks noGrp="1"/>
          </p:cNvSpPr>
          <p:nvPr>
            <p:ph type="title"/>
          </p:nvPr>
        </p:nvSpPr>
        <p:spPr>
          <a:xfrm>
            <a:off x="581865" y="460071"/>
            <a:ext cx="4914159" cy="653401"/>
          </a:xfrm>
          <a:prstGeom prst="rect">
            <a:avLst/>
          </a:prstGeom>
        </p:spPr>
        <p:txBody>
          <a:bodyPr spcFirstLastPara="1" wrap="square" lIns="91425" tIns="91425" rIns="91425" bIns="91425" anchor="b" anchorCtr="0">
            <a:noAutofit/>
          </a:bodyPr>
          <a:lstStyle/>
          <a:p>
            <a:r>
              <a:rPr lang="en-US" sz="3300" u="sng" dirty="0">
                <a:latin typeface="Roboto" panose="02000000000000000000" pitchFamily="2" charset="0"/>
                <a:ea typeface="Roboto" panose="02000000000000000000" pitchFamily="2" charset="0"/>
                <a:cs typeface="Roboto" panose="02000000000000000000" pitchFamily="2" charset="0"/>
              </a:rPr>
              <a:t>Geo Fraud Map (India)</a:t>
            </a:r>
            <a:endParaRPr sz="3300" u="sng" dirty="0">
              <a:latin typeface="Roboto" panose="02000000000000000000" pitchFamily="2" charset="0"/>
              <a:ea typeface="Roboto" panose="02000000000000000000" pitchFamily="2" charset="0"/>
              <a:cs typeface="Roboto" panose="02000000000000000000" pitchFamily="2" charset="0"/>
            </a:endParaRPr>
          </a:p>
        </p:txBody>
      </p:sp>
      <p:sp>
        <p:nvSpPr>
          <p:cNvPr id="1375" name="Google Shape;1375;p50">
            <a:extLst>
              <a:ext uri="{FF2B5EF4-FFF2-40B4-BE49-F238E27FC236}">
                <a16:creationId xmlns:a16="http://schemas.microsoft.com/office/drawing/2014/main" id="{60F645ED-3AC1-2289-5AC4-4BCCADE2F6E5}"/>
              </a:ext>
            </a:extLst>
          </p:cNvPr>
          <p:cNvSpPr txBox="1">
            <a:spLocks noGrp="1"/>
          </p:cNvSpPr>
          <p:nvPr>
            <p:ph type="subTitle" idx="1"/>
          </p:nvPr>
        </p:nvSpPr>
        <p:spPr>
          <a:xfrm>
            <a:off x="581865" y="1647595"/>
            <a:ext cx="3537747" cy="1684422"/>
          </a:xfrm>
          <a:prstGeom prst="rect">
            <a:avLst/>
          </a:prstGeom>
        </p:spPr>
        <p:txBody>
          <a:bodyPr spcFirstLastPara="1" wrap="square" lIns="91425" tIns="91425" rIns="91425" bIns="91425" anchor="t" anchorCtr="0">
            <a:noAutofit/>
          </a:bodyPr>
          <a:lstStyle/>
          <a:p>
            <a:pPr marL="0" indent="0">
              <a:lnSpc>
                <a:spcPct val="150000"/>
              </a:lnSpc>
            </a:pPr>
            <a:r>
              <a:rPr lang="en-US" dirty="0"/>
              <a:t>This shows </a:t>
            </a:r>
            <a:r>
              <a:rPr lang="en-US" b="1" dirty="0"/>
              <a:t>state-wise fraud rates</a:t>
            </a:r>
            <a:r>
              <a:rPr lang="en-US" dirty="0"/>
              <a:t> across India using a map.</a:t>
            </a:r>
            <a:br>
              <a:rPr lang="en-US" dirty="0"/>
            </a:br>
            <a:r>
              <a:rPr lang="en-US" dirty="0"/>
              <a:t>It helps identify </a:t>
            </a:r>
            <a:r>
              <a:rPr lang="en-US" b="1" dirty="0"/>
              <a:t>regions with higher fraud risk</a:t>
            </a:r>
            <a:r>
              <a:rPr lang="en-US" dirty="0"/>
              <a:t> for focused prevention.</a:t>
            </a:r>
          </a:p>
          <a:p>
            <a:pPr marL="0" indent="0"/>
            <a:endParaRPr dirty="0"/>
          </a:p>
        </p:txBody>
      </p:sp>
      <p:grpSp>
        <p:nvGrpSpPr>
          <p:cNvPr id="1376" name="Google Shape;1376;p50">
            <a:extLst>
              <a:ext uri="{FF2B5EF4-FFF2-40B4-BE49-F238E27FC236}">
                <a16:creationId xmlns:a16="http://schemas.microsoft.com/office/drawing/2014/main" id="{64C302C9-E103-499C-57E0-89EFCA339F4B}"/>
              </a:ext>
            </a:extLst>
          </p:cNvPr>
          <p:cNvGrpSpPr/>
          <p:nvPr/>
        </p:nvGrpSpPr>
        <p:grpSpPr>
          <a:xfrm>
            <a:off x="-368049" y="-750323"/>
            <a:ext cx="9412192" cy="5963580"/>
            <a:chOff x="-368049" y="-823675"/>
            <a:chExt cx="9412192" cy="5963580"/>
          </a:xfrm>
        </p:grpSpPr>
        <p:sp>
          <p:nvSpPr>
            <p:cNvPr id="1378" name="Google Shape;1378;p50">
              <a:extLst>
                <a:ext uri="{FF2B5EF4-FFF2-40B4-BE49-F238E27FC236}">
                  <a16:creationId xmlns:a16="http://schemas.microsoft.com/office/drawing/2014/main" id="{29DB1A2B-C1C6-BEB8-D184-BF6DB37196C6}"/>
                </a:ext>
              </a:extLst>
            </p:cNvPr>
            <p:cNvSpPr/>
            <p:nvPr/>
          </p:nvSpPr>
          <p:spPr>
            <a:xfrm rot="434847">
              <a:off x="7832211" y="3630020"/>
              <a:ext cx="1211932" cy="1509885"/>
            </a:xfrm>
            <a:custGeom>
              <a:avLst/>
              <a:gdLst/>
              <a:ahLst/>
              <a:cxnLst/>
              <a:rect l="l" t="t" r="r" b="b"/>
              <a:pathLst>
                <a:path w="1211973" h="1509936" extrusionOk="0">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sp>
          <p:nvSpPr>
            <p:cNvPr id="1383" name="Google Shape;1383;p50">
              <a:extLst>
                <a:ext uri="{FF2B5EF4-FFF2-40B4-BE49-F238E27FC236}">
                  <a16:creationId xmlns:a16="http://schemas.microsoft.com/office/drawing/2014/main" id="{8678C16B-3B66-9AE5-8581-42354201CE1A}"/>
                </a:ext>
              </a:extLst>
            </p:cNvPr>
            <p:cNvSpPr/>
            <p:nvPr/>
          </p:nvSpPr>
          <p:spPr>
            <a:xfrm>
              <a:off x="-368049" y="-823675"/>
              <a:ext cx="30338" cy="68295"/>
            </a:xfrm>
            <a:custGeom>
              <a:avLst/>
              <a:gdLst/>
              <a:ahLst/>
              <a:cxnLst/>
              <a:rect l="l" t="t" r="r" b="b"/>
              <a:pathLst>
                <a:path w="30338" h="68295" extrusionOk="0">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pic>
        <p:nvPicPr>
          <p:cNvPr id="2" name="Picture 1">
            <a:extLst>
              <a:ext uri="{FF2B5EF4-FFF2-40B4-BE49-F238E27FC236}">
                <a16:creationId xmlns:a16="http://schemas.microsoft.com/office/drawing/2014/main" id="{6A497183-9A80-6A1C-3610-0CCA5370F806}"/>
              </a:ext>
            </a:extLst>
          </p:cNvPr>
          <p:cNvPicPr>
            <a:picLocks noChangeAspect="1"/>
          </p:cNvPicPr>
          <p:nvPr/>
        </p:nvPicPr>
        <p:blipFill>
          <a:blip r:embed="rId3"/>
          <a:srcRect b="4495"/>
          <a:stretch>
            <a:fillRect/>
          </a:stretch>
        </p:blipFill>
        <p:spPr>
          <a:xfrm>
            <a:off x="4881463" y="1113472"/>
            <a:ext cx="4060407" cy="3660306"/>
          </a:xfrm>
          <a:prstGeom prst="rect">
            <a:avLst/>
          </a:prstGeom>
        </p:spPr>
      </p:pic>
    </p:spTree>
    <p:extLst>
      <p:ext uri="{BB962C8B-B14F-4D97-AF65-F5344CB8AC3E}">
        <p14:creationId xmlns:p14="http://schemas.microsoft.com/office/powerpoint/2010/main" val="39877056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73">
          <a:extLst>
            <a:ext uri="{FF2B5EF4-FFF2-40B4-BE49-F238E27FC236}">
              <a16:creationId xmlns:a16="http://schemas.microsoft.com/office/drawing/2014/main" id="{7CFC5FB2-DBD4-52DA-758A-B7E7F0ED03F2}"/>
            </a:ext>
          </a:extLst>
        </p:cNvPr>
        <p:cNvGrpSpPr/>
        <p:nvPr/>
      </p:nvGrpSpPr>
      <p:grpSpPr>
        <a:xfrm>
          <a:off x="0" y="0"/>
          <a:ext cx="0" cy="0"/>
          <a:chOff x="0" y="0"/>
          <a:chExt cx="0" cy="0"/>
        </a:xfrm>
      </p:grpSpPr>
      <p:sp>
        <p:nvSpPr>
          <p:cNvPr id="1374" name="Google Shape;1374;p50">
            <a:extLst>
              <a:ext uri="{FF2B5EF4-FFF2-40B4-BE49-F238E27FC236}">
                <a16:creationId xmlns:a16="http://schemas.microsoft.com/office/drawing/2014/main" id="{C8E88480-0BDC-DB9D-A476-9E37F4A20E52}"/>
              </a:ext>
            </a:extLst>
          </p:cNvPr>
          <p:cNvSpPr txBox="1">
            <a:spLocks noGrp="1"/>
          </p:cNvSpPr>
          <p:nvPr>
            <p:ph type="title"/>
          </p:nvPr>
        </p:nvSpPr>
        <p:spPr>
          <a:xfrm>
            <a:off x="649241" y="564984"/>
            <a:ext cx="7378227" cy="653400"/>
          </a:xfrm>
          <a:prstGeom prst="rect">
            <a:avLst/>
          </a:prstGeom>
        </p:spPr>
        <p:txBody>
          <a:bodyPr spcFirstLastPara="1" wrap="square" lIns="91425" tIns="91425" rIns="91425" bIns="91425" anchor="b" anchorCtr="0">
            <a:noAutofit/>
          </a:bodyPr>
          <a:lstStyle/>
          <a:p>
            <a:r>
              <a:rPr lang="en-US" sz="3300" u="sng" dirty="0">
                <a:latin typeface="Roboto" panose="02000000000000000000" pitchFamily="2" charset="0"/>
                <a:ea typeface="Roboto" panose="02000000000000000000" pitchFamily="2" charset="0"/>
                <a:cs typeface="Roboto" panose="02000000000000000000" pitchFamily="2" charset="0"/>
              </a:rPr>
              <a:t>Bank Market Share Shifts Over Time</a:t>
            </a:r>
            <a:endParaRPr sz="3300" u="sng" dirty="0">
              <a:latin typeface="Roboto" panose="02000000000000000000" pitchFamily="2" charset="0"/>
              <a:ea typeface="Roboto" panose="02000000000000000000" pitchFamily="2" charset="0"/>
              <a:cs typeface="Roboto" panose="02000000000000000000" pitchFamily="2" charset="0"/>
            </a:endParaRPr>
          </a:p>
        </p:txBody>
      </p:sp>
      <p:sp>
        <p:nvSpPr>
          <p:cNvPr id="1375" name="Google Shape;1375;p50">
            <a:extLst>
              <a:ext uri="{FF2B5EF4-FFF2-40B4-BE49-F238E27FC236}">
                <a16:creationId xmlns:a16="http://schemas.microsoft.com/office/drawing/2014/main" id="{1BE02909-A904-C9D9-F003-0283A2409887}"/>
              </a:ext>
            </a:extLst>
          </p:cNvPr>
          <p:cNvSpPr txBox="1">
            <a:spLocks noGrp="1"/>
          </p:cNvSpPr>
          <p:nvPr>
            <p:ph type="subTitle" idx="1"/>
          </p:nvPr>
        </p:nvSpPr>
        <p:spPr>
          <a:xfrm>
            <a:off x="550349" y="1944304"/>
            <a:ext cx="3886897" cy="1597793"/>
          </a:xfrm>
          <a:prstGeom prst="rect">
            <a:avLst/>
          </a:prstGeom>
        </p:spPr>
        <p:txBody>
          <a:bodyPr spcFirstLastPara="1" wrap="square" lIns="91425" tIns="91425" rIns="91425" bIns="91425" anchor="t" anchorCtr="0">
            <a:noAutofit/>
          </a:bodyPr>
          <a:lstStyle/>
          <a:p>
            <a:pPr marL="0" indent="0">
              <a:lnSpc>
                <a:spcPct val="150000"/>
              </a:lnSpc>
            </a:pPr>
            <a:r>
              <a:rPr lang="en-US" dirty="0"/>
              <a:t>This tracks how UPI transactions of banks change over months.</a:t>
            </a:r>
            <a:br>
              <a:rPr lang="en-US" dirty="0"/>
            </a:br>
            <a:r>
              <a:rPr lang="en-US" dirty="0"/>
              <a:t>It helps detect </a:t>
            </a:r>
            <a:r>
              <a:rPr lang="en-US" b="1" dirty="0"/>
              <a:t>growth trends and sudden increases linked to fraud</a:t>
            </a:r>
            <a:r>
              <a:rPr lang="en-US" dirty="0"/>
              <a:t>.</a:t>
            </a:r>
          </a:p>
          <a:p>
            <a:pPr marL="0" indent="0"/>
            <a:endParaRPr dirty="0"/>
          </a:p>
        </p:txBody>
      </p:sp>
      <p:grpSp>
        <p:nvGrpSpPr>
          <p:cNvPr id="1376" name="Google Shape;1376;p50">
            <a:extLst>
              <a:ext uri="{FF2B5EF4-FFF2-40B4-BE49-F238E27FC236}">
                <a16:creationId xmlns:a16="http://schemas.microsoft.com/office/drawing/2014/main" id="{F47F2DB0-8818-8EC2-CB24-D6B2ABB50449}"/>
              </a:ext>
            </a:extLst>
          </p:cNvPr>
          <p:cNvGrpSpPr/>
          <p:nvPr/>
        </p:nvGrpSpPr>
        <p:grpSpPr>
          <a:xfrm>
            <a:off x="-368049" y="-750323"/>
            <a:ext cx="9412192" cy="5963580"/>
            <a:chOff x="-368049" y="-823675"/>
            <a:chExt cx="9412192" cy="5963580"/>
          </a:xfrm>
        </p:grpSpPr>
        <p:sp>
          <p:nvSpPr>
            <p:cNvPr id="1378" name="Google Shape;1378;p50">
              <a:extLst>
                <a:ext uri="{FF2B5EF4-FFF2-40B4-BE49-F238E27FC236}">
                  <a16:creationId xmlns:a16="http://schemas.microsoft.com/office/drawing/2014/main" id="{1D26D6C3-0C04-88C5-874E-D8285A542C10}"/>
                </a:ext>
              </a:extLst>
            </p:cNvPr>
            <p:cNvSpPr/>
            <p:nvPr/>
          </p:nvSpPr>
          <p:spPr>
            <a:xfrm rot="434847">
              <a:off x="7832211" y="3630020"/>
              <a:ext cx="1211932" cy="1509885"/>
            </a:xfrm>
            <a:custGeom>
              <a:avLst/>
              <a:gdLst/>
              <a:ahLst/>
              <a:cxnLst/>
              <a:rect l="l" t="t" r="r" b="b"/>
              <a:pathLst>
                <a:path w="1211973" h="1509936" extrusionOk="0">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sp>
          <p:nvSpPr>
            <p:cNvPr id="1383" name="Google Shape;1383;p50">
              <a:extLst>
                <a:ext uri="{FF2B5EF4-FFF2-40B4-BE49-F238E27FC236}">
                  <a16:creationId xmlns:a16="http://schemas.microsoft.com/office/drawing/2014/main" id="{EA62ADC5-60D3-5919-010B-7A6809F89C91}"/>
                </a:ext>
              </a:extLst>
            </p:cNvPr>
            <p:cNvSpPr/>
            <p:nvPr/>
          </p:nvSpPr>
          <p:spPr>
            <a:xfrm>
              <a:off x="-368049" y="-823675"/>
              <a:ext cx="30338" cy="68295"/>
            </a:xfrm>
            <a:custGeom>
              <a:avLst/>
              <a:gdLst/>
              <a:ahLst/>
              <a:cxnLst/>
              <a:rect l="l" t="t" r="r" b="b"/>
              <a:pathLst>
                <a:path w="30338" h="68295" extrusionOk="0">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pic>
        <p:nvPicPr>
          <p:cNvPr id="2" name="Picture 1">
            <a:extLst>
              <a:ext uri="{FF2B5EF4-FFF2-40B4-BE49-F238E27FC236}">
                <a16:creationId xmlns:a16="http://schemas.microsoft.com/office/drawing/2014/main" id="{A04C5CA5-3709-91F0-E488-DAC60384EE2B}"/>
              </a:ext>
            </a:extLst>
          </p:cNvPr>
          <p:cNvPicPr>
            <a:picLocks noChangeAspect="1"/>
          </p:cNvPicPr>
          <p:nvPr/>
        </p:nvPicPr>
        <p:blipFill>
          <a:blip r:embed="rId3"/>
          <a:stretch>
            <a:fillRect/>
          </a:stretch>
        </p:blipFill>
        <p:spPr>
          <a:xfrm>
            <a:off x="4338354" y="1586302"/>
            <a:ext cx="4378041" cy="2820826"/>
          </a:xfrm>
          <a:prstGeom prst="rect">
            <a:avLst/>
          </a:prstGeom>
        </p:spPr>
      </p:pic>
    </p:spTree>
    <p:extLst>
      <p:ext uri="{BB962C8B-B14F-4D97-AF65-F5344CB8AC3E}">
        <p14:creationId xmlns:p14="http://schemas.microsoft.com/office/powerpoint/2010/main" val="31258871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73">
          <a:extLst>
            <a:ext uri="{FF2B5EF4-FFF2-40B4-BE49-F238E27FC236}">
              <a16:creationId xmlns:a16="http://schemas.microsoft.com/office/drawing/2014/main" id="{871255C8-D03B-D4C0-E655-C30E7B209EC9}"/>
            </a:ext>
          </a:extLst>
        </p:cNvPr>
        <p:cNvGrpSpPr/>
        <p:nvPr/>
      </p:nvGrpSpPr>
      <p:grpSpPr>
        <a:xfrm>
          <a:off x="0" y="0"/>
          <a:ext cx="0" cy="0"/>
          <a:chOff x="0" y="0"/>
          <a:chExt cx="0" cy="0"/>
        </a:xfrm>
      </p:grpSpPr>
      <p:sp>
        <p:nvSpPr>
          <p:cNvPr id="1374" name="Google Shape;1374;p50">
            <a:extLst>
              <a:ext uri="{FF2B5EF4-FFF2-40B4-BE49-F238E27FC236}">
                <a16:creationId xmlns:a16="http://schemas.microsoft.com/office/drawing/2014/main" id="{0AD69AB9-49C2-F30D-39F1-73F8772EC821}"/>
              </a:ext>
            </a:extLst>
          </p:cNvPr>
          <p:cNvSpPr txBox="1">
            <a:spLocks noGrp="1"/>
          </p:cNvSpPr>
          <p:nvPr>
            <p:ph type="title"/>
          </p:nvPr>
        </p:nvSpPr>
        <p:spPr>
          <a:xfrm>
            <a:off x="510140" y="125128"/>
            <a:ext cx="5640404" cy="1237635"/>
          </a:xfrm>
          <a:prstGeom prst="rect">
            <a:avLst/>
          </a:prstGeom>
        </p:spPr>
        <p:txBody>
          <a:bodyPr spcFirstLastPara="1" wrap="square" lIns="91425" tIns="91425" rIns="91425" bIns="91425" anchor="b" anchorCtr="0">
            <a:noAutofit/>
          </a:bodyPr>
          <a:lstStyle/>
          <a:p>
            <a:r>
              <a:rPr lang="en-US" sz="3300" u="sng" dirty="0">
                <a:latin typeface="Roboto" panose="02000000000000000000" pitchFamily="2" charset="0"/>
                <a:ea typeface="Roboto" panose="02000000000000000000" pitchFamily="2" charset="0"/>
                <a:cs typeface="Roboto" panose="02000000000000000000" pitchFamily="2" charset="0"/>
              </a:rPr>
              <a:t>Chain Transactions </a:t>
            </a:r>
            <a:br>
              <a:rPr lang="en-US" sz="3300" u="sng" dirty="0">
                <a:latin typeface="Roboto" panose="02000000000000000000" pitchFamily="2" charset="0"/>
                <a:ea typeface="Roboto" panose="02000000000000000000" pitchFamily="2" charset="0"/>
                <a:cs typeface="Roboto" panose="02000000000000000000" pitchFamily="2" charset="0"/>
              </a:rPr>
            </a:br>
            <a:r>
              <a:rPr lang="en-US" sz="3300" u="sng" dirty="0">
                <a:latin typeface="Roboto" panose="02000000000000000000" pitchFamily="2" charset="0"/>
                <a:ea typeface="Roboto" panose="02000000000000000000" pitchFamily="2" charset="0"/>
                <a:cs typeface="Roboto" panose="02000000000000000000" pitchFamily="2" charset="0"/>
              </a:rPr>
              <a:t>(Money Hopping Detection)</a:t>
            </a:r>
            <a:endParaRPr sz="3300" u="sng" dirty="0">
              <a:latin typeface="Roboto" panose="02000000000000000000" pitchFamily="2" charset="0"/>
              <a:ea typeface="Roboto" panose="02000000000000000000" pitchFamily="2" charset="0"/>
              <a:cs typeface="Roboto" panose="02000000000000000000" pitchFamily="2" charset="0"/>
            </a:endParaRPr>
          </a:p>
        </p:txBody>
      </p:sp>
      <p:sp>
        <p:nvSpPr>
          <p:cNvPr id="1375" name="Google Shape;1375;p50">
            <a:extLst>
              <a:ext uri="{FF2B5EF4-FFF2-40B4-BE49-F238E27FC236}">
                <a16:creationId xmlns:a16="http://schemas.microsoft.com/office/drawing/2014/main" id="{660A17AF-20FE-DB20-848B-8DD27A3809B2}"/>
              </a:ext>
            </a:extLst>
          </p:cNvPr>
          <p:cNvSpPr txBox="1">
            <a:spLocks noGrp="1"/>
          </p:cNvSpPr>
          <p:nvPr>
            <p:ph type="subTitle" idx="1"/>
          </p:nvPr>
        </p:nvSpPr>
        <p:spPr>
          <a:xfrm>
            <a:off x="851373" y="1778683"/>
            <a:ext cx="3932383" cy="2002055"/>
          </a:xfrm>
          <a:prstGeom prst="rect">
            <a:avLst/>
          </a:prstGeom>
        </p:spPr>
        <p:txBody>
          <a:bodyPr spcFirstLastPara="1" wrap="square" lIns="91425" tIns="91425" rIns="91425" bIns="91425" anchor="t" anchorCtr="0">
            <a:noAutofit/>
          </a:bodyPr>
          <a:lstStyle/>
          <a:p>
            <a:pPr marL="0" indent="0">
              <a:lnSpc>
                <a:spcPct val="150000"/>
              </a:lnSpc>
            </a:pPr>
            <a:r>
              <a:rPr lang="en-US" dirty="0"/>
              <a:t>This finds </a:t>
            </a:r>
            <a:r>
              <a:rPr lang="en-US" b="1" dirty="0"/>
              <a:t>quick transfers between connected accounts</a:t>
            </a:r>
            <a:r>
              <a:rPr lang="en-US" dirty="0"/>
              <a:t> within minutes.</a:t>
            </a:r>
            <a:br>
              <a:rPr lang="en-US" dirty="0"/>
            </a:br>
            <a:r>
              <a:rPr lang="en-US" dirty="0"/>
              <a:t>It helps uncover </a:t>
            </a:r>
            <a:r>
              <a:rPr lang="en-US" b="1" dirty="0"/>
              <a:t>money-laundering or linked fraud activities</a:t>
            </a:r>
            <a:r>
              <a:rPr lang="en-US" dirty="0"/>
              <a:t>.</a:t>
            </a:r>
            <a:endParaRPr dirty="0"/>
          </a:p>
        </p:txBody>
      </p:sp>
      <p:grpSp>
        <p:nvGrpSpPr>
          <p:cNvPr id="1376" name="Google Shape;1376;p50">
            <a:extLst>
              <a:ext uri="{FF2B5EF4-FFF2-40B4-BE49-F238E27FC236}">
                <a16:creationId xmlns:a16="http://schemas.microsoft.com/office/drawing/2014/main" id="{1FEFD66D-1B1D-72BD-4917-C9DFF0F46408}"/>
              </a:ext>
            </a:extLst>
          </p:cNvPr>
          <p:cNvGrpSpPr/>
          <p:nvPr/>
        </p:nvGrpSpPr>
        <p:grpSpPr>
          <a:xfrm>
            <a:off x="-368049" y="-750323"/>
            <a:ext cx="9412192" cy="5963580"/>
            <a:chOff x="-368049" y="-823675"/>
            <a:chExt cx="9412192" cy="5963580"/>
          </a:xfrm>
        </p:grpSpPr>
        <p:sp>
          <p:nvSpPr>
            <p:cNvPr id="1378" name="Google Shape;1378;p50">
              <a:extLst>
                <a:ext uri="{FF2B5EF4-FFF2-40B4-BE49-F238E27FC236}">
                  <a16:creationId xmlns:a16="http://schemas.microsoft.com/office/drawing/2014/main" id="{034748C4-708D-6497-2294-D935B3DD695C}"/>
                </a:ext>
              </a:extLst>
            </p:cNvPr>
            <p:cNvSpPr/>
            <p:nvPr/>
          </p:nvSpPr>
          <p:spPr>
            <a:xfrm rot="434847">
              <a:off x="7832211" y="3630020"/>
              <a:ext cx="1211932" cy="1509885"/>
            </a:xfrm>
            <a:custGeom>
              <a:avLst/>
              <a:gdLst/>
              <a:ahLst/>
              <a:cxnLst/>
              <a:rect l="l" t="t" r="r" b="b"/>
              <a:pathLst>
                <a:path w="1211973" h="1509936" extrusionOk="0">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sp>
          <p:nvSpPr>
            <p:cNvPr id="1383" name="Google Shape;1383;p50">
              <a:extLst>
                <a:ext uri="{FF2B5EF4-FFF2-40B4-BE49-F238E27FC236}">
                  <a16:creationId xmlns:a16="http://schemas.microsoft.com/office/drawing/2014/main" id="{C849E064-E029-B3A7-B6CE-1613192FF6FC}"/>
                </a:ext>
              </a:extLst>
            </p:cNvPr>
            <p:cNvSpPr/>
            <p:nvPr/>
          </p:nvSpPr>
          <p:spPr>
            <a:xfrm>
              <a:off x="-368049" y="-823675"/>
              <a:ext cx="30338" cy="68295"/>
            </a:xfrm>
            <a:custGeom>
              <a:avLst/>
              <a:gdLst/>
              <a:ahLst/>
              <a:cxnLst/>
              <a:rect l="l" t="t" r="r" b="b"/>
              <a:pathLst>
                <a:path w="30338" h="68295" extrusionOk="0">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pic>
        <p:nvPicPr>
          <p:cNvPr id="2" name="Picture 1">
            <a:extLst>
              <a:ext uri="{FF2B5EF4-FFF2-40B4-BE49-F238E27FC236}">
                <a16:creationId xmlns:a16="http://schemas.microsoft.com/office/drawing/2014/main" id="{B9570D73-BB77-FC77-B25A-D570D23A7E27}"/>
              </a:ext>
            </a:extLst>
          </p:cNvPr>
          <p:cNvPicPr>
            <a:picLocks noChangeAspect="1"/>
          </p:cNvPicPr>
          <p:nvPr/>
        </p:nvPicPr>
        <p:blipFill>
          <a:blip r:embed="rId3"/>
          <a:stretch>
            <a:fillRect/>
          </a:stretch>
        </p:blipFill>
        <p:spPr>
          <a:xfrm>
            <a:off x="4913157" y="1362763"/>
            <a:ext cx="3379470" cy="3569920"/>
          </a:xfrm>
          <a:prstGeom prst="rect">
            <a:avLst/>
          </a:prstGeom>
        </p:spPr>
      </p:pic>
    </p:spTree>
    <p:extLst>
      <p:ext uri="{BB962C8B-B14F-4D97-AF65-F5344CB8AC3E}">
        <p14:creationId xmlns:p14="http://schemas.microsoft.com/office/powerpoint/2010/main" val="27785824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73">
          <a:extLst>
            <a:ext uri="{FF2B5EF4-FFF2-40B4-BE49-F238E27FC236}">
              <a16:creationId xmlns:a16="http://schemas.microsoft.com/office/drawing/2014/main" id="{613AE7AF-0ED7-A16A-F34C-E38C34A7B9EA}"/>
            </a:ext>
          </a:extLst>
        </p:cNvPr>
        <p:cNvGrpSpPr/>
        <p:nvPr/>
      </p:nvGrpSpPr>
      <p:grpSpPr>
        <a:xfrm>
          <a:off x="0" y="0"/>
          <a:ext cx="0" cy="0"/>
          <a:chOff x="0" y="0"/>
          <a:chExt cx="0" cy="0"/>
        </a:xfrm>
      </p:grpSpPr>
      <p:sp>
        <p:nvSpPr>
          <p:cNvPr id="1374" name="Google Shape;1374;p50">
            <a:extLst>
              <a:ext uri="{FF2B5EF4-FFF2-40B4-BE49-F238E27FC236}">
                <a16:creationId xmlns:a16="http://schemas.microsoft.com/office/drawing/2014/main" id="{39559867-8AE6-C270-30DE-A487537E31D2}"/>
              </a:ext>
            </a:extLst>
          </p:cNvPr>
          <p:cNvSpPr txBox="1">
            <a:spLocks noGrp="1"/>
          </p:cNvSpPr>
          <p:nvPr>
            <p:ph type="title"/>
          </p:nvPr>
        </p:nvSpPr>
        <p:spPr>
          <a:xfrm>
            <a:off x="626813" y="356063"/>
            <a:ext cx="7811364" cy="1045200"/>
          </a:xfrm>
          <a:prstGeom prst="rect">
            <a:avLst/>
          </a:prstGeom>
        </p:spPr>
        <p:txBody>
          <a:bodyPr spcFirstLastPara="1" wrap="square" lIns="91425" tIns="91425" rIns="91425" bIns="91425" anchor="b" anchorCtr="0">
            <a:noAutofit/>
          </a:bodyPr>
          <a:lstStyle/>
          <a:p>
            <a:r>
              <a:rPr lang="en-US" sz="3300" u="sng" dirty="0">
                <a:latin typeface="Roboto" panose="02000000000000000000" pitchFamily="2" charset="0"/>
                <a:ea typeface="Roboto" panose="02000000000000000000" pitchFamily="2" charset="0"/>
                <a:cs typeface="Roboto" panose="02000000000000000000" pitchFamily="2" charset="0"/>
              </a:rPr>
              <a:t>Top 10 High-Value Customers (Customer Lifetime Value – CLV)</a:t>
            </a:r>
            <a:endParaRPr sz="3300" u="sng" dirty="0">
              <a:latin typeface="Roboto" panose="02000000000000000000" pitchFamily="2" charset="0"/>
              <a:ea typeface="Roboto" panose="02000000000000000000" pitchFamily="2" charset="0"/>
              <a:cs typeface="Roboto" panose="02000000000000000000" pitchFamily="2" charset="0"/>
            </a:endParaRPr>
          </a:p>
        </p:txBody>
      </p:sp>
      <p:sp>
        <p:nvSpPr>
          <p:cNvPr id="1375" name="Google Shape;1375;p50">
            <a:extLst>
              <a:ext uri="{FF2B5EF4-FFF2-40B4-BE49-F238E27FC236}">
                <a16:creationId xmlns:a16="http://schemas.microsoft.com/office/drawing/2014/main" id="{87039CBF-6AC2-5D31-E9C8-52D961D5399D}"/>
              </a:ext>
            </a:extLst>
          </p:cNvPr>
          <p:cNvSpPr txBox="1">
            <a:spLocks noGrp="1"/>
          </p:cNvSpPr>
          <p:nvPr>
            <p:ph type="subTitle" idx="1"/>
          </p:nvPr>
        </p:nvSpPr>
        <p:spPr>
          <a:xfrm>
            <a:off x="567890" y="1742173"/>
            <a:ext cx="3884256" cy="2211821"/>
          </a:xfrm>
          <a:prstGeom prst="rect">
            <a:avLst/>
          </a:prstGeom>
        </p:spPr>
        <p:txBody>
          <a:bodyPr spcFirstLastPara="1" wrap="square" lIns="91425" tIns="91425" rIns="91425" bIns="91425" anchor="t" anchorCtr="0">
            <a:noAutofit/>
          </a:bodyPr>
          <a:lstStyle/>
          <a:p>
            <a:pPr marL="0" indent="0">
              <a:lnSpc>
                <a:spcPct val="150000"/>
              </a:lnSpc>
            </a:pPr>
            <a:r>
              <a:rPr lang="en-US" dirty="0"/>
              <a:t>This identifies users with </a:t>
            </a:r>
            <a:r>
              <a:rPr lang="en-US" b="1" dirty="0"/>
              <a:t>frequent and high-value UPI transactions</a:t>
            </a:r>
            <a:r>
              <a:rPr lang="en-US" dirty="0"/>
              <a:t>.</a:t>
            </a:r>
            <a:br>
              <a:rPr lang="en-US" dirty="0"/>
            </a:br>
            <a:r>
              <a:rPr lang="en-US" dirty="0"/>
              <a:t>It helps banks monitor </a:t>
            </a:r>
            <a:r>
              <a:rPr lang="en-US" b="1" dirty="0"/>
              <a:t>important customers</a:t>
            </a:r>
            <a:r>
              <a:rPr lang="en-US" dirty="0"/>
              <a:t> for better fraud protection.</a:t>
            </a:r>
            <a:endParaRPr dirty="0"/>
          </a:p>
        </p:txBody>
      </p:sp>
      <p:grpSp>
        <p:nvGrpSpPr>
          <p:cNvPr id="1376" name="Google Shape;1376;p50">
            <a:extLst>
              <a:ext uri="{FF2B5EF4-FFF2-40B4-BE49-F238E27FC236}">
                <a16:creationId xmlns:a16="http://schemas.microsoft.com/office/drawing/2014/main" id="{7127BE46-8C06-956B-DC82-2588C084998F}"/>
              </a:ext>
            </a:extLst>
          </p:cNvPr>
          <p:cNvGrpSpPr/>
          <p:nvPr/>
        </p:nvGrpSpPr>
        <p:grpSpPr>
          <a:xfrm>
            <a:off x="-368049" y="-750323"/>
            <a:ext cx="9412192" cy="5963580"/>
            <a:chOff x="-368049" y="-823675"/>
            <a:chExt cx="9412192" cy="5963580"/>
          </a:xfrm>
        </p:grpSpPr>
        <p:sp>
          <p:nvSpPr>
            <p:cNvPr id="1378" name="Google Shape;1378;p50">
              <a:extLst>
                <a:ext uri="{FF2B5EF4-FFF2-40B4-BE49-F238E27FC236}">
                  <a16:creationId xmlns:a16="http://schemas.microsoft.com/office/drawing/2014/main" id="{861817F1-4678-E605-36EB-53E8569BA246}"/>
                </a:ext>
              </a:extLst>
            </p:cNvPr>
            <p:cNvSpPr/>
            <p:nvPr/>
          </p:nvSpPr>
          <p:spPr>
            <a:xfrm rot="434847">
              <a:off x="7832211" y="3630020"/>
              <a:ext cx="1211932" cy="1509885"/>
            </a:xfrm>
            <a:custGeom>
              <a:avLst/>
              <a:gdLst/>
              <a:ahLst/>
              <a:cxnLst/>
              <a:rect l="l" t="t" r="r" b="b"/>
              <a:pathLst>
                <a:path w="1211973" h="1509936" extrusionOk="0">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sp>
          <p:nvSpPr>
            <p:cNvPr id="1383" name="Google Shape;1383;p50">
              <a:extLst>
                <a:ext uri="{FF2B5EF4-FFF2-40B4-BE49-F238E27FC236}">
                  <a16:creationId xmlns:a16="http://schemas.microsoft.com/office/drawing/2014/main" id="{FC3CDA6D-9322-1D4C-EA11-191CD9D6C520}"/>
                </a:ext>
              </a:extLst>
            </p:cNvPr>
            <p:cNvSpPr/>
            <p:nvPr/>
          </p:nvSpPr>
          <p:spPr>
            <a:xfrm>
              <a:off x="-368049" y="-823675"/>
              <a:ext cx="30338" cy="68295"/>
            </a:xfrm>
            <a:custGeom>
              <a:avLst/>
              <a:gdLst/>
              <a:ahLst/>
              <a:cxnLst/>
              <a:rect l="l" t="t" r="r" b="b"/>
              <a:pathLst>
                <a:path w="30338" h="68295" extrusionOk="0">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pic>
        <p:nvPicPr>
          <p:cNvPr id="2" name="Picture 1">
            <a:extLst>
              <a:ext uri="{FF2B5EF4-FFF2-40B4-BE49-F238E27FC236}">
                <a16:creationId xmlns:a16="http://schemas.microsoft.com/office/drawing/2014/main" id="{3B0D1E72-FAFD-FE91-F6EB-460E502ABC7A}"/>
              </a:ext>
            </a:extLst>
          </p:cNvPr>
          <p:cNvPicPr>
            <a:picLocks noChangeAspect="1"/>
          </p:cNvPicPr>
          <p:nvPr/>
        </p:nvPicPr>
        <p:blipFill>
          <a:blip r:embed="rId3"/>
          <a:stretch>
            <a:fillRect/>
          </a:stretch>
        </p:blipFill>
        <p:spPr>
          <a:xfrm>
            <a:off x="4389120" y="1648981"/>
            <a:ext cx="4186990" cy="2689689"/>
          </a:xfrm>
          <a:prstGeom prst="rect">
            <a:avLst/>
          </a:prstGeom>
        </p:spPr>
      </p:pic>
    </p:spTree>
    <p:extLst>
      <p:ext uri="{BB962C8B-B14F-4D97-AF65-F5344CB8AC3E}">
        <p14:creationId xmlns:p14="http://schemas.microsoft.com/office/powerpoint/2010/main" val="29894458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20"/>
        <p:cNvGrpSpPr/>
        <p:nvPr/>
      </p:nvGrpSpPr>
      <p:grpSpPr>
        <a:xfrm>
          <a:off x="0" y="0"/>
          <a:ext cx="0" cy="0"/>
          <a:chOff x="0" y="0"/>
          <a:chExt cx="0" cy="0"/>
        </a:xfrm>
      </p:grpSpPr>
      <p:sp>
        <p:nvSpPr>
          <p:cNvPr id="3523" name="Google Shape;3523;p71"/>
          <p:cNvSpPr/>
          <p:nvPr/>
        </p:nvSpPr>
        <p:spPr>
          <a:xfrm>
            <a:off x="1146054" y="3746779"/>
            <a:ext cx="3739331" cy="762007"/>
          </a:xfrm>
          <a:custGeom>
            <a:avLst/>
            <a:gdLst/>
            <a:ahLst/>
            <a:cxnLst/>
            <a:rect l="l" t="t" r="r" b="b"/>
            <a:pathLst>
              <a:path w="4386312" h="851404" extrusionOk="0">
                <a:moveTo>
                  <a:pt x="3819730" y="851423"/>
                </a:moveTo>
                <a:cubicBezTo>
                  <a:pt x="3819730" y="851423"/>
                  <a:pt x="4148558" y="806489"/>
                  <a:pt x="4287316" y="730094"/>
                </a:cubicBezTo>
                <a:cubicBezTo>
                  <a:pt x="4426077" y="653698"/>
                  <a:pt x="4462050" y="568343"/>
                  <a:pt x="4107444" y="474407"/>
                </a:cubicBezTo>
                <a:cubicBezTo>
                  <a:pt x="3752839" y="380472"/>
                  <a:pt x="3310865" y="422507"/>
                  <a:pt x="2910007" y="273884"/>
                </a:cubicBezTo>
                <a:cubicBezTo>
                  <a:pt x="2509148" y="125261"/>
                  <a:pt x="2586237" y="44194"/>
                  <a:pt x="2000366" y="11166"/>
                </a:cubicBezTo>
                <a:cubicBezTo>
                  <a:pt x="1414496" y="-21861"/>
                  <a:pt x="659032" y="14169"/>
                  <a:pt x="556247" y="177805"/>
                </a:cubicBezTo>
                <a:cubicBezTo>
                  <a:pt x="520225" y="235154"/>
                  <a:pt x="513832" y="294087"/>
                  <a:pt x="540651" y="351887"/>
                </a:cubicBezTo>
                <a:cubicBezTo>
                  <a:pt x="566160" y="406860"/>
                  <a:pt x="675642" y="466040"/>
                  <a:pt x="618884" y="521649"/>
                </a:cubicBezTo>
                <a:cubicBezTo>
                  <a:pt x="586543" y="553571"/>
                  <a:pt x="478455" y="573440"/>
                  <a:pt x="381514" y="587644"/>
                </a:cubicBezTo>
                <a:cubicBezTo>
                  <a:pt x="42325" y="637184"/>
                  <a:pt x="-51697" y="752515"/>
                  <a:pt x="25391" y="851423"/>
                </a:cubicBezTo>
                <a:close/>
              </a:path>
            </a:pathLst>
          </a:custGeom>
          <a:solidFill>
            <a:schemeClr val="dk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24" name="Google Shape;3524;p71"/>
          <p:cNvSpPr/>
          <p:nvPr/>
        </p:nvSpPr>
        <p:spPr>
          <a:xfrm>
            <a:off x="1146050" y="1885353"/>
            <a:ext cx="4177962" cy="444643"/>
          </a:xfrm>
          <a:custGeom>
            <a:avLst/>
            <a:gdLst/>
            <a:ahLst/>
            <a:cxnLst/>
            <a:rect l="l" t="t" r="r" b="b"/>
            <a:pathLst>
              <a:path w="4386312" h="209490" extrusionOk="0">
                <a:moveTo>
                  <a:pt x="3819730" y="19"/>
                </a:moveTo>
                <a:cubicBezTo>
                  <a:pt x="3819730" y="19"/>
                  <a:pt x="4148559" y="11075"/>
                  <a:pt x="4287316" y="29872"/>
                </a:cubicBezTo>
                <a:cubicBezTo>
                  <a:pt x="4426076" y="48670"/>
                  <a:pt x="4462050" y="69671"/>
                  <a:pt x="4107444" y="92784"/>
                </a:cubicBezTo>
                <a:cubicBezTo>
                  <a:pt x="3752839" y="115897"/>
                  <a:pt x="3310866" y="105555"/>
                  <a:pt x="2910007" y="142124"/>
                </a:cubicBezTo>
                <a:cubicBezTo>
                  <a:pt x="2509148" y="178693"/>
                  <a:pt x="2586237" y="198639"/>
                  <a:pt x="2000366" y="206766"/>
                </a:cubicBezTo>
                <a:cubicBezTo>
                  <a:pt x="1414497" y="214892"/>
                  <a:pt x="659032" y="206027"/>
                  <a:pt x="556247" y="165764"/>
                </a:cubicBezTo>
                <a:cubicBezTo>
                  <a:pt x="520225" y="151653"/>
                  <a:pt x="513832" y="137153"/>
                  <a:pt x="540651" y="122931"/>
                </a:cubicBezTo>
                <a:cubicBezTo>
                  <a:pt x="566160" y="109405"/>
                  <a:pt x="675642" y="94843"/>
                  <a:pt x="618884" y="81161"/>
                </a:cubicBezTo>
                <a:cubicBezTo>
                  <a:pt x="586544" y="73306"/>
                  <a:pt x="478455" y="68417"/>
                  <a:pt x="381514" y="64922"/>
                </a:cubicBezTo>
                <a:cubicBezTo>
                  <a:pt x="42325" y="52733"/>
                  <a:pt x="-51697" y="24355"/>
                  <a:pt x="25390" y="19"/>
                </a:cubicBezTo>
                <a:close/>
              </a:path>
            </a:pathLst>
          </a:custGeom>
          <a:solidFill>
            <a:schemeClr val="dk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3525" name="Google Shape;3525;p71"/>
          <p:cNvGrpSpPr/>
          <p:nvPr/>
        </p:nvGrpSpPr>
        <p:grpSpPr>
          <a:xfrm>
            <a:off x="6356778" y="2897897"/>
            <a:ext cx="1187690" cy="1187597"/>
            <a:chOff x="2269333" y="4370695"/>
            <a:chExt cx="928536" cy="928536"/>
          </a:xfrm>
        </p:grpSpPr>
        <p:sp>
          <p:nvSpPr>
            <p:cNvPr id="3526" name="Google Shape;3526;p71"/>
            <p:cNvSpPr/>
            <p:nvPr/>
          </p:nvSpPr>
          <p:spPr>
            <a:xfrm rot="-2700000">
              <a:off x="2405242" y="4506748"/>
              <a:ext cx="656718" cy="656430"/>
            </a:xfrm>
            <a:custGeom>
              <a:avLst/>
              <a:gdLst/>
              <a:ahLst/>
              <a:cxnLst/>
              <a:rect l="l" t="t" r="r" b="b"/>
              <a:pathLst>
                <a:path w="656353" h="656065" extrusionOk="0">
                  <a:moveTo>
                    <a:pt x="656603" y="328217"/>
                  </a:moveTo>
                  <a:cubicBezTo>
                    <a:pt x="656603" y="509384"/>
                    <a:pt x="509673" y="656249"/>
                    <a:pt x="328426" y="656249"/>
                  </a:cubicBezTo>
                  <a:cubicBezTo>
                    <a:pt x="147179" y="656249"/>
                    <a:pt x="249" y="509384"/>
                    <a:pt x="249" y="328217"/>
                  </a:cubicBezTo>
                  <a:cubicBezTo>
                    <a:pt x="249" y="147049"/>
                    <a:pt x="147179" y="184"/>
                    <a:pt x="328426" y="184"/>
                  </a:cubicBezTo>
                  <a:cubicBezTo>
                    <a:pt x="509673" y="184"/>
                    <a:pt x="656603" y="147049"/>
                    <a:pt x="656603" y="328217"/>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27" name="Google Shape;3527;p71"/>
            <p:cNvSpPr/>
            <p:nvPr/>
          </p:nvSpPr>
          <p:spPr>
            <a:xfrm rot="-4106279">
              <a:off x="2422650" y="4524340"/>
              <a:ext cx="621247" cy="620974"/>
            </a:xfrm>
            <a:custGeom>
              <a:avLst/>
              <a:gdLst/>
              <a:ahLst/>
              <a:cxnLst/>
              <a:rect l="l" t="t" r="r" b="b"/>
              <a:pathLst>
                <a:path w="621261" h="620988" extrusionOk="0">
                  <a:moveTo>
                    <a:pt x="621510" y="310678"/>
                  </a:moveTo>
                  <a:cubicBezTo>
                    <a:pt x="621510" y="482159"/>
                    <a:pt x="482436" y="621173"/>
                    <a:pt x="310880" y="621173"/>
                  </a:cubicBezTo>
                  <a:cubicBezTo>
                    <a:pt x="139323" y="621173"/>
                    <a:pt x="249" y="482160"/>
                    <a:pt x="249" y="310678"/>
                  </a:cubicBezTo>
                  <a:cubicBezTo>
                    <a:pt x="249" y="139197"/>
                    <a:pt x="139323" y="184"/>
                    <a:pt x="310880" y="184"/>
                  </a:cubicBezTo>
                  <a:cubicBezTo>
                    <a:pt x="482436" y="184"/>
                    <a:pt x="621510" y="139197"/>
                    <a:pt x="621510" y="310678"/>
                  </a:cubicBezTo>
                  <a:close/>
                </a:path>
              </a:pathLst>
            </a:custGeom>
            <a:solidFill>
              <a:srgbClr val="000000">
                <a:alpha val="1835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28" name="Google Shape;3528;p71"/>
            <p:cNvSpPr/>
            <p:nvPr/>
          </p:nvSpPr>
          <p:spPr>
            <a:xfrm>
              <a:off x="2559684" y="4588740"/>
              <a:ext cx="336110" cy="492445"/>
            </a:xfrm>
            <a:custGeom>
              <a:avLst/>
              <a:gdLst/>
              <a:ahLst/>
              <a:cxnLst/>
              <a:rect l="l" t="t" r="r" b="b"/>
              <a:pathLst>
                <a:path w="336110" h="492445" extrusionOk="0">
                  <a:moveTo>
                    <a:pt x="289988" y="358206"/>
                  </a:moveTo>
                  <a:cubicBezTo>
                    <a:pt x="308204" y="292092"/>
                    <a:pt x="256926" y="258469"/>
                    <a:pt x="207258" y="230811"/>
                  </a:cubicBezTo>
                  <a:lnTo>
                    <a:pt x="234494" y="131955"/>
                  </a:lnTo>
                  <a:cubicBezTo>
                    <a:pt x="260190" y="142591"/>
                    <a:pt x="283421" y="158397"/>
                    <a:pt x="302745" y="178391"/>
                  </a:cubicBezTo>
                  <a:lnTo>
                    <a:pt x="336359" y="134590"/>
                  </a:lnTo>
                  <a:cubicBezTo>
                    <a:pt x="315588" y="110996"/>
                    <a:pt x="283518" y="91142"/>
                    <a:pt x="249144" y="78784"/>
                  </a:cubicBezTo>
                  <a:lnTo>
                    <a:pt x="266704" y="15052"/>
                  </a:lnTo>
                  <a:lnTo>
                    <a:pt x="212693" y="184"/>
                  </a:lnTo>
                  <a:lnTo>
                    <a:pt x="194638" y="65716"/>
                  </a:lnTo>
                  <a:cubicBezTo>
                    <a:pt x="122384" y="57026"/>
                    <a:pt x="78150" y="89453"/>
                    <a:pt x="65019" y="137113"/>
                  </a:cubicBezTo>
                  <a:cubicBezTo>
                    <a:pt x="47463" y="200834"/>
                    <a:pt x="93272" y="234485"/>
                    <a:pt x="140689" y="261523"/>
                  </a:cubicBezTo>
                  <a:lnTo>
                    <a:pt x="113502" y="360196"/>
                  </a:lnTo>
                  <a:cubicBezTo>
                    <a:pt x="81307" y="346266"/>
                    <a:pt x="52849" y="323908"/>
                    <a:pt x="35818" y="300320"/>
                  </a:cubicBezTo>
                  <a:lnTo>
                    <a:pt x="249" y="343584"/>
                  </a:lnTo>
                  <a:cubicBezTo>
                    <a:pt x="18419" y="370674"/>
                    <a:pt x="55734" y="397086"/>
                    <a:pt x="98811" y="413520"/>
                  </a:cubicBezTo>
                  <a:lnTo>
                    <a:pt x="81110" y="477762"/>
                  </a:lnTo>
                  <a:lnTo>
                    <a:pt x="135121" y="492630"/>
                  </a:lnTo>
                  <a:lnTo>
                    <a:pt x="152924" y="428016"/>
                  </a:lnTo>
                  <a:cubicBezTo>
                    <a:pt x="229473" y="439794"/>
                    <a:pt x="276552" y="406975"/>
                    <a:pt x="289988" y="358206"/>
                  </a:cubicBezTo>
                  <a:close/>
                  <a:moveTo>
                    <a:pt x="128839" y="151530"/>
                  </a:moveTo>
                  <a:cubicBezTo>
                    <a:pt x="134109" y="132404"/>
                    <a:pt x="150326" y="119460"/>
                    <a:pt x="179720" y="119862"/>
                  </a:cubicBezTo>
                  <a:lnTo>
                    <a:pt x="157158" y="201747"/>
                  </a:lnTo>
                  <a:cubicBezTo>
                    <a:pt x="136254" y="187408"/>
                    <a:pt x="123194" y="172019"/>
                    <a:pt x="128839" y="151530"/>
                  </a:cubicBezTo>
                  <a:close/>
                  <a:moveTo>
                    <a:pt x="167637" y="374614"/>
                  </a:moveTo>
                  <a:lnTo>
                    <a:pt x="190934" y="290059"/>
                  </a:lnTo>
                  <a:cubicBezTo>
                    <a:pt x="215873" y="305821"/>
                    <a:pt x="232590" y="322386"/>
                    <a:pt x="226253" y="345389"/>
                  </a:cubicBezTo>
                  <a:cubicBezTo>
                    <a:pt x="220680" y="365615"/>
                    <a:pt x="201939" y="377869"/>
                    <a:pt x="167637" y="374614"/>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3529" name="Google Shape;3529;p71"/>
          <p:cNvGrpSpPr/>
          <p:nvPr/>
        </p:nvGrpSpPr>
        <p:grpSpPr>
          <a:xfrm rot="185397">
            <a:off x="790824" y="3107135"/>
            <a:ext cx="1407085" cy="830781"/>
            <a:chOff x="4778337" y="5141250"/>
            <a:chExt cx="1335335" cy="788417"/>
          </a:xfrm>
        </p:grpSpPr>
        <p:sp>
          <p:nvSpPr>
            <p:cNvPr id="3530" name="Google Shape;3530;p71"/>
            <p:cNvSpPr/>
            <p:nvPr/>
          </p:nvSpPr>
          <p:spPr>
            <a:xfrm>
              <a:off x="4778337" y="5141250"/>
              <a:ext cx="1335334" cy="787760"/>
            </a:xfrm>
            <a:custGeom>
              <a:avLst/>
              <a:gdLst/>
              <a:ahLst/>
              <a:cxnLst/>
              <a:rect l="l" t="t" r="r" b="b"/>
              <a:pathLst>
                <a:path w="1745534" h="1029752" extrusionOk="0">
                  <a:moveTo>
                    <a:pt x="5103" y="167486"/>
                  </a:moveTo>
                  <a:cubicBezTo>
                    <a:pt x="-86406" y="691790"/>
                    <a:pt x="1052911" y="1396174"/>
                    <a:pt x="1745445" y="803631"/>
                  </a:cubicBezTo>
                  <a:cubicBezTo>
                    <a:pt x="1467424" y="94438"/>
                    <a:pt x="387793" y="-221495"/>
                    <a:pt x="5103" y="167486"/>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31" name="Google Shape;3531;p71"/>
            <p:cNvSpPr/>
            <p:nvPr/>
          </p:nvSpPr>
          <p:spPr>
            <a:xfrm>
              <a:off x="5204163" y="5142875"/>
              <a:ext cx="102221" cy="324991"/>
            </a:xfrm>
            <a:custGeom>
              <a:avLst/>
              <a:gdLst/>
              <a:ahLst/>
              <a:cxnLst/>
              <a:rect l="l" t="t" r="r" b="b"/>
              <a:pathLst>
                <a:path w="133622" h="424825" extrusionOk="0">
                  <a:moveTo>
                    <a:pt x="133534" y="418484"/>
                  </a:moveTo>
                  <a:lnTo>
                    <a:pt x="23088" y="953"/>
                  </a:lnTo>
                  <a:cubicBezTo>
                    <a:pt x="15344" y="333"/>
                    <a:pt x="7606" y="-262"/>
                    <a:pt x="-89" y="-728"/>
                  </a:cubicBezTo>
                  <a:lnTo>
                    <a:pt x="112286" y="424098"/>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32" name="Google Shape;3532;p71"/>
            <p:cNvSpPr/>
            <p:nvPr/>
          </p:nvSpPr>
          <p:spPr>
            <a:xfrm>
              <a:off x="4817422" y="5352727"/>
              <a:ext cx="187330" cy="134330"/>
            </a:xfrm>
            <a:custGeom>
              <a:avLst/>
              <a:gdLst/>
              <a:ahLst/>
              <a:cxnLst/>
              <a:rect l="l" t="t" r="r" b="b"/>
              <a:pathLst>
                <a:path w="244876" h="175595" extrusionOk="0">
                  <a:moveTo>
                    <a:pt x="232548" y="-728"/>
                  </a:moveTo>
                  <a:lnTo>
                    <a:pt x="-89" y="155148"/>
                  </a:lnTo>
                  <a:cubicBezTo>
                    <a:pt x="3113" y="161731"/>
                    <a:pt x="6459" y="168305"/>
                    <a:pt x="9948" y="174867"/>
                  </a:cubicBezTo>
                  <a:lnTo>
                    <a:pt x="244788" y="17516"/>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33" name="Google Shape;3533;p71"/>
            <p:cNvSpPr/>
            <p:nvPr/>
          </p:nvSpPr>
          <p:spPr>
            <a:xfrm>
              <a:off x="5205180" y="5554833"/>
              <a:ext cx="365072" cy="278678"/>
            </a:xfrm>
            <a:custGeom>
              <a:avLst/>
              <a:gdLst/>
              <a:ahLst/>
              <a:cxnLst/>
              <a:rect l="l" t="t" r="r" b="b"/>
              <a:pathLst>
                <a:path w="477218" h="364285" extrusionOk="0">
                  <a:moveTo>
                    <a:pt x="463799" y="-728"/>
                  </a:moveTo>
                  <a:lnTo>
                    <a:pt x="-89" y="352899"/>
                  </a:lnTo>
                  <a:cubicBezTo>
                    <a:pt x="7290" y="356507"/>
                    <a:pt x="14709" y="360060"/>
                    <a:pt x="22169" y="363558"/>
                  </a:cubicBezTo>
                  <a:lnTo>
                    <a:pt x="477129" y="16737"/>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34" name="Google Shape;3534;p71"/>
            <p:cNvSpPr/>
            <p:nvPr/>
          </p:nvSpPr>
          <p:spPr>
            <a:xfrm>
              <a:off x="5728282" y="5315912"/>
              <a:ext cx="66602" cy="325390"/>
            </a:xfrm>
            <a:custGeom>
              <a:avLst/>
              <a:gdLst/>
              <a:ahLst/>
              <a:cxnLst/>
              <a:rect l="l" t="t" r="r" b="b"/>
              <a:pathLst>
                <a:path w="87062" h="425347" extrusionOk="0">
                  <a:moveTo>
                    <a:pt x="86974" y="421286"/>
                  </a:moveTo>
                  <a:lnTo>
                    <a:pt x="24541" y="14862"/>
                  </a:lnTo>
                  <a:cubicBezTo>
                    <a:pt x="16387" y="9574"/>
                    <a:pt x="8162" y="4400"/>
                    <a:pt x="-89" y="-728"/>
                  </a:cubicBezTo>
                  <a:lnTo>
                    <a:pt x="65250" y="424620"/>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35" name="Google Shape;3535;p71"/>
            <p:cNvSpPr/>
            <p:nvPr/>
          </p:nvSpPr>
          <p:spPr>
            <a:xfrm>
              <a:off x="5642170" y="5695733"/>
              <a:ext cx="322891" cy="233935"/>
            </a:xfrm>
            <a:custGeom>
              <a:avLst/>
              <a:gdLst/>
              <a:ahLst/>
              <a:cxnLst/>
              <a:rect l="l" t="t" r="r" b="b"/>
              <a:pathLst>
                <a:path w="422080" h="305797" extrusionOk="0">
                  <a:moveTo>
                    <a:pt x="421991" y="16860"/>
                  </a:moveTo>
                  <a:lnTo>
                    <a:pt x="408822" y="-728"/>
                  </a:lnTo>
                  <a:lnTo>
                    <a:pt x="-89" y="305069"/>
                  </a:lnTo>
                  <a:cubicBezTo>
                    <a:pt x="12556" y="304979"/>
                    <a:pt x="25200" y="304669"/>
                    <a:pt x="37842" y="304137"/>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36" name="Google Shape;3536;p71"/>
            <p:cNvSpPr/>
            <p:nvPr/>
          </p:nvSpPr>
          <p:spPr>
            <a:xfrm>
              <a:off x="4779643" y="5272811"/>
              <a:ext cx="1334029" cy="490484"/>
            </a:xfrm>
            <a:custGeom>
              <a:avLst/>
              <a:gdLst/>
              <a:ahLst/>
              <a:cxnLst/>
              <a:rect l="l" t="t" r="r" b="b"/>
              <a:pathLst>
                <a:path w="1743829" h="641156" extrusionOk="0">
                  <a:moveTo>
                    <a:pt x="1738354" y="618832"/>
                  </a:moveTo>
                  <a:lnTo>
                    <a:pt x="2846" y="-728"/>
                  </a:lnTo>
                  <a:cubicBezTo>
                    <a:pt x="1635" y="6666"/>
                    <a:pt x="639" y="14090"/>
                    <a:pt x="-89" y="21550"/>
                  </a:cubicBezTo>
                  <a:lnTo>
                    <a:pt x="1733514" y="640429"/>
                  </a:lnTo>
                  <a:cubicBezTo>
                    <a:pt x="1736927" y="637589"/>
                    <a:pt x="1740349" y="634773"/>
                    <a:pt x="1743740" y="631872"/>
                  </a:cubicBezTo>
                  <a:cubicBezTo>
                    <a:pt x="1742022" y="627487"/>
                    <a:pt x="1740133" y="623186"/>
                    <a:pt x="1738354" y="618832"/>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3537" name="Google Shape;3537;p71"/>
          <p:cNvGrpSpPr/>
          <p:nvPr/>
        </p:nvGrpSpPr>
        <p:grpSpPr>
          <a:xfrm rot="-502570">
            <a:off x="2549293" y="3488690"/>
            <a:ext cx="1105193" cy="1193244"/>
            <a:chOff x="4921769" y="3642162"/>
            <a:chExt cx="1048829" cy="1132389"/>
          </a:xfrm>
        </p:grpSpPr>
        <p:sp>
          <p:nvSpPr>
            <p:cNvPr id="3538" name="Google Shape;3538;p71"/>
            <p:cNvSpPr/>
            <p:nvPr/>
          </p:nvSpPr>
          <p:spPr>
            <a:xfrm>
              <a:off x="4921769" y="3642162"/>
              <a:ext cx="1048829" cy="1132378"/>
            </a:xfrm>
            <a:custGeom>
              <a:avLst/>
              <a:gdLst/>
              <a:ahLst/>
              <a:cxnLst/>
              <a:rect l="l" t="t" r="r" b="b"/>
              <a:pathLst>
                <a:path w="1371018" h="1480233" extrusionOk="0">
                  <a:moveTo>
                    <a:pt x="24217" y="13961"/>
                  </a:moveTo>
                  <a:cubicBezTo>
                    <a:pt x="-94878" y="497744"/>
                    <a:pt x="207410" y="1383284"/>
                    <a:pt x="1293296" y="1479506"/>
                  </a:cubicBezTo>
                  <a:cubicBezTo>
                    <a:pt x="1574677" y="888315"/>
                    <a:pt x="1077452" y="-135295"/>
                    <a:pt x="24217" y="13961"/>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39" name="Google Shape;3539;p71"/>
            <p:cNvSpPr/>
            <p:nvPr/>
          </p:nvSpPr>
          <p:spPr>
            <a:xfrm>
              <a:off x="4938097" y="3651132"/>
              <a:ext cx="976193" cy="1123419"/>
            </a:xfrm>
            <a:custGeom>
              <a:avLst/>
              <a:gdLst/>
              <a:ahLst/>
              <a:cxnLst/>
              <a:rect l="l" t="t" r="r" b="b"/>
              <a:pathLst>
                <a:path w="1276069" h="1468522" extrusionOk="0">
                  <a:moveTo>
                    <a:pt x="1275980" y="1459154"/>
                  </a:moveTo>
                  <a:lnTo>
                    <a:pt x="25185" y="-728"/>
                  </a:lnTo>
                  <a:cubicBezTo>
                    <a:pt x="17782" y="212"/>
                    <a:pt x="10353" y="1204"/>
                    <a:pt x="2899" y="2249"/>
                  </a:cubicBezTo>
                  <a:cubicBezTo>
                    <a:pt x="1845" y="6533"/>
                    <a:pt x="899" y="10919"/>
                    <a:pt x="-89" y="15265"/>
                  </a:cubicBezTo>
                  <a:lnTo>
                    <a:pt x="1241796" y="1464746"/>
                  </a:lnTo>
                  <a:cubicBezTo>
                    <a:pt x="1251834" y="1465785"/>
                    <a:pt x="1261804" y="1466893"/>
                    <a:pt x="1271979" y="1467795"/>
                  </a:cubicBezTo>
                  <a:cubicBezTo>
                    <a:pt x="1273342" y="1464931"/>
                    <a:pt x="1274653" y="1462037"/>
                    <a:pt x="1275980" y="1459154"/>
                  </a:cubicBez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40" name="Google Shape;3540;p71"/>
            <p:cNvSpPr/>
            <p:nvPr/>
          </p:nvSpPr>
          <p:spPr>
            <a:xfrm>
              <a:off x="4965616" y="4023850"/>
              <a:ext cx="307717" cy="85969"/>
            </a:xfrm>
            <a:custGeom>
              <a:avLst/>
              <a:gdLst/>
              <a:ahLst/>
              <a:cxnLst/>
              <a:rect l="l" t="t" r="r" b="b"/>
              <a:pathLst>
                <a:path w="402245" h="112378" extrusionOk="0">
                  <a:moveTo>
                    <a:pt x="396002" y="-728"/>
                  </a:moveTo>
                  <a:lnTo>
                    <a:pt x="-89" y="83401"/>
                  </a:lnTo>
                  <a:cubicBezTo>
                    <a:pt x="2932" y="92818"/>
                    <a:pt x="6076" y="102234"/>
                    <a:pt x="9343" y="111651"/>
                  </a:cubicBezTo>
                  <a:lnTo>
                    <a:pt x="402156" y="28218"/>
                  </a:ln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41" name="Google Shape;3541;p71"/>
            <p:cNvSpPr/>
            <p:nvPr/>
          </p:nvSpPr>
          <p:spPr>
            <a:xfrm>
              <a:off x="5461021" y="3802587"/>
              <a:ext cx="170353" cy="469223"/>
            </a:xfrm>
            <a:custGeom>
              <a:avLst/>
              <a:gdLst/>
              <a:ahLst/>
              <a:cxnLst/>
              <a:rect l="l" t="t" r="r" b="b"/>
              <a:pathLst>
                <a:path w="222684" h="613364" extrusionOk="0">
                  <a:moveTo>
                    <a:pt x="28049" y="612637"/>
                  </a:moveTo>
                  <a:lnTo>
                    <a:pt x="222595" y="17894"/>
                  </a:lnTo>
                  <a:cubicBezTo>
                    <a:pt x="214348" y="11586"/>
                    <a:pt x="205997" y="5379"/>
                    <a:pt x="197541" y="-728"/>
                  </a:cubicBezTo>
                  <a:lnTo>
                    <a:pt x="-89" y="603444"/>
                  </a:ln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3542" name="Google Shape;3542;p71"/>
            <p:cNvGrpSpPr/>
            <p:nvPr/>
          </p:nvGrpSpPr>
          <p:grpSpPr>
            <a:xfrm>
              <a:off x="5242608" y="4480691"/>
              <a:ext cx="420919" cy="42073"/>
              <a:chOff x="2422386" y="2810148"/>
              <a:chExt cx="549503" cy="54926"/>
            </a:xfrm>
          </p:grpSpPr>
          <p:sp>
            <p:nvSpPr>
              <p:cNvPr id="3543" name="Google Shape;3543;p71"/>
              <p:cNvSpPr/>
              <p:nvPr/>
            </p:nvSpPr>
            <p:spPr>
              <a:xfrm>
                <a:off x="2423063" y="2850164"/>
                <a:ext cx="16318" cy="14910"/>
              </a:xfrm>
              <a:custGeom>
                <a:avLst/>
                <a:gdLst/>
                <a:ahLst/>
                <a:cxnLst/>
                <a:rect l="l" t="t" r="r" b="b"/>
                <a:pathLst>
                  <a:path w="16318" h="14910" extrusionOk="0">
                    <a:moveTo>
                      <a:pt x="600" y="14183"/>
                    </a:moveTo>
                    <a:lnTo>
                      <a:pt x="16230" y="13459"/>
                    </a:lnTo>
                    <a:cubicBezTo>
                      <a:pt x="10700" y="8781"/>
                      <a:pt x="5325" y="4016"/>
                      <a:pt x="-89" y="-728"/>
                    </a:cubicBezTo>
                    <a:close/>
                  </a:path>
                </a:pathLst>
              </a:custGeom>
              <a:solidFill>
                <a:schemeClr val="accen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44" name="Google Shape;3544;p71"/>
              <p:cNvSpPr/>
              <p:nvPr/>
            </p:nvSpPr>
            <p:spPr>
              <a:xfrm>
                <a:off x="2422386" y="2810148"/>
                <a:ext cx="549503" cy="54203"/>
              </a:xfrm>
              <a:custGeom>
                <a:avLst/>
                <a:gdLst/>
                <a:ahLst/>
                <a:cxnLst/>
                <a:rect l="l" t="t" r="r" b="b"/>
                <a:pathLst>
                  <a:path w="549503" h="54203" extrusionOk="0">
                    <a:moveTo>
                      <a:pt x="548046" y="-728"/>
                    </a:moveTo>
                    <a:lnTo>
                      <a:pt x="-89" y="24642"/>
                    </a:lnTo>
                    <a:lnTo>
                      <a:pt x="589" y="39288"/>
                    </a:lnTo>
                    <a:cubicBezTo>
                      <a:pt x="6002" y="44032"/>
                      <a:pt x="11378" y="48797"/>
                      <a:pt x="16907" y="53475"/>
                    </a:cubicBezTo>
                    <a:lnTo>
                      <a:pt x="549414" y="28827"/>
                    </a:ln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3545" name="Google Shape;3545;p71"/>
          <p:cNvGrpSpPr/>
          <p:nvPr/>
        </p:nvGrpSpPr>
        <p:grpSpPr>
          <a:xfrm rot="2699770" flipH="1">
            <a:off x="4069141" y="2807259"/>
            <a:ext cx="852245" cy="1384502"/>
            <a:chOff x="6434831" y="3097962"/>
            <a:chExt cx="804739" cy="1313905"/>
          </a:xfrm>
        </p:grpSpPr>
        <p:sp>
          <p:nvSpPr>
            <p:cNvPr id="3546" name="Google Shape;3546;p71"/>
            <p:cNvSpPr/>
            <p:nvPr/>
          </p:nvSpPr>
          <p:spPr>
            <a:xfrm>
              <a:off x="6434831" y="3097962"/>
              <a:ext cx="804739" cy="1313905"/>
            </a:xfrm>
            <a:custGeom>
              <a:avLst/>
              <a:gdLst/>
              <a:ahLst/>
              <a:cxnLst/>
              <a:rect l="l" t="t" r="r" b="b"/>
              <a:pathLst>
                <a:path w="1051946" h="1717523" extrusionOk="0">
                  <a:moveTo>
                    <a:pt x="252087" y="-728"/>
                  </a:moveTo>
                  <a:cubicBezTo>
                    <a:pt x="-192638" y="430159"/>
                    <a:pt x="-90454" y="1501261"/>
                    <a:pt x="892054" y="1716796"/>
                  </a:cubicBezTo>
                  <a:cubicBezTo>
                    <a:pt x="1157488" y="1327487"/>
                    <a:pt x="1182379" y="443081"/>
                    <a:pt x="252087" y="-728"/>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47" name="Google Shape;3547;p71"/>
            <p:cNvSpPr/>
            <p:nvPr/>
          </p:nvSpPr>
          <p:spPr>
            <a:xfrm>
              <a:off x="6623112" y="3097962"/>
              <a:ext cx="499761" cy="1313905"/>
            </a:xfrm>
            <a:custGeom>
              <a:avLst/>
              <a:gdLst/>
              <a:ahLst/>
              <a:cxnLst/>
              <a:rect l="l" t="t" r="r" b="b"/>
              <a:pathLst>
                <a:path w="653283" h="1717523" extrusionOk="0">
                  <a:moveTo>
                    <a:pt x="653195" y="1706248"/>
                  </a:moveTo>
                  <a:lnTo>
                    <a:pt x="32013" y="11941"/>
                  </a:lnTo>
                  <a:cubicBezTo>
                    <a:pt x="23462" y="7705"/>
                    <a:pt x="14995" y="3431"/>
                    <a:pt x="6276" y="-728"/>
                  </a:cubicBezTo>
                  <a:cubicBezTo>
                    <a:pt x="4113" y="1368"/>
                    <a:pt x="2049" y="3579"/>
                    <a:pt x="-89" y="5705"/>
                  </a:cubicBezTo>
                  <a:lnTo>
                    <a:pt x="625444" y="1711884"/>
                  </a:lnTo>
                  <a:cubicBezTo>
                    <a:pt x="632385" y="1713514"/>
                    <a:pt x="639212" y="1715253"/>
                    <a:pt x="646243" y="1716796"/>
                  </a:cubicBezTo>
                  <a:cubicBezTo>
                    <a:pt x="648594" y="1713348"/>
                    <a:pt x="650882" y="1709773"/>
                    <a:pt x="653195" y="1706248"/>
                  </a:cubicBez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3548" name="Google Shape;3548;p71"/>
          <p:cNvGrpSpPr/>
          <p:nvPr/>
        </p:nvGrpSpPr>
        <p:grpSpPr>
          <a:xfrm rot="9703380">
            <a:off x="8076806" y="2525196"/>
            <a:ext cx="618133" cy="1366244"/>
            <a:chOff x="2770354" y="3061567"/>
            <a:chExt cx="434552" cy="960521"/>
          </a:xfrm>
        </p:grpSpPr>
        <p:sp>
          <p:nvSpPr>
            <p:cNvPr id="3549" name="Google Shape;3549;p71"/>
            <p:cNvSpPr/>
            <p:nvPr/>
          </p:nvSpPr>
          <p:spPr>
            <a:xfrm>
              <a:off x="2770354" y="3061567"/>
              <a:ext cx="434552" cy="960521"/>
            </a:xfrm>
            <a:custGeom>
              <a:avLst/>
              <a:gdLst/>
              <a:ahLst/>
              <a:cxnLst/>
              <a:rect l="l" t="t" r="r" b="b"/>
              <a:pathLst>
                <a:path w="434552" h="960521" extrusionOk="0">
                  <a:moveTo>
                    <a:pt x="424799" y="448"/>
                  </a:moveTo>
                  <a:cubicBezTo>
                    <a:pt x="444431" y="169702"/>
                    <a:pt x="414129" y="926774"/>
                    <a:pt x="434802" y="957436"/>
                  </a:cubicBezTo>
                  <a:cubicBezTo>
                    <a:pt x="347497" y="957436"/>
                    <a:pt x="40741" y="964794"/>
                    <a:pt x="249" y="957435"/>
                  </a:cubicBezTo>
                  <a:cubicBezTo>
                    <a:pt x="13746" y="910829"/>
                    <a:pt x="23563" y="31440"/>
                    <a:pt x="7612" y="14270"/>
                  </a:cubicBezTo>
                  <a:cubicBezTo>
                    <a:pt x="-8339" y="-2901"/>
                    <a:pt x="424799" y="448"/>
                    <a:pt x="424799" y="448"/>
                  </a:cubicBez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50" name="Google Shape;3550;p71"/>
            <p:cNvSpPr/>
            <p:nvPr/>
          </p:nvSpPr>
          <p:spPr>
            <a:xfrm>
              <a:off x="2792942" y="3108470"/>
              <a:ext cx="389378" cy="866714"/>
            </a:xfrm>
            <a:custGeom>
              <a:avLst/>
              <a:gdLst/>
              <a:ahLst/>
              <a:cxnLst/>
              <a:rect l="l" t="t" r="r" b="b"/>
              <a:pathLst>
                <a:path w="389378" h="866714" extrusionOk="0">
                  <a:moveTo>
                    <a:pt x="249" y="863951"/>
                  </a:moveTo>
                  <a:cubicBezTo>
                    <a:pt x="9709" y="831274"/>
                    <a:pt x="17174" y="344954"/>
                    <a:pt x="13277" y="122396"/>
                  </a:cubicBezTo>
                  <a:cubicBezTo>
                    <a:pt x="18167" y="122788"/>
                    <a:pt x="23119" y="122984"/>
                    <a:pt x="28133" y="122985"/>
                  </a:cubicBezTo>
                  <a:cubicBezTo>
                    <a:pt x="107090" y="122985"/>
                    <a:pt x="171088" y="73835"/>
                    <a:pt x="171088" y="13214"/>
                  </a:cubicBezTo>
                  <a:cubicBezTo>
                    <a:pt x="171089" y="9165"/>
                    <a:pt x="170803" y="5121"/>
                    <a:pt x="170230" y="1113"/>
                  </a:cubicBezTo>
                  <a:cubicBezTo>
                    <a:pt x="271902" y="-437"/>
                    <a:pt x="383343" y="421"/>
                    <a:pt x="383343" y="421"/>
                  </a:cubicBezTo>
                  <a:cubicBezTo>
                    <a:pt x="396505" y="113953"/>
                    <a:pt x="384780" y="520544"/>
                    <a:pt x="385566" y="733150"/>
                  </a:cubicBezTo>
                  <a:cubicBezTo>
                    <a:pt x="313691" y="738917"/>
                    <a:pt x="257664" y="785586"/>
                    <a:pt x="257664" y="842311"/>
                  </a:cubicBezTo>
                  <a:cubicBezTo>
                    <a:pt x="257664" y="850136"/>
                    <a:pt x="258735" y="857925"/>
                    <a:pt x="260849" y="865459"/>
                  </a:cubicBezTo>
                  <a:cubicBezTo>
                    <a:pt x="153367" y="866927"/>
                    <a:pt x="24380" y="868332"/>
                    <a:pt x="249" y="863951"/>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51" name="Google Shape;3551;p71"/>
            <p:cNvSpPr/>
            <p:nvPr/>
          </p:nvSpPr>
          <p:spPr>
            <a:xfrm rot="-4052055">
              <a:off x="2851446" y="3405397"/>
              <a:ext cx="272625" cy="272505"/>
            </a:xfrm>
            <a:custGeom>
              <a:avLst/>
              <a:gdLst/>
              <a:ahLst/>
              <a:cxnLst/>
              <a:rect l="l" t="t" r="r" b="b"/>
              <a:pathLst>
                <a:path w="272362" h="272242" extrusionOk="0">
                  <a:moveTo>
                    <a:pt x="272611" y="136305"/>
                  </a:moveTo>
                  <a:cubicBezTo>
                    <a:pt x="272611" y="211483"/>
                    <a:pt x="211641" y="272427"/>
                    <a:pt x="136430" y="272427"/>
                  </a:cubicBezTo>
                  <a:cubicBezTo>
                    <a:pt x="61219" y="272427"/>
                    <a:pt x="249" y="211483"/>
                    <a:pt x="249" y="136305"/>
                  </a:cubicBezTo>
                  <a:cubicBezTo>
                    <a:pt x="249" y="61128"/>
                    <a:pt x="61219" y="184"/>
                    <a:pt x="136430" y="184"/>
                  </a:cubicBezTo>
                  <a:cubicBezTo>
                    <a:pt x="211641" y="184"/>
                    <a:pt x="272611" y="61127"/>
                    <a:pt x="272611" y="136305"/>
                  </a:cubicBez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52" name="Google Shape;3552;p71"/>
            <p:cNvSpPr/>
            <p:nvPr/>
          </p:nvSpPr>
          <p:spPr>
            <a:xfrm>
              <a:off x="2876078" y="3478102"/>
              <a:ext cx="223106" cy="127449"/>
            </a:xfrm>
            <a:custGeom>
              <a:avLst/>
              <a:gdLst/>
              <a:ahLst/>
              <a:cxnLst/>
              <a:rect l="l" t="t" r="r" b="b"/>
              <a:pathLst>
                <a:path w="223106" h="127449" extrusionOk="0">
                  <a:moveTo>
                    <a:pt x="77131" y="127634"/>
                  </a:moveTo>
                  <a:cubicBezTo>
                    <a:pt x="108017" y="127634"/>
                    <a:pt x="116488" y="101368"/>
                    <a:pt x="122561" y="76514"/>
                  </a:cubicBezTo>
                  <a:lnTo>
                    <a:pt x="168743" y="76514"/>
                  </a:lnTo>
                  <a:cubicBezTo>
                    <a:pt x="167196" y="88933"/>
                    <a:pt x="163109" y="100901"/>
                    <a:pt x="156737" y="111675"/>
                  </a:cubicBezTo>
                  <a:lnTo>
                    <a:pt x="179775" y="121023"/>
                  </a:lnTo>
                  <a:cubicBezTo>
                    <a:pt x="187926" y="107528"/>
                    <a:pt x="192666" y="92251"/>
                    <a:pt x="193582" y="76514"/>
                  </a:cubicBezTo>
                  <a:lnTo>
                    <a:pt x="223355" y="76514"/>
                  </a:lnTo>
                  <a:lnTo>
                    <a:pt x="223355" y="51304"/>
                  </a:lnTo>
                  <a:lnTo>
                    <a:pt x="192741" y="51304"/>
                  </a:lnTo>
                  <a:cubicBezTo>
                    <a:pt x="187878" y="18919"/>
                    <a:pt x="168509" y="3604"/>
                    <a:pt x="146245" y="3604"/>
                  </a:cubicBezTo>
                  <a:cubicBezTo>
                    <a:pt x="116476" y="3604"/>
                    <a:pt x="107340" y="27500"/>
                    <a:pt x="101268" y="51304"/>
                  </a:cubicBezTo>
                  <a:lnTo>
                    <a:pt x="55171" y="51304"/>
                  </a:lnTo>
                  <a:cubicBezTo>
                    <a:pt x="57118" y="36470"/>
                    <a:pt x="62876" y="22392"/>
                    <a:pt x="71885" y="10444"/>
                  </a:cubicBezTo>
                  <a:lnTo>
                    <a:pt x="48847" y="184"/>
                  </a:lnTo>
                  <a:cubicBezTo>
                    <a:pt x="39256" y="11305"/>
                    <a:pt x="32247" y="30651"/>
                    <a:pt x="30261" y="51304"/>
                  </a:cubicBezTo>
                  <a:lnTo>
                    <a:pt x="249" y="51304"/>
                  </a:lnTo>
                  <a:lnTo>
                    <a:pt x="249" y="76514"/>
                  </a:lnTo>
                  <a:lnTo>
                    <a:pt x="30434" y="76514"/>
                  </a:lnTo>
                  <a:cubicBezTo>
                    <a:pt x="34469" y="111132"/>
                    <a:pt x="54349" y="127634"/>
                    <a:pt x="77131" y="127634"/>
                  </a:cubicBezTo>
                  <a:close/>
                  <a:moveTo>
                    <a:pt x="147613" y="33016"/>
                  </a:moveTo>
                  <a:cubicBezTo>
                    <a:pt x="156548" y="33016"/>
                    <a:pt x="164107" y="38504"/>
                    <a:pt x="167446" y="51304"/>
                  </a:cubicBezTo>
                  <a:lnTo>
                    <a:pt x="129193" y="51304"/>
                  </a:lnTo>
                  <a:cubicBezTo>
                    <a:pt x="132920" y="40521"/>
                    <a:pt x="138041" y="33016"/>
                    <a:pt x="147613" y="33016"/>
                  </a:cubicBezTo>
                  <a:close/>
                  <a:moveTo>
                    <a:pt x="55381" y="76514"/>
                  </a:moveTo>
                  <a:lnTo>
                    <a:pt x="94882" y="76514"/>
                  </a:lnTo>
                  <a:cubicBezTo>
                    <a:pt x="91020" y="89218"/>
                    <a:pt x="85824" y="98451"/>
                    <a:pt x="75078" y="98451"/>
                  </a:cubicBezTo>
                  <a:cubicBezTo>
                    <a:pt x="65630" y="98451"/>
                    <a:pt x="58068" y="91785"/>
                    <a:pt x="55381" y="76514"/>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3553" name="Google Shape;3553;p71"/>
            <p:cNvGrpSpPr/>
            <p:nvPr/>
          </p:nvGrpSpPr>
          <p:grpSpPr>
            <a:xfrm>
              <a:off x="2961439" y="3320235"/>
              <a:ext cx="52383" cy="443184"/>
              <a:chOff x="2961439" y="3320235"/>
              <a:chExt cx="52383" cy="443184"/>
            </a:xfrm>
          </p:grpSpPr>
          <p:sp>
            <p:nvSpPr>
              <p:cNvPr id="3554" name="Google Shape;3554;p71"/>
              <p:cNvSpPr/>
              <p:nvPr/>
            </p:nvSpPr>
            <p:spPr>
              <a:xfrm>
                <a:off x="2961439" y="3711059"/>
                <a:ext cx="52383" cy="52360"/>
              </a:xfrm>
              <a:custGeom>
                <a:avLst/>
                <a:gdLst/>
                <a:ahLst/>
                <a:cxnLst/>
                <a:rect l="l" t="t" r="r" b="b"/>
                <a:pathLst>
                  <a:path w="52383" h="52360" extrusionOk="0">
                    <a:moveTo>
                      <a:pt x="26440" y="52544"/>
                    </a:moveTo>
                    <a:cubicBezTo>
                      <a:pt x="11975" y="52544"/>
                      <a:pt x="249" y="40823"/>
                      <a:pt x="249" y="26364"/>
                    </a:cubicBezTo>
                    <a:cubicBezTo>
                      <a:pt x="249" y="11905"/>
                      <a:pt x="11976" y="184"/>
                      <a:pt x="26441" y="184"/>
                    </a:cubicBezTo>
                    <a:cubicBezTo>
                      <a:pt x="40906" y="184"/>
                      <a:pt x="52632" y="11905"/>
                      <a:pt x="52632" y="26364"/>
                    </a:cubicBezTo>
                    <a:cubicBezTo>
                      <a:pt x="52632" y="40823"/>
                      <a:pt x="40906" y="52544"/>
                      <a:pt x="26440" y="52544"/>
                    </a:cubicBez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55" name="Google Shape;3555;p71"/>
              <p:cNvSpPr/>
              <p:nvPr/>
            </p:nvSpPr>
            <p:spPr>
              <a:xfrm>
                <a:off x="2961439" y="3320235"/>
                <a:ext cx="52383" cy="52360"/>
              </a:xfrm>
              <a:custGeom>
                <a:avLst/>
                <a:gdLst/>
                <a:ahLst/>
                <a:cxnLst/>
                <a:rect l="l" t="t" r="r" b="b"/>
                <a:pathLst>
                  <a:path w="52383" h="52360" extrusionOk="0">
                    <a:moveTo>
                      <a:pt x="26441" y="52545"/>
                    </a:moveTo>
                    <a:cubicBezTo>
                      <a:pt x="11976" y="52545"/>
                      <a:pt x="249" y="40823"/>
                      <a:pt x="249" y="26364"/>
                    </a:cubicBezTo>
                    <a:cubicBezTo>
                      <a:pt x="249" y="11905"/>
                      <a:pt x="11976" y="184"/>
                      <a:pt x="26441" y="184"/>
                    </a:cubicBezTo>
                    <a:cubicBezTo>
                      <a:pt x="40906" y="184"/>
                      <a:pt x="52633" y="11905"/>
                      <a:pt x="52633" y="26364"/>
                    </a:cubicBezTo>
                    <a:cubicBezTo>
                      <a:pt x="52632" y="40823"/>
                      <a:pt x="40906" y="52544"/>
                      <a:pt x="26441" y="52545"/>
                    </a:cubicBez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3556" name="Google Shape;3556;p71"/>
          <p:cNvGrpSpPr/>
          <p:nvPr/>
        </p:nvGrpSpPr>
        <p:grpSpPr>
          <a:xfrm rot="769470">
            <a:off x="4796186" y="2495734"/>
            <a:ext cx="1605183" cy="2392728"/>
            <a:chOff x="4723069" y="3299251"/>
            <a:chExt cx="447697" cy="769160"/>
          </a:xfrm>
        </p:grpSpPr>
        <p:sp>
          <p:nvSpPr>
            <p:cNvPr id="3557" name="Google Shape;3557;p71"/>
            <p:cNvSpPr/>
            <p:nvPr/>
          </p:nvSpPr>
          <p:spPr>
            <a:xfrm>
              <a:off x="4835159" y="3353249"/>
              <a:ext cx="326695" cy="293469"/>
            </a:xfrm>
            <a:custGeom>
              <a:avLst/>
              <a:gdLst/>
              <a:ahLst/>
              <a:cxnLst/>
              <a:rect l="l" t="t" r="r" b="b"/>
              <a:pathLst>
                <a:path w="326695" h="293469" extrusionOk="0">
                  <a:moveTo>
                    <a:pt x="134" y="152836"/>
                  </a:moveTo>
                  <a:cubicBezTo>
                    <a:pt x="3682" y="176850"/>
                    <a:pt x="12491" y="199788"/>
                    <a:pt x="25934" y="220015"/>
                  </a:cubicBezTo>
                  <a:cubicBezTo>
                    <a:pt x="75683" y="295355"/>
                    <a:pt x="177180" y="316162"/>
                    <a:pt x="252634" y="266488"/>
                  </a:cubicBezTo>
                  <a:cubicBezTo>
                    <a:pt x="253021" y="266233"/>
                    <a:pt x="253408" y="265976"/>
                    <a:pt x="253793" y="265717"/>
                  </a:cubicBezTo>
                  <a:cubicBezTo>
                    <a:pt x="329245" y="214542"/>
                    <a:pt x="349484" y="112314"/>
                    <a:pt x="299208" y="36323"/>
                  </a:cubicBezTo>
                  <a:cubicBezTo>
                    <a:pt x="290164" y="22660"/>
                    <a:pt x="279122" y="10426"/>
                    <a:pt x="266449" y="28"/>
                  </a:cubicBezTo>
                  <a:cubicBezTo>
                    <a:pt x="251739" y="-314"/>
                    <a:pt x="239966" y="8753"/>
                    <a:pt x="248448" y="54310"/>
                  </a:cubicBezTo>
                  <a:cubicBezTo>
                    <a:pt x="260781" y="120624"/>
                    <a:pt x="280066" y="205563"/>
                    <a:pt x="200865" y="243246"/>
                  </a:cubicBezTo>
                  <a:cubicBezTo>
                    <a:pt x="121674" y="280944"/>
                    <a:pt x="37408" y="189957"/>
                    <a:pt x="30631" y="170435"/>
                  </a:cubicBezTo>
                  <a:cubicBezTo>
                    <a:pt x="26943" y="159822"/>
                    <a:pt x="13704" y="154054"/>
                    <a:pt x="134" y="152836"/>
                  </a:cubicBezTo>
                  <a:close/>
                </a:path>
              </a:pathLst>
            </a:custGeom>
            <a:solidFill>
              <a:srgbClr val="014B4B">
                <a:alpha val="1013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58" name="Google Shape;3558;p71"/>
            <p:cNvSpPr/>
            <p:nvPr/>
          </p:nvSpPr>
          <p:spPr>
            <a:xfrm>
              <a:off x="4793557" y="3621783"/>
              <a:ext cx="152180" cy="306074"/>
            </a:xfrm>
            <a:custGeom>
              <a:avLst/>
              <a:gdLst/>
              <a:ahLst/>
              <a:cxnLst/>
              <a:rect l="l" t="t" r="r" b="b"/>
              <a:pathLst>
                <a:path w="152180" h="306074" extrusionOk="0">
                  <a:moveTo>
                    <a:pt x="0" y="293904"/>
                  </a:moveTo>
                  <a:lnTo>
                    <a:pt x="123633" y="0"/>
                  </a:lnTo>
                  <a:lnTo>
                    <a:pt x="152181" y="12171"/>
                  </a:lnTo>
                  <a:lnTo>
                    <a:pt x="28552" y="306074"/>
                  </a:lnTo>
                  <a:lnTo>
                    <a:pt x="0" y="293904"/>
                  </a:lnTo>
                  <a:close/>
                </a:path>
              </a:pathLst>
            </a:custGeom>
            <a:solidFill>
              <a:schemeClr val="l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59" name="Google Shape;3559;p71"/>
            <p:cNvSpPr/>
            <p:nvPr/>
          </p:nvSpPr>
          <p:spPr>
            <a:xfrm>
              <a:off x="4723070" y="3658447"/>
              <a:ext cx="223441" cy="409947"/>
            </a:xfrm>
            <a:custGeom>
              <a:avLst/>
              <a:gdLst/>
              <a:ahLst/>
              <a:cxnLst/>
              <a:rect l="l" t="t" r="r" b="b"/>
              <a:pathLst>
                <a:path w="223441" h="409947" extrusionOk="0">
                  <a:moveTo>
                    <a:pt x="76982" y="385409"/>
                  </a:moveTo>
                  <a:lnTo>
                    <a:pt x="83467" y="369993"/>
                  </a:lnTo>
                  <a:lnTo>
                    <a:pt x="194970" y="104919"/>
                  </a:lnTo>
                  <a:lnTo>
                    <a:pt x="222541" y="39375"/>
                  </a:lnTo>
                  <a:cubicBezTo>
                    <a:pt x="225338" y="32756"/>
                    <a:pt x="222267" y="25125"/>
                    <a:pt x="215662" y="22277"/>
                  </a:cubicBezTo>
                  <a:lnTo>
                    <a:pt x="165867" y="1050"/>
                  </a:lnTo>
                  <a:cubicBezTo>
                    <a:pt x="159300" y="-1737"/>
                    <a:pt x="151715" y="1319"/>
                    <a:pt x="148924" y="7876"/>
                  </a:cubicBezTo>
                  <a:cubicBezTo>
                    <a:pt x="148910" y="7909"/>
                    <a:pt x="148896" y="7941"/>
                    <a:pt x="148883" y="7974"/>
                  </a:cubicBezTo>
                  <a:lnTo>
                    <a:pt x="121312" y="73519"/>
                  </a:lnTo>
                  <a:lnTo>
                    <a:pt x="9809" y="338593"/>
                  </a:lnTo>
                  <a:lnTo>
                    <a:pt x="3325" y="354008"/>
                  </a:lnTo>
                  <a:cubicBezTo>
                    <a:pt x="-5308" y="374437"/>
                    <a:pt x="4170" y="397995"/>
                    <a:pt x="24557" y="406784"/>
                  </a:cubicBezTo>
                  <a:lnTo>
                    <a:pt x="24558" y="406784"/>
                  </a:lnTo>
                  <a:cubicBezTo>
                    <a:pt x="44826" y="415385"/>
                    <a:pt x="68240" y="405951"/>
                    <a:pt x="76854" y="385714"/>
                  </a:cubicBezTo>
                  <a:cubicBezTo>
                    <a:pt x="76897" y="385612"/>
                    <a:pt x="76940" y="385511"/>
                    <a:pt x="76982" y="385409"/>
                  </a:cubicBez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60" name="Google Shape;3560;p71"/>
            <p:cNvSpPr/>
            <p:nvPr/>
          </p:nvSpPr>
          <p:spPr>
            <a:xfrm>
              <a:off x="4723069" y="3658446"/>
              <a:ext cx="169065" cy="409965"/>
            </a:xfrm>
            <a:custGeom>
              <a:avLst/>
              <a:gdLst/>
              <a:ahLst/>
              <a:cxnLst/>
              <a:rect l="l" t="t" r="r" b="b"/>
              <a:pathLst>
                <a:path w="169065" h="409965" extrusionOk="0">
                  <a:moveTo>
                    <a:pt x="24558" y="406787"/>
                  </a:moveTo>
                  <a:cubicBezTo>
                    <a:pt x="4170" y="397997"/>
                    <a:pt x="-5308" y="374439"/>
                    <a:pt x="3325" y="354010"/>
                  </a:cubicBezTo>
                  <a:lnTo>
                    <a:pt x="148883" y="7975"/>
                  </a:lnTo>
                  <a:cubicBezTo>
                    <a:pt x="151619" y="1396"/>
                    <a:pt x="159179" y="-1724"/>
                    <a:pt x="165768" y="1008"/>
                  </a:cubicBezTo>
                  <a:cubicBezTo>
                    <a:pt x="165802" y="1022"/>
                    <a:pt x="165835" y="1036"/>
                    <a:pt x="165869" y="1050"/>
                  </a:cubicBezTo>
                  <a:lnTo>
                    <a:pt x="169199" y="2470"/>
                  </a:lnTo>
                  <a:cubicBezTo>
                    <a:pt x="167535" y="3819"/>
                    <a:pt x="166232" y="5560"/>
                    <a:pt x="165407" y="7536"/>
                  </a:cubicBezTo>
                  <a:lnTo>
                    <a:pt x="19848" y="353571"/>
                  </a:lnTo>
                  <a:cubicBezTo>
                    <a:pt x="11216" y="374000"/>
                    <a:pt x="20694" y="397559"/>
                    <a:pt x="41082" y="406347"/>
                  </a:cubicBezTo>
                  <a:cubicBezTo>
                    <a:pt x="43764" y="407493"/>
                    <a:pt x="46564" y="408342"/>
                    <a:pt x="49431" y="408877"/>
                  </a:cubicBezTo>
                  <a:cubicBezTo>
                    <a:pt x="41132" y="410883"/>
                    <a:pt x="32405" y="410150"/>
                    <a:pt x="24558" y="406787"/>
                  </a:cubicBezTo>
                  <a:close/>
                </a:path>
              </a:pathLst>
            </a:custGeom>
            <a:solidFill>
              <a:srgbClr val="000000">
                <a:alpha val="1962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61" name="Google Shape;3561;p71"/>
            <p:cNvSpPr/>
            <p:nvPr/>
          </p:nvSpPr>
          <p:spPr>
            <a:xfrm>
              <a:off x="4820150" y="3299251"/>
              <a:ext cx="350616" cy="352962"/>
            </a:xfrm>
            <a:custGeom>
              <a:avLst/>
              <a:gdLst/>
              <a:ahLst/>
              <a:cxnLst/>
              <a:rect l="l" t="t" r="r" b="b"/>
              <a:pathLst>
                <a:path w="350616" h="352962" extrusionOk="0">
                  <a:moveTo>
                    <a:pt x="14098" y="107720"/>
                  </a:moveTo>
                  <a:cubicBezTo>
                    <a:pt x="32007" y="64674"/>
                    <a:pt x="66420" y="30571"/>
                    <a:pt x="109666" y="13015"/>
                  </a:cubicBezTo>
                  <a:cubicBezTo>
                    <a:pt x="152685" y="-4675"/>
                    <a:pt x="201031" y="-4292"/>
                    <a:pt x="243764" y="14077"/>
                  </a:cubicBezTo>
                  <a:cubicBezTo>
                    <a:pt x="286731" y="32316"/>
                    <a:pt x="320605" y="66959"/>
                    <a:pt x="337840" y="110284"/>
                  </a:cubicBezTo>
                  <a:cubicBezTo>
                    <a:pt x="355412" y="153646"/>
                    <a:pt x="355032" y="202198"/>
                    <a:pt x="336785" y="245280"/>
                  </a:cubicBezTo>
                  <a:cubicBezTo>
                    <a:pt x="318876" y="288327"/>
                    <a:pt x="284463" y="322429"/>
                    <a:pt x="241217" y="339985"/>
                  </a:cubicBezTo>
                  <a:cubicBezTo>
                    <a:pt x="198198" y="357675"/>
                    <a:pt x="149851" y="357292"/>
                    <a:pt x="107118" y="338923"/>
                  </a:cubicBezTo>
                  <a:cubicBezTo>
                    <a:pt x="64152" y="320684"/>
                    <a:pt x="30277" y="286041"/>
                    <a:pt x="13043" y="242716"/>
                  </a:cubicBezTo>
                  <a:cubicBezTo>
                    <a:pt x="-4528" y="199354"/>
                    <a:pt x="-4149" y="150803"/>
                    <a:pt x="14098" y="107721"/>
                  </a:cubicBezTo>
                  <a:close/>
                  <a:moveTo>
                    <a:pt x="316346" y="236567"/>
                  </a:moveTo>
                  <a:cubicBezTo>
                    <a:pt x="349269" y="158406"/>
                    <a:pt x="313036" y="68349"/>
                    <a:pt x="235110" y="34653"/>
                  </a:cubicBezTo>
                  <a:cubicBezTo>
                    <a:pt x="157439" y="1797"/>
                    <a:pt x="67800" y="38032"/>
                    <a:pt x="34895" y="115586"/>
                  </a:cubicBezTo>
                  <a:cubicBezTo>
                    <a:pt x="34775" y="115868"/>
                    <a:pt x="34656" y="116151"/>
                    <a:pt x="34538" y="116434"/>
                  </a:cubicBezTo>
                  <a:cubicBezTo>
                    <a:pt x="1616" y="194594"/>
                    <a:pt x="37848" y="284651"/>
                    <a:pt x="115774" y="318347"/>
                  </a:cubicBezTo>
                  <a:cubicBezTo>
                    <a:pt x="193445" y="351203"/>
                    <a:pt x="283084" y="314968"/>
                    <a:pt x="315989" y="237414"/>
                  </a:cubicBezTo>
                  <a:cubicBezTo>
                    <a:pt x="316109" y="237132"/>
                    <a:pt x="316228" y="236850"/>
                    <a:pt x="316346" y="236567"/>
                  </a:cubicBez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62" name="Google Shape;3562;p71"/>
            <p:cNvSpPr/>
            <p:nvPr/>
          </p:nvSpPr>
          <p:spPr>
            <a:xfrm>
              <a:off x="4820167" y="3302812"/>
              <a:ext cx="210457" cy="349389"/>
            </a:xfrm>
            <a:custGeom>
              <a:avLst/>
              <a:gdLst/>
              <a:ahLst/>
              <a:cxnLst/>
              <a:rect l="l" t="t" r="r" b="b"/>
              <a:pathLst>
                <a:path w="210457" h="349389" extrusionOk="0">
                  <a:moveTo>
                    <a:pt x="210591" y="345780"/>
                  </a:moveTo>
                  <a:cubicBezTo>
                    <a:pt x="179369" y="350101"/>
                    <a:pt x="147558" y="345812"/>
                    <a:pt x="118602" y="333376"/>
                  </a:cubicBezTo>
                  <a:cubicBezTo>
                    <a:pt x="75636" y="315137"/>
                    <a:pt x="41762" y="280496"/>
                    <a:pt x="24527" y="237172"/>
                  </a:cubicBezTo>
                  <a:cubicBezTo>
                    <a:pt x="6953" y="193810"/>
                    <a:pt x="7332" y="145256"/>
                    <a:pt x="25581" y="102172"/>
                  </a:cubicBezTo>
                  <a:cubicBezTo>
                    <a:pt x="43489" y="59125"/>
                    <a:pt x="77903" y="25023"/>
                    <a:pt x="121151" y="7470"/>
                  </a:cubicBezTo>
                  <a:cubicBezTo>
                    <a:pt x="127385" y="4932"/>
                    <a:pt x="133759" y="2748"/>
                    <a:pt x="140240" y="930"/>
                  </a:cubicBezTo>
                  <a:lnTo>
                    <a:pt x="140624" y="19"/>
                  </a:lnTo>
                  <a:cubicBezTo>
                    <a:pt x="44940" y="20217"/>
                    <a:pt x="-16229" y="114041"/>
                    <a:pt x="3999" y="209581"/>
                  </a:cubicBezTo>
                  <a:cubicBezTo>
                    <a:pt x="15887" y="265731"/>
                    <a:pt x="54328" y="312626"/>
                    <a:pt x="107102" y="335360"/>
                  </a:cubicBezTo>
                  <a:cubicBezTo>
                    <a:pt x="139705" y="349376"/>
                    <a:pt x="175842" y="353014"/>
                    <a:pt x="210591" y="345780"/>
                  </a:cubicBezTo>
                  <a:close/>
                  <a:moveTo>
                    <a:pt x="207561" y="323541"/>
                  </a:moveTo>
                  <a:lnTo>
                    <a:pt x="207478" y="323506"/>
                  </a:lnTo>
                  <a:cubicBezTo>
                    <a:pt x="207298" y="323547"/>
                    <a:pt x="207117" y="323588"/>
                    <a:pt x="206934" y="323621"/>
                  </a:cubicBezTo>
                  <a:cubicBezTo>
                    <a:pt x="207145" y="323600"/>
                    <a:pt x="207353" y="323571"/>
                    <a:pt x="207561" y="323541"/>
                  </a:cubicBezTo>
                  <a:close/>
                </a:path>
              </a:pathLst>
            </a:custGeom>
            <a:solidFill>
              <a:srgbClr val="000000">
                <a:alpha val="1962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3563" name="Google Shape;3563;p71"/>
          <p:cNvGrpSpPr/>
          <p:nvPr/>
        </p:nvGrpSpPr>
        <p:grpSpPr>
          <a:xfrm>
            <a:off x="6134651" y="4046112"/>
            <a:ext cx="2041423" cy="394767"/>
            <a:chOff x="6134647" y="4046108"/>
            <a:chExt cx="2041423" cy="394767"/>
          </a:xfrm>
        </p:grpSpPr>
        <p:grpSp>
          <p:nvGrpSpPr>
            <p:cNvPr id="3564" name="Google Shape;3564;p71"/>
            <p:cNvGrpSpPr/>
            <p:nvPr/>
          </p:nvGrpSpPr>
          <p:grpSpPr>
            <a:xfrm>
              <a:off x="7219469" y="4046108"/>
              <a:ext cx="956601" cy="392431"/>
              <a:chOff x="7392669" y="4018233"/>
              <a:chExt cx="956601" cy="392431"/>
            </a:xfrm>
          </p:grpSpPr>
          <p:grpSp>
            <p:nvGrpSpPr>
              <p:cNvPr id="3565" name="Google Shape;3565;p71"/>
              <p:cNvGrpSpPr/>
              <p:nvPr/>
            </p:nvGrpSpPr>
            <p:grpSpPr>
              <a:xfrm>
                <a:off x="7458546" y="4278385"/>
                <a:ext cx="890724" cy="132280"/>
                <a:chOff x="6995794" y="5290864"/>
                <a:chExt cx="391269" cy="58104"/>
              </a:xfrm>
            </p:grpSpPr>
            <p:sp>
              <p:nvSpPr>
                <p:cNvPr id="3566" name="Google Shape;3566;p71"/>
                <p:cNvSpPr/>
                <p:nvPr/>
              </p:nvSpPr>
              <p:spPr>
                <a:xfrm>
                  <a:off x="7256302" y="5292477"/>
                  <a:ext cx="129745" cy="54877"/>
                </a:xfrm>
                <a:custGeom>
                  <a:avLst/>
                  <a:gdLst/>
                  <a:ahLst/>
                  <a:cxnLst/>
                  <a:rect l="l" t="t" r="r" b="b"/>
                  <a:pathLst>
                    <a:path w="129745" h="54877" extrusionOk="0">
                      <a:moveTo>
                        <a:pt x="0" y="0"/>
                      </a:moveTo>
                      <a:lnTo>
                        <a:pt x="129746" y="0"/>
                      </a:lnTo>
                      <a:lnTo>
                        <a:pt x="129746"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67" name="Google Shape;3567;p71"/>
                <p:cNvSpPr/>
                <p:nvPr/>
              </p:nvSpPr>
              <p:spPr>
                <a:xfrm>
                  <a:off x="7126556" y="5292477"/>
                  <a:ext cx="129745" cy="54877"/>
                </a:xfrm>
                <a:custGeom>
                  <a:avLst/>
                  <a:gdLst/>
                  <a:ahLst/>
                  <a:cxnLst/>
                  <a:rect l="l" t="t" r="r" b="b"/>
                  <a:pathLst>
                    <a:path w="129745" h="54877" extrusionOk="0">
                      <a:moveTo>
                        <a:pt x="0" y="0"/>
                      </a:moveTo>
                      <a:lnTo>
                        <a:pt x="129745" y="0"/>
                      </a:lnTo>
                      <a:lnTo>
                        <a:pt x="129745"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68" name="Google Shape;3568;p71"/>
                <p:cNvSpPr/>
                <p:nvPr/>
              </p:nvSpPr>
              <p:spPr>
                <a:xfrm>
                  <a:off x="6996811" y="5292477"/>
                  <a:ext cx="129745" cy="54877"/>
                </a:xfrm>
                <a:custGeom>
                  <a:avLst/>
                  <a:gdLst/>
                  <a:ahLst/>
                  <a:cxnLst/>
                  <a:rect l="l" t="t" r="r" b="b"/>
                  <a:pathLst>
                    <a:path w="129745" h="54877" extrusionOk="0">
                      <a:moveTo>
                        <a:pt x="0" y="0"/>
                      </a:moveTo>
                      <a:lnTo>
                        <a:pt x="129745" y="0"/>
                      </a:lnTo>
                      <a:lnTo>
                        <a:pt x="129745"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69" name="Google Shape;3569;p71"/>
                <p:cNvSpPr/>
                <p:nvPr/>
              </p:nvSpPr>
              <p:spPr>
                <a:xfrm>
                  <a:off x="6995794" y="5290864"/>
                  <a:ext cx="391269" cy="58104"/>
                </a:xfrm>
                <a:custGeom>
                  <a:avLst/>
                  <a:gdLst/>
                  <a:ahLst/>
                  <a:cxnLst/>
                  <a:rect l="l" t="t" r="r" b="b"/>
                  <a:pathLst>
                    <a:path w="391269" h="58104" extrusionOk="0">
                      <a:moveTo>
                        <a:pt x="391518" y="58289"/>
                      </a:moveTo>
                      <a:lnTo>
                        <a:pt x="249" y="58289"/>
                      </a:lnTo>
                      <a:lnTo>
                        <a:pt x="249" y="184"/>
                      </a:lnTo>
                      <a:lnTo>
                        <a:pt x="391518" y="184"/>
                      </a:lnTo>
                      <a:close/>
                      <a:moveTo>
                        <a:pt x="2282" y="55063"/>
                      </a:moveTo>
                      <a:lnTo>
                        <a:pt x="389486" y="55063"/>
                      </a:lnTo>
                      <a:lnTo>
                        <a:pt x="389486" y="3409"/>
                      </a:lnTo>
                      <a:lnTo>
                        <a:pt x="2282" y="3409"/>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3570" name="Google Shape;3570;p71"/>
              <p:cNvGrpSpPr/>
              <p:nvPr/>
            </p:nvGrpSpPr>
            <p:grpSpPr>
              <a:xfrm>
                <a:off x="7392669" y="4148050"/>
                <a:ext cx="890724" cy="132280"/>
                <a:chOff x="6966856" y="5232049"/>
                <a:chExt cx="391269" cy="58104"/>
              </a:xfrm>
            </p:grpSpPr>
            <p:sp>
              <p:nvSpPr>
                <p:cNvPr id="3571" name="Google Shape;3571;p71"/>
                <p:cNvSpPr/>
                <p:nvPr/>
              </p:nvSpPr>
              <p:spPr>
                <a:xfrm>
                  <a:off x="7227363" y="5233662"/>
                  <a:ext cx="129745" cy="54877"/>
                </a:xfrm>
                <a:custGeom>
                  <a:avLst/>
                  <a:gdLst/>
                  <a:ahLst/>
                  <a:cxnLst/>
                  <a:rect l="l" t="t" r="r" b="b"/>
                  <a:pathLst>
                    <a:path w="129745" h="54877" extrusionOk="0">
                      <a:moveTo>
                        <a:pt x="0" y="0"/>
                      </a:moveTo>
                      <a:lnTo>
                        <a:pt x="129746" y="0"/>
                      </a:lnTo>
                      <a:lnTo>
                        <a:pt x="129746"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72" name="Google Shape;3572;p71"/>
                <p:cNvSpPr/>
                <p:nvPr/>
              </p:nvSpPr>
              <p:spPr>
                <a:xfrm>
                  <a:off x="7097617" y="5233662"/>
                  <a:ext cx="129745" cy="54877"/>
                </a:xfrm>
                <a:custGeom>
                  <a:avLst/>
                  <a:gdLst/>
                  <a:ahLst/>
                  <a:cxnLst/>
                  <a:rect l="l" t="t" r="r" b="b"/>
                  <a:pathLst>
                    <a:path w="129745" h="54877" extrusionOk="0">
                      <a:moveTo>
                        <a:pt x="0" y="0"/>
                      </a:moveTo>
                      <a:lnTo>
                        <a:pt x="129746" y="0"/>
                      </a:lnTo>
                      <a:lnTo>
                        <a:pt x="129746"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73" name="Google Shape;3573;p71"/>
                <p:cNvSpPr/>
                <p:nvPr/>
              </p:nvSpPr>
              <p:spPr>
                <a:xfrm>
                  <a:off x="6967872" y="5233662"/>
                  <a:ext cx="129745" cy="54877"/>
                </a:xfrm>
                <a:custGeom>
                  <a:avLst/>
                  <a:gdLst/>
                  <a:ahLst/>
                  <a:cxnLst/>
                  <a:rect l="l" t="t" r="r" b="b"/>
                  <a:pathLst>
                    <a:path w="129745" h="54877" extrusionOk="0">
                      <a:moveTo>
                        <a:pt x="0" y="0"/>
                      </a:moveTo>
                      <a:lnTo>
                        <a:pt x="129745" y="0"/>
                      </a:lnTo>
                      <a:lnTo>
                        <a:pt x="129745"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74" name="Google Shape;3574;p71"/>
                <p:cNvSpPr/>
                <p:nvPr/>
              </p:nvSpPr>
              <p:spPr>
                <a:xfrm>
                  <a:off x="6966856" y="5232049"/>
                  <a:ext cx="391269" cy="58104"/>
                </a:xfrm>
                <a:custGeom>
                  <a:avLst/>
                  <a:gdLst/>
                  <a:ahLst/>
                  <a:cxnLst/>
                  <a:rect l="l" t="t" r="r" b="b"/>
                  <a:pathLst>
                    <a:path w="391269" h="58104" extrusionOk="0">
                      <a:moveTo>
                        <a:pt x="391518" y="58289"/>
                      </a:moveTo>
                      <a:lnTo>
                        <a:pt x="249" y="58289"/>
                      </a:lnTo>
                      <a:lnTo>
                        <a:pt x="249" y="184"/>
                      </a:lnTo>
                      <a:lnTo>
                        <a:pt x="391518" y="184"/>
                      </a:lnTo>
                      <a:close/>
                      <a:moveTo>
                        <a:pt x="2282" y="55063"/>
                      </a:moveTo>
                      <a:lnTo>
                        <a:pt x="389485" y="55063"/>
                      </a:lnTo>
                      <a:lnTo>
                        <a:pt x="389485" y="3410"/>
                      </a:lnTo>
                      <a:lnTo>
                        <a:pt x="2282" y="3410"/>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3575" name="Google Shape;3575;p71"/>
              <p:cNvGrpSpPr/>
              <p:nvPr/>
            </p:nvGrpSpPr>
            <p:grpSpPr>
              <a:xfrm>
                <a:off x="7422646" y="4018233"/>
                <a:ext cx="890724" cy="132280"/>
                <a:chOff x="6980024" y="5176592"/>
                <a:chExt cx="391269" cy="58104"/>
              </a:xfrm>
            </p:grpSpPr>
            <p:sp>
              <p:nvSpPr>
                <p:cNvPr id="3576" name="Google Shape;3576;p71"/>
                <p:cNvSpPr/>
                <p:nvPr/>
              </p:nvSpPr>
              <p:spPr>
                <a:xfrm>
                  <a:off x="7240532" y="5178205"/>
                  <a:ext cx="129745" cy="54877"/>
                </a:xfrm>
                <a:custGeom>
                  <a:avLst/>
                  <a:gdLst/>
                  <a:ahLst/>
                  <a:cxnLst/>
                  <a:rect l="l" t="t" r="r" b="b"/>
                  <a:pathLst>
                    <a:path w="129745" h="54877" extrusionOk="0">
                      <a:moveTo>
                        <a:pt x="0" y="0"/>
                      </a:moveTo>
                      <a:lnTo>
                        <a:pt x="129745" y="0"/>
                      </a:lnTo>
                      <a:lnTo>
                        <a:pt x="129745"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77" name="Google Shape;3577;p71"/>
                <p:cNvSpPr/>
                <p:nvPr/>
              </p:nvSpPr>
              <p:spPr>
                <a:xfrm>
                  <a:off x="7110786" y="5178205"/>
                  <a:ext cx="129745" cy="54877"/>
                </a:xfrm>
                <a:custGeom>
                  <a:avLst/>
                  <a:gdLst/>
                  <a:ahLst/>
                  <a:cxnLst/>
                  <a:rect l="l" t="t" r="r" b="b"/>
                  <a:pathLst>
                    <a:path w="129745" h="54877" extrusionOk="0">
                      <a:moveTo>
                        <a:pt x="0" y="0"/>
                      </a:moveTo>
                      <a:lnTo>
                        <a:pt x="129746" y="0"/>
                      </a:lnTo>
                      <a:lnTo>
                        <a:pt x="129746"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78" name="Google Shape;3578;p71"/>
                <p:cNvSpPr/>
                <p:nvPr/>
              </p:nvSpPr>
              <p:spPr>
                <a:xfrm>
                  <a:off x="6981040" y="5178205"/>
                  <a:ext cx="129745" cy="54877"/>
                </a:xfrm>
                <a:custGeom>
                  <a:avLst/>
                  <a:gdLst/>
                  <a:ahLst/>
                  <a:cxnLst/>
                  <a:rect l="l" t="t" r="r" b="b"/>
                  <a:pathLst>
                    <a:path w="129745" h="54877" extrusionOk="0">
                      <a:moveTo>
                        <a:pt x="0" y="0"/>
                      </a:moveTo>
                      <a:lnTo>
                        <a:pt x="129745" y="0"/>
                      </a:lnTo>
                      <a:lnTo>
                        <a:pt x="129745"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79" name="Google Shape;3579;p71"/>
                <p:cNvSpPr/>
                <p:nvPr/>
              </p:nvSpPr>
              <p:spPr>
                <a:xfrm>
                  <a:off x="6980024" y="5176592"/>
                  <a:ext cx="391269" cy="58104"/>
                </a:xfrm>
                <a:custGeom>
                  <a:avLst/>
                  <a:gdLst/>
                  <a:ahLst/>
                  <a:cxnLst/>
                  <a:rect l="l" t="t" r="r" b="b"/>
                  <a:pathLst>
                    <a:path w="391269" h="58104" extrusionOk="0">
                      <a:moveTo>
                        <a:pt x="391519" y="58289"/>
                      </a:moveTo>
                      <a:lnTo>
                        <a:pt x="249" y="58289"/>
                      </a:lnTo>
                      <a:lnTo>
                        <a:pt x="249" y="184"/>
                      </a:lnTo>
                      <a:lnTo>
                        <a:pt x="391519" y="184"/>
                      </a:lnTo>
                      <a:close/>
                      <a:moveTo>
                        <a:pt x="2282" y="55063"/>
                      </a:moveTo>
                      <a:lnTo>
                        <a:pt x="389486" y="55063"/>
                      </a:lnTo>
                      <a:lnTo>
                        <a:pt x="389486" y="3410"/>
                      </a:lnTo>
                      <a:lnTo>
                        <a:pt x="2282" y="3410"/>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sp>
            <p:nvSpPr>
              <p:cNvPr id="3580" name="Google Shape;3580;p71"/>
              <p:cNvSpPr/>
              <p:nvPr/>
            </p:nvSpPr>
            <p:spPr>
              <a:xfrm>
                <a:off x="8051359" y="4281842"/>
                <a:ext cx="295170" cy="124845"/>
              </a:xfrm>
              <a:custGeom>
                <a:avLst/>
                <a:gdLst/>
                <a:ahLst/>
                <a:cxnLst/>
                <a:rect l="l" t="t" r="r" b="b"/>
                <a:pathLst>
                  <a:path w="129745" h="54877" extrusionOk="0">
                    <a:moveTo>
                      <a:pt x="0" y="0"/>
                    </a:moveTo>
                    <a:lnTo>
                      <a:pt x="129746" y="0"/>
                    </a:lnTo>
                    <a:lnTo>
                      <a:pt x="129746" y="54877"/>
                    </a:lnTo>
                    <a:lnTo>
                      <a:pt x="0" y="54877"/>
                    </a:lnTo>
                    <a:close/>
                  </a:path>
                </a:pathLst>
              </a:custGeom>
              <a:solidFill>
                <a:srgbClr val="000000">
                  <a:alpha val="1013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81" name="Google Shape;3581;p71"/>
              <p:cNvSpPr/>
              <p:nvPr/>
            </p:nvSpPr>
            <p:spPr>
              <a:xfrm>
                <a:off x="7460636" y="4281842"/>
                <a:ext cx="295170" cy="124845"/>
              </a:xfrm>
              <a:custGeom>
                <a:avLst/>
                <a:gdLst/>
                <a:ahLst/>
                <a:cxnLst/>
                <a:rect l="l" t="t" r="r" b="b"/>
                <a:pathLst>
                  <a:path w="129745" h="54877" extrusionOk="0">
                    <a:moveTo>
                      <a:pt x="0" y="0"/>
                    </a:moveTo>
                    <a:lnTo>
                      <a:pt x="129745" y="0"/>
                    </a:lnTo>
                    <a:lnTo>
                      <a:pt x="129745" y="54877"/>
                    </a:lnTo>
                    <a:lnTo>
                      <a:pt x="0" y="54877"/>
                    </a:lnTo>
                    <a:close/>
                  </a:path>
                </a:pathLst>
              </a:custGeom>
              <a:solidFill>
                <a:srgbClr val="FFFFFF">
                  <a:alpha val="1962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82" name="Google Shape;3582;p71"/>
              <p:cNvSpPr/>
              <p:nvPr/>
            </p:nvSpPr>
            <p:spPr>
              <a:xfrm>
                <a:off x="7985480" y="4151510"/>
                <a:ext cx="295170" cy="124845"/>
              </a:xfrm>
              <a:custGeom>
                <a:avLst/>
                <a:gdLst/>
                <a:ahLst/>
                <a:cxnLst/>
                <a:rect l="l" t="t" r="r" b="b"/>
                <a:pathLst>
                  <a:path w="129745" h="54877" extrusionOk="0">
                    <a:moveTo>
                      <a:pt x="0" y="0"/>
                    </a:moveTo>
                    <a:lnTo>
                      <a:pt x="129746" y="0"/>
                    </a:lnTo>
                    <a:lnTo>
                      <a:pt x="129746" y="54877"/>
                    </a:lnTo>
                    <a:lnTo>
                      <a:pt x="0" y="54877"/>
                    </a:lnTo>
                    <a:close/>
                  </a:path>
                </a:pathLst>
              </a:custGeom>
              <a:solidFill>
                <a:srgbClr val="000000">
                  <a:alpha val="1013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83" name="Google Shape;3583;p71"/>
              <p:cNvSpPr/>
              <p:nvPr/>
            </p:nvSpPr>
            <p:spPr>
              <a:xfrm>
                <a:off x="7394757" y="4151510"/>
                <a:ext cx="295170" cy="124845"/>
              </a:xfrm>
              <a:custGeom>
                <a:avLst/>
                <a:gdLst/>
                <a:ahLst/>
                <a:cxnLst/>
                <a:rect l="l" t="t" r="r" b="b"/>
                <a:pathLst>
                  <a:path w="129745" h="54877" extrusionOk="0">
                    <a:moveTo>
                      <a:pt x="0" y="0"/>
                    </a:moveTo>
                    <a:lnTo>
                      <a:pt x="129745" y="0"/>
                    </a:lnTo>
                    <a:lnTo>
                      <a:pt x="129745" y="54877"/>
                    </a:lnTo>
                    <a:lnTo>
                      <a:pt x="0" y="54877"/>
                    </a:lnTo>
                    <a:close/>
                  </a:path>
                </a:pathLst>
              </a:custGeom>
              <a:solidFill>
                <a:srgbClr val="FFFFFF">
                  <a:alpha val="1962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84" name="Google Shape;3584;p71"/>
              <p:cNvSpPr/>
              <p:nvPr/>
            </p:nvSpPr>
            <p:spPr>
              <a:xfrm>
                <a:off x="8015459" y="4021695"/>
                <a:ext cx="295170" cy="124845"/>
              </a:xfrm>
              <a:custGeom>
                <a:avLst/>
                <a:gdLst/>
                <a:ahLst/>
                <a:cxnLst/>
                <a:rect l="l" t="t" r="r" b="b"/>
                <a:pathLst>
                  <a:path w="129745" h="54877" extrusionOk="0">
                    <a:moveTo>
                      <a:pt x="0" y="0"/>
                    </a:moveTo>
                    <a:lnTo>
                      <a:pt x="129745" y="0"/>
                    </a:lnTo>
                    <a:lnTo>
                      <a:pt x="129745" y="54877"/>
                    </a:lnTo>
                    <a:lnTo>
                      <a:pt x="0" y="54877"/>
                    </a:lnTo>
                    <a:close/>
                  </a:path>
                </a:pathLst>
              </a:custGeom>
              <a:solidFill>
                <a:srgbClr val="000000">
                  <a:alpha val="1013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85" name="Google Shape;3585;p71"/>
              <p:cNvSpPr/>
              <p:nvPr/>
            </p:nvSpPr>
            <p:spPr>
              <a:xfrm>
                <a:off x="7424733" y="4021695"/>
                <a:ext cx="295170" cy="124845"/>
              </a:xfrm>
              <a:custGeom>
                <a:avLst/>
                <a:gdLst/>
                <a:ahLst/>
                <a:cxnLst/>
                <a:rect l="l" t="t" r="r" b="b"/>
                <a:pathLst>
                  <a:path w="129745" h="54877" extrusionOk="0">
                    <a:moveTo>
                      <a:pt x="0" y="0"/>
                    </a:moveTo>
                    <a:lnTo>
                      <a:pt x="129745" y="0"/>
                    </a:lnTo>
                    <a:lnTo>
                      <a:pt x="129745" y="54877"/>
                    </a:lnTo>
                    <a:lnTo>
                      <a:pt x="0" y="54877"/>
                    </a:lnTo>
                    <a:close/>
                  </a:path>
                </a:pathLst>
              </a:custGeom>
              <a:solidFill>
                <a:srgbClr val="FFFFFF">
                  <a:alpha val="1962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3586" name="Google Shape;3586;p71"/>
            <p:cNvGrpSpPr/>
            <p:nvPr/>
          </p:nvGrpSpPr>
          <p:grpSpPr>
            <a:xfrm>
              <a:off x="6134647" y="4176211"/>
              <a:ext cx="955262" cy="264665"/>
              <a:chOff x="6134647" y="4176211"/>
              <a:chExt cx="955262" cy="264665"/>
            </a:xfrm>
          </p:grpSpPr>
          <p:grpSp>
            <p:nvGrpSpPr>
              <p:cNvPr id="3587" name="Google Shape;3587;p71"/>
              <p:cNvGrpSpPr/>
              <p:nvPr/>
            </p:nvGrpSpPr>
            <p:grpSpPr>
              <a:xfrm>
                <a:off x="6134656" y="4176211"/>
                <a:ext cx="955254" cy="264665"/>
                <a:chOff x="6307856" y="4148336"/>
                <a:chExt cx="955254" cy="264665"/>
              </a:xfrm>
            </p:grpSpPr>
            <p:grpSp>
              <p:nvGrpSpPr>
                <p:cNvPr id="3588" name="Google Shape;3588;p71"/>
                <p:cNvGrpSpPr/>
                <p:nvPr/>
              </p:nvGrpSpPr>
              <p:grpSpPr>
                <a:xfrm>
                  <a:off x="6372388" y="4280721"/>
                  <a:ext cx="890722" cy="132280"/>
                  <a:chOff x="6979691" y="5407002"/>
                  <a:chExt cx="391268" cy="58104"/>
                </a:xfrm>
              </p:grpSpPr>
              <p:sp>
                <p:nvSpPr>
                  <p:cNvPr id="3589" name="Google Shape;3589;p71"/>
                  <p:cNvSpPr/>
                  <p:nvPr/>
                </p:nvSpPr>
                <p:spPr>
                  <a:xfrm>
                    <a:off x="7240198" y="5408616"/>
                    <a:ext cx="129745" cy="54877"/>
                  </a:xfrm>
                  <a:custGeom>
                    <a:avLst/>
                    <a:gdLst/>
                    <a:ahLst/>
                    <a:cxnLst/>
                    <a:rect l="l" t="t" r="r" b="b"/>
                    <a:pathLst>
                      <a:path w="129745" h="54877" extrusionOk="0">
                        <a:moveTo>
                          <a:pt x="0" y="0"/>
                        </a:moveTo>
                        <a:lnTo>
                          <a:pt x="129745" y="0"/>
                        </a:lnTo>
                        <a:lnTo>
                          <a:pt x="129745"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90" name="Google Shape;3590;p71"/>
                  <p:cNvSpPr/>
                  <p:nvPr/>
                </p:nvSpPr>
                <p:spPr>
                  <a:xfrm>
                    <a:off x="7110452" y="5408616"/>
                    <a:ext cx="129745" cy="54877"/>
                  </a:xfrm>
                  <a:custGeom>
                    <a:avLst/>
                    <a:gdLst/>
                    <a:ahLst/>
                    <a:cxnLst/>
                    <a:rect l="l" t="t" r="r" b="b"/>
                    <a:pathLst>
                      <a:path w="129745" h="54877" extrusionOk="0">
                        <a:moveTo>
                          <a:pt x="0" y="0"/>
                        </a:moveTo>
                        <a:lnTo>
                          <a:pt x="129746" y="0"/>
                        </a:lnTo>
                        <a:lnTo>
                          <a:pt x="129746"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91" name="Google Shape;3591;p71"/>
                  <p:cNvSpPr/>
                  <p:nvPr/>
                </p:nvSpPr>
                <p:spPr>
                  <a:xfrm>
                    <a:off x="6980707" y="5408616"/>
                    <a:ext cx="129745" cy="54877"/>
                  </a:xfrm>
                  <a:custGeom>
                    <a:avLst/>
                    <a:gdLst/>
                    <a:ahLst/>
                    <a:cxnLst/>
                    <a:rect l="l" t="t" r="r" b="b"/>
                    <a:pathLst>
                      <a:path w="129745" h="54877" extrusionOk="0">
                        <a:moveTo>
                          <a:pt x="0" y="0"/>
                        </a:moveTo>
                        <a:lnTo>
                          <a:pt x="129745" y="0"/>
                        </a:lnTo>
                        <a:lnTo>
                          <a:pt x="129745"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92" name="Google Shape;3592;p71"/>
                  <p:cNvSpPr/>
                  <p:nvPr/>
                </p:nvSpPr>
                <p:spPr>
                  <a:xfrm>
                    <a:off x="6979691" y="5407002"/>
                    <a:ext cx="391268" cy="58104"/>
                  </a:xfrm>
                  <a:custGeom>
                    <a:avLst/>
                    <a:gdLst/>
                    <a:ahLst/>
                    <a:cxnLst/>
                    <a:rect l="l" t="t" r="r" b="b"/>
                    <a:pathLst>
                      <a:path w="391268" h="58104" extrusionOk="0">
                        <a:moveTo>
                          <a:pt x="391518" y="58288"/>
                        </a:moveTo>
                        <a:lnTo>
                          <a:pt x="249" y="58288"/>
                        </a:lnTo>
                        <a:lnTo>
                          <a:pt x="249" y="184"/>
                        </a:lnTo>
                        <a:lnTo>
                          <a:pt x="391518" y="184"/>
                        </a:lnTo>
                        <a:close/>
                        <a:moveTo>
                          <a:pt x="2281" y="55063"/>
                        </a:moveTo>
                        <a:lnTo>
                          <a:pt x="389485" y="55063"/>
                        </a:lnTo>
                        <a:lnTo>
                          <a:pt x="389485" y="3410"/>
                        </a:lnTo>
                        <a:lnTo>
                          <a:pt x="2281" y="3410"/>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3593" name="Google Shape;3593;p71"/>
                <p:cNvGrpSpPr/>
                <p:nvPr/>
              </p:nvGrpSpPr>
              <p:grpSpPr>
                <a:xfrm>
                  <a:off x="6307856" y="4148336"/>
                  <a:ext cx="890724" cy="132282"/>
                  <a:chOff x="6951344" y="5348069"/>
                  <a:chExt cx="391269" cy="58105"/>
                </a:xfrm>
              </p:grpSpPr>
              <p:sp>
                <p:nvSpPr>
                  <p:cNvPr id="3594" name="Google Shape;3594;p71"/>
                  <p:cNvSpPr/>
                  <p:nvPr/>
                </p:nvSpPr>
                <p:spPr>
                  <a:xfrm>
                    <a:off x="7211851" y="5349683"/>
                    <a:ext cx="129745" cy="54877"/>
                  </a:xfrm>
                  <a:custGeom>
                    <a:avLst/>
                    <a:gdLst/>
                    <a:ahLst/>
                    <a:cxnLst/>
                    <a:rect l="l" t="t" r="r" b="b"/>
                    <a:pathLst>
                      <a:path w="129745" h="54877" extrusionOk="0">
                        <a:moveTo>
                          <a:pt x="0" y="0"/>
                        </a:moveTo>
                        <a:lnTo>
                          <a:pt x="129746" y="0"/>
                        </a:lnTo>
                        <a:lnTo>
                          <a:pt x="129746"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95" name="Google Shape;3595;p71"/>
                  <p:cNvSpPr/>
                  <p:nvPr/>
                </p:nvSpPr>
                <p:spPr>
                  <a:xfrm>
                    <a:off x="7082106" y="5349683"/>
                    <a:ext cx="129745" cy="54877"/>
                  </a:xfrm>
                  <a:custGeom>
                    <a:avLst/>
                    <a:gdLst/>
                    <a:ahLst/>
                    <a:cxnLst/>
                    <a:rect l="l" t="t" r="r" b="b"/>
                    <a:pathLst>
                      <a:path w="129745" h="54877" extrusionOk="0">
                        <a:moveTo>
                          <a:pt x="0" y="0"/>
                        </a:moveTo>
                        <a:lnTo>
                          <a:pt x="129745" y="0"/>
                        </a:lnTo>
                        <a:lnTo>
                          <a:pt x="129745"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96" name="Google Shape;3596;p71"/>
                  <p:cNvSpPr/>
                  <p:nvPr/>
                </p:nvSpPr>
                <p:spPr>
                  <a:xfrm>
                    <a:off x="6952361" y="5349683"/>
                    <a:ext cx="129745" cy="54877"/>
                  </a:xfrm>
                  <a:custGeom>
                    <a:avLst/>
                    <a:gdLst/>
                    <a:ahLst/>
                    <a:cxnLst/>
                    <a:rect l="l" t="t" r="r" b="b"/>
                    <a:pathLst>
                      <a:path w="129745" h="54877" extrusionOk="0">
                        <a:moveTo>
                          <a:pt x="0" y="0"/>
                        </a:moveTo>
                        <a:lnTo>
                          <a:pt x="129745" y="0"/>
                        </a:lnTo>
                        <a:lnTo>
                          <a:pt x="129745" y="54877"/>
                        </a:lnTo>
                        <a:lnTo>
                          <a:pt x="0" y="54877"/>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97" name="Google Shape;3597;p71"/>
                  <p:cNvSpPr/>
                  <p:nvPr/>
                </p:nvSpPr>
                <p:spPr>
                  <a:xfrm>
                    <a:off x="6951344" y="5348069"/>
                    <a:ext cx="391269" cy="58105"/>
                  </a:xfrm>
                  <a:custGeom>
                    <a:avLst/>
                    <a:gdLst/>
                    <a:ahLst/>
                    <a:cxnLst/>
                    <a:rect l="l" t="t" r="r" b="b"/>
                    <a:pathLst>
                      <a:path w="391269" h="58105" extrusionOk="0">
                        <a:moveTo>
                          <a:pt x="391518" y="58289"/>
                        </a:moveTo>
                        <a:lnTo>
                          <a:pt x="249" y="58289"/>
                        </a:lnTo>
                        <a:lnTo>
                          <a:pt x="249" y="184"/>
                        </a:lnTo>
                        <a:lnTo>
                          <a:pt x="391518" y="184"/>
                        </a:lnTo>
                        <a:close/>
                        <a:moveTo>
                          <a:pt x="2282" y="55063"/>
                        </a:moveTo>
                        <a:lnTo>
                          <a:pt x="389486" y="55063"/>
                        </a:lnTo>
                        <a:lnTo>
                          <a:pt x="389486" y="3410"/>
                        </a:lnTo>
                        <a:lnTo>
                          <a:pt x="2282" y="3410"/>
                        </a:ln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sp>
              <p:nvSpPr>
                <p:cNvPr id="3598" name="Google Shape;3598;p71"/>
                <p:cNvSpPr/>
                <p:nvPr/>
              </p:nvSpPr>
              <p:spPr>
                <a:xfrm>
                  <a:off x="6965198" y="4284176"/>
                  <a:ext cx="295170" cy="124845"/>
                </a:xfrm>
                <a:custGeom>
                  <a:avLst/>
                  <a:gdLst/>
                  <a:ahLst/>
                  <a:cxnLst/>
                  <a:rect l="l" t="t" r="r" b="b"/>
                  <a:pathLst>
                    <a:path w="129745" h="54877" extrusionOk="0">
                      <a:moveTo>
                        <a:pt x="0" y="0"/>
                      </a:moveTo>
                      <a:lnTo>
                        <a:pt x="129745" y="0"/>
                      </a:lnTo>
                      <a:lnTo>
                        <a:pt x="129745" y="54877"/>
                      </a:lnTo>
                      <a:lnTo>
                        <a:pt x="0" y="54877"/>
                      </a:lnTo>
                      <a:close/>
                    </a:path>
                  </a:pathLst>
                </a:custGeom>
                <a:solidFill>
                  <a:srgbClr val="000000">
                    <a:alpha val="1013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599" name="Google Shape;3599;p71"/>
                <p:cNvSpPr/>
                <p:nvPr/>
              </p:nvSpPr>
              <p:spPr>
                <a:xfrm>
                  <a:off x="6900667" y="4151793"/>
                  <a:ext cx="295170" cy="124845"/>
                </a:xfrm>
                <a:custGeom>
                  <a:avLst/>
                  <a:gdLst/>
                  <a:ahLst/>
                  <a:cxnLst/>
                  <a:rect l="l" t="t" r="r" b="b"/>
                  <a:pathLst>
                    <a:path w="129745" h="54877" extrusionOk="0">
                      <a:moveTo>
                        <a:pt x="0" y="0"/>
                      </a:moveTo>
                      <a:lnTo>
                        <a:pt x="129746" y="0"/>
                      </a:lnTo>
                      <a:lnTo>
                        <a:pt x="129746" y="54877"/>
                      </a:lnTo>
                      <a:lnTo>
                        <a:pt x="0" y="54877"/>
                      </a:lnTo>
                      <a:close/>
                    </a:path>
                  </a:pathLst>
                </a:custGeom>
                <a:solidFill>
                  <a:srgbClr val="000000">
                    <a:alpha val="1013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sp>
            <p:nvSpPr>
              <p:cNvPr id="3600" name="Google Shape;3600;p71"/>
              <p:cNvSpPr/>
              <p:nvPr/>
            </p:nvSpPr>
            <p:spPr>
              <a:xfrm>
                <a:off x="6199175" y="4316026"/>
                <a:ext cx="295170" cy="124845"/>
              </a:xfrm>
              <a:custGeom>
                <a:avLst/>
                <a:gdLst/>
                <a:ahLst/>
                <a:cxnLst/>
                <a:rect l="l" t="t" r="r" b="b"/>
                <a:pathLst>
                  <a:path w="129745" h="54877" extrusionOk="0">
                    <a:moveTo>
                      <a:pt x="0" y="0"/>
                    </a:moveTo>
                    <a:lnTo>
                      <a:pt x="129745" y="0"/>
                    </a:lnTo>
                    <a:lnTo>
                      <a:pt x="129745" y="54877"/>
                    </a:lnTo>
                    <a:lnTo>
                      <a:pt x="0" y="54877"/>
                    </a:lnTo>
                    <a:close/>
                  </a:path>
                </a:pathLst>
              </a:custGeom>
              <a:solidFill>
                <a:srgbClr val="FFFFFF">
                  <a:alpha val="1962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3601" name="Google Shape;3601;p71"/>
              <p:cNvSpPr/>
              <p:nvPr/>
            </p:nvSpPr>
            <p:spPr>
              <a:xfrm>
                <a:off x="6134647" y="4183643"/>
                <a:ext cx="295170" cy="124845"/>
              </a:xfrm>
              <a:custGeom>
                <a:avLst/>
                <a:gdLst/>
                <a:ahLst/>
                <a:cxnLst/>
                <a:rect l="l" t="t" r="r" b="b"/>
                <a:pathLst>
                  <a:path w="129745" h="54877" extrusionOk="0">
                    <a:moveTo>
                      <a:pt x="0" y="0"/>
                    </a:moveTo>
                    <a:lnTo>
                      <a:pt x="129745" y="0"/>
                    </a:lnTo>
                    <a:lnTo>
                      <a:pt x="129745" y="54877"/>
                    </a:lnTo>
                    <a:lnTo>
                      <a:pt x="0" y="54877"/>
                    </a:lnTo>
                    <a:close/>
                  </a:path>
                </a:pathLst>
              </a:custGeom>
              <a:solidFill>
                <a:srgbClr val="FFFFFF">
                  <a:alpha val="1962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sp>
        <p:nvSpPr>
          <p:cNvPr id="3" name="Title 2">
            <a:extLst>
              <a:ext uri="{FF2B5EF4-FFF2-40B4-BE49-F238E27FC236}">
                <a16:creationId xmlns:a16="http://schemas.microsoft.com/office/drawing/2014/main" id="{4DCB2DFC-EFFF-6C94-FAC1-A0CE3C6E46B1}"/>
              </a:ext>
            </a:extLst>
          </p:cNvPr>
          <p:cNvSpPr>
            <a:spLocks noGrp="1"/>
          </p:cNvSpPr>
          <p:nvPr>
            <p:ph type="title"/>
          </p:nvPr>
        </p:nvSpPr>
        <p:spPr>
          <a:xfrm>
            <a:off x="2880075" y="1073331"/>
            <a:ext cx="4887873" cy="925129"/>
          </a:xfrm>
        </p:spPr>
        <p:txBody>
          <a:bodyPr/>
          <a:lstStyle/>
          <a:p>
            <a:r>
              <a:rPr lang="en-IN" sz="4000" dirty="0">
                <a:latin typeface="Roboto" panose="02000000000000000000" pitchFamily="2" charset="0"/>
                <a:ea typeface="Roboto" panose="02000000000000000000" pitchFamily="2" charset="0"/>
                <a:cs typeface="Roboto" panose="02000000000000000000" pitchFamily="2" charset="0"/>
              </a:rPr>
              <a:t>PREDICTIVE MODEL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73">
          <a:extLst>
            <a:ext uri="{FF2B5EF4-FFF2-40B4-BE49-F238E27FC236}">
              <a16:creationId xmlns:a16="http://schemas.microsoft.com/office/drawing/2014/main" id="{2A750DCF-F0B3-7662-5CB9-C10286AE0AD8}"/>
            </a:ext>
          </a:extLst>
        </p:cNvPr>
        <p:cNvGrpSpPr/>
        <p:nvPr/>
      </p:nvGrpSpPr>
      <p:grpSpPr>
        <a:xfrm>
          <a:off x="0" y="0"/>
          <a:ext cx="0" cy="0"/>
          <a:chOff x="0" y="0"/>
          <a:chExt cx="0" cy="0"/>
        </a:xfrm>
      </p:grpSpPr>
      <p:sp>
        <p:nvSpPr>
          <p:cNvPr id="1374" name="Google Shape;1374;p50">
            <a:extLst>
              <a:ext uri="{FF2B5EF4-FFF2-40B4-BE49-F238E27FC236}">
                <a16:creationId xmlns:a16="http://schemas.microsoft.com/office/drawing/2014/main" id="{582A13AF-9703-E0DD-9E20-FDD4FFA306B8}"/>
              </a:ext>
            </a:extLst>
          </p:cNvPr>
          <p:cNvSpPr txBox="1">
            <a:spLocks noGrp="1"/>
          </p:cNvSpPr>
          <p:nvPr>
            <p:ph type="title"/>
          </p:nvPr>
        </p:nvSpPr>
        <p:spPr>
          <a:xfrm>
            <a:off x="437487" y="171713"/>
            <a:ext cx="8706513" cy="1045200"/>
          </a:xfrm>
          <a:prstGeom prst="rect">
            <a:avLst/>
          </a:prstGeom>
        </p:spPr>
        <p:txBody>
          <a:bodyPr spcFirstLastPara="1" wrap="square" lIns="91425" tIns="91425" rIns="91425" bIns="91425" anchor="b" anchorCtr="0">
            <a:noAutofit/>
          </a:bodyPr>
          <a:lstStyle/>
          <a:p>
            <a:r>
              <a:rPr lang="en-US" sz="3300" dirty="0">
                <a:latin typeface="Roboto" panose="02000000000000000000" pitchFamily="2" charset="0"/>
                <a:ea typeface="Roboto" panose="02000000000000000000" pitchFamily="2" charset="0"/>
                <a:cs typeface="Roboto" panose="02000000000000000000" pitchFamily="2" charset="0"/>
              </a:rPr>
              <a:t>Predictive Model (Random Forest Classifier)</a:t>
            </a:r>
            <a:endParaRPr sz="3300" dirty="0">
              <a:latin typeface="Roboto" panose="02000000000000000000" pitchFamily="2" charset="0"/>
              <a:ea typeface="Roboto" panose="02000000000000000000" pitchFamily="2" charset="0"/>
              <a:cs typeface="Roboto" panose="02000000000000000000" pitchFamily="2" charset="0"/>
            </a:endParaRPr>
          </a:p>
        </p:txBody>
      </p:sp>
      <p:sp>
        <p:nvSpPr>
          <p:cNvPr id="1375" name="Google Shape;1375;p50">
            <a:extLst>
              <a:ext uri="{FF2B5EF4-FFF2-40B4-BE49-F238E27FC236}">
                <a16:creationId xmlns:a16="http://schemas.microsoft.com/office/drawing/2014/main" id="{355539A9-D5CA-4848-1D51-96D970A987D6}"/>
              </a:ext>
            </a:extLst>
          </p:cNvPr>
          <p:cNvSpPr txBox="1">
            <a:spLocks noGrp="1"/>
          </p:cNvSpPr>
          <p:nvPr>
            <p:ph type="subTitle" idx="1"/>
          </p:nvPr>
        </p:nvSpPr>
        <p:spPr>
          <a:xfrm>
            <a:off x="591490" y="1617503"/>
            <a:ext cx="5048914" cy="3208435"/>
          </a:xfrm>
          <a:prstGeom prst="rect">
            <a:avLst/>
          </a:prstGeom>
        </p:spPr>
        <p:txBody>
          <a:bodyPr spcFirstLastPara="1" wrap="square" lIns="91425" tIns="91425" rIns="91425" bIns="91425" anchor="t" anchorCtr="0">
            <a:noAutofit/>
          </a:bodyPr>
          <a:lstStyle/>
          <a:p>
            <a:pPr marL="0" indent="0">
              <a:lnSpc>
                <a:spcPct val="150000"/>
              </a:lnSpc>
            </a:pPr>
            <a:r>
              <a:rPr lang="en-US" dirty="0"/>
              <a:t>The </a:t>
            </a:r>
            <a:r>
              <a:rPr lang="en-US" b="1" dirty="0"/>
              <a:t>Random Forest Classifier</a:t>
            </a:r>
            <a:r>
              <a:rPr lang="en-US" dirty="0"/>
              <a:t> is used to predict whether a transaction is fraudulent or genuine.</a:t>
            </a:r>
            <a:br>
              <a:rPr lang="en-US" dirty="0"/>
            </a:br>
            <a:r>
              <a:rPr lang="en-US" dirty="0"/>
              <a:t>It uses the </a:t>
            </a:r>
            <a:r>
              <a:rPr lang="en-US" b="1" dirty="0"/>
              <a:t>fraud flag</a:t>
            </a:r>
            <a:r>
              <a:rPr lang="en-US" dirty="0"/>
              <a:t> created earlier as the target variable for training and testing the model.</a:t>
            </a:r>
            <a:br>
              <a:rPr lang="en-US" dirty="0"/>
            </a:br>
            <a:r>
              <a:rPr lang="en-US" dirty="0"/>
              <a:t>Multiple decision trees are combined to improve prediction accuracy and handle complex data.</a:t>
            </a:r>
            <a:br>
              <a:rPr lang="en-US" dirty="0"/>
            </a:br>
            <a:r>
              <a:rPr lang="en-US" dirty="0"/>
              <a:t>Model performance is measured using accuracy, precision, recall, F1-score, and a confusion matrix.</a:t>
            </a:r>
            <a:endParaRPr dirty="0"/>
          </a:p>
        </p:txBody>
      </p:sp>
      <p:grpSp>
        <p:nvGrpSpPr>
          <p:cNvPr id="1376" name="Google Shape;1376;p50">
            <a:extLst>
              <a:ext uri="{FF2B5EF4-FFF2-40B4-BE49-F238E27FC236}">
                <a16:creationId xmlns:a16="http://schemas.microsoft.com/office/drawing/2014/main" id="{1D183C27-F30E-3753-4E58-6DAF2F5A885E}"/>
              </a:ext>
            </a:extLst>
          </p:cNvPr>
          <p:cNvGrpSpPr/>
          <p:nvPr/>
        </p:nvGrpSpPr>
        <p:grpSpPr>
          <a:xfrm>
            <a:off x="-368049" y="-750323"/>
            <a:ext cx="9512049" cy="5963580"/>
            <a:chOff x="-368049" y="-823675"/>
            <a:chExt cx="9512049" cy="5963580"/>
          </a:xfrm>
        </p:grpSpPr>
        <p:sp>
          <p:nvSpPr>
            <p:cNvPr id="1378" name="Google Shape;1378;p50">
              <a:extLst>
                <a:ext uri="{FF2B5EF4-FFF2-40B4-BE49-F238E27FC236}">
                  <a16:creationId xmlns:a16="http://schemas.microsoft.com/office/drawing/2014/main" id="{B7A779E3-43F3-7FEC-DEB6-B849460A9394}"/>
                </a:ext>
              </a:extLst>
            </p:cNvPr>
            <p:cNvSpPr/>
            <p:nvPr/>
          </p:nvSpPr>
          <p:spPr>
            <a:xfrm rot="434847">
              <a:off x="7832211" y="3630020"/>
              <a:ext cx="1211932" cy="1509885"/>
            </a:xfrm>
            <a:custGeom>
              <a:avLst/>
              <a:gdLst/>
              <a:ahLst/>
              <a:cxnLst/>
              <a:rect l="l" t="t" r="r" b="b"/>
              <a:pathLst>
                <a:path w="1211973" h="1509936" extrusionOk="0">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grpSp>
          <p:nvGrpSpPr>
            <p:cNvPr id="1380" name="Google Shape;1380;p50">
              <a:extLst>
                <a:ext uri="{FF2B5EF4-FFF2-40B4-BE49-F238E27FC236}">
                  <a16:creationId xmlns:a16="http://schemas.microsoft.com/office/drawing/2014/main" id="{BFC9051B-A17D-B170-6EA9-4814E3944F5E}"/>
                </a:ext>
              </a:extLst>
            </p:cNvPr>
            <p:cNvGrpSpPr/>
            <p:nvPr/>
          </p:nvGrpSpPr>
          <p:grpSpPr>
            <a:xfrm>
              <a:off x="-368049" y="-823675"/>
              <a:ext cx="9512049" cy="2536900"/>
              <a:chOff x="2928576" y="0"/>
              <a:chExt cx="9512049" cy="2536900"/>
            </a:xfrm>
          </p:grpSpPr>
          <p:sp>
            <p:nvSpPr>
              <p:cNvPr id="1382" name="Google Shape;1382;p50">
                <a:extLst>
                  <a:ext uri="{FF2B5EF4-FFF2-40B4-BE49-F238E27FC236}">
                    <a16:creationId xmlns:a16="http://schemas.microsoft.com/office/drawing/2014/main" id="{356616A5-6A07-FA14-2158-FC4E1084AAA7}"/>
                  </a:ext>
                </a:extLst>
              </p:cNvPr>
              <p:cNvSpPr/>
              <p:nvPr/>
            </p:nvSpPr>
            <p:spPr>
              <a:xfrm>
                <a:off x="9636252" y="823674"/>
                <a:ext cx="2804373" cy="1713226"/>
              </a:xfrm>
              <a:custGeom>
                <a:avLst/>
                <a:gdLst/>
                <a:ahLst/>
                <a:cxnLst/>
                <a:rect l="l" t="t" r="r" b="b"/>
                <a:pathLst>
                  <a:path w="2890745" h="1885233" extrusionOk="0">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383" name="Google Shape;1383;p50">
                <a:extLst>
                  <a:ext uri="{FF2B5EF4-FFF2-40B4-BE49-F238E27FC236}">
                    <a16:creationId xmlns:a16="http://schemas.microsoft.com/office/drawing/2014/main" id="{24B5C0CE-0A5D-A30A-3413-2FF5286F3D8D}"/>
                  </a:ext>
                </a:extLst>
              </p:cNvPr>
              <p:cNvSpPr/>
              <p:nvPr/>
            </p:nvSpPr>
            <p:spPr>
              <a:xfrm>
                <a:off x="2928576" y="0"/>
                <a:ext cx="30338" cy="68295"/>
              </a:xfrm>
              <a:custGeom>
                <a:avLst/>
                <a:gdLst/>
                <a:ahLst/>
                <a:cxnLst/>
                <a:rect l="l" t="t" r="r" b="b"/>
                <a:pathLst>
                  <a:path w="30338" h="68295" extrusionOk="0">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pic>
        <p:nvPicPr>
          <p:cNvPr id="2" name="Picture 1">
            <a:extLst>
              <a:ext uri="{FF2B5EF4-FFF2-40B4-BE49-F238E27FC236}">
                <a16:creationId xmlns:a16="http://schemas.microsoft.com/office/drawing/2014/main" id="{3EFDA155-5044-23AE-ACE7-E691F391061C}"/>
              </a:ext>
            </a:extLst>
          </p:cNvPr>
          <p:cNvPicPr>
            <a:picLocks noChangeAspect="1"/>
          </p:cNvPicPr>
          <p:nvPr/>
        </p:nvPicPr>
        <p:blipFill>
          <a:blip r:embed="rId3"/>
          <a:stretch>
            <a:fillRect/>
          </a:stretch>
        </p:blipFill>
        <p:spPr>
          <a:xfrm>
            <a:off x="5422432" y="1786577"/>
            <a:ext cx="3510484" cy="2415743"/>
          </a:xfrm>
          <a:prstGeom prst="rect">
            <a:avLst/>
          </a:prstGeom>
        </p:spPr>
      </p:pic>
    </p:spTree>
    <p:extLst>
      <p:ext uri="{BB962C8B-B14F-4D97-AF65-F5344CB8AC3E}">
        <p14:creationId xmlns:p14="http://schemas.microsoft.com/office/powerpoint/2010/main" val="28583945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73">
          <a:extLst>
            <a:ext uri="{FF2B5EF4-FFF2-40B4-BE49-F238E27FC236}">
              <a16:creationId xmlns:a16="http://schemas.microsoft.com/office/drawing/2014/main" id="{6442015D-8452-395A-AD86-3FC46E58F023}"/>
            </a:ext>
          </a:extLst>
        </p:cNvPr>
        <p:cNvGrpSpPr/>
        <p:nvPr/>
      </p:nvGrpSpPr>
      <p:grpSpPr>
        <a:xfrm>
          <a:off x="0" y="0"/>
          <a:ext cx="0" cy="0"/>
          <a:chOff x="0" y="0"/>
          <a:chExt cx="0" cy="0"/>
        </a:xfrm>
      </p:grpSpPr>
      <p:sp>
        <p:nvSpPr>
          <p:cNvPr id="1374" name="Google Shape;1374;p50">
            <a:extLst>
              <a:ext uri="{FF2B5EF4-FFF2-40B4-BE49-F238E27FC236}">
                <a16:creationId xmlns:a16="http://schemas.microsoft.com/office/drawing/2014/main" id="{595D50FB-A469-265C-ECFF-BC9311195BE9}"/>
              </a:ext>
            </a:extLst>
          </p:cNvPr>
          <p:cNvSpPr txBox="1">
            <a:spLocks noGrp="1"/>
          </p:cNvSpPr>
          <p:nvPr>
            <p:ph type="title"/>
          </p:nvPr>
        </p:nvSpPr>
        <p:spPr>
          <a:xfrm>
            <a:off x="678119" y="73351"/>
            <a:ext cx="5818934" cy="1045200"/>
          </a:xfrm>
          <a:prstGeom prst="rect">
            <a:avLst/>
          </a:prstGeom>
        </p:spPr>
        <p:txBody>
          <a:bodyPr spcFirstLastPara="1" wrap="square" lIns="91425" tIns="91425" rIns="91425" bIns="91425" anchor="b" anchorCtr="0">
            <a:noAutofit/>
          </a:bodyPr>
          <a:lstStyle/>
          <a:p>
            <a:r>
              <a:rPr lang="en-IN" sz="3300" dirty="0">
                <a:latin typeface="Roboto" panose="02000000000000000000" pitchFamily="2" charset="0"/>
                <a:ea typeface="Roboto" panose="02000000000000000000" pitchFamily="2" charset="0"/>
                <a:cs typeface="Roboto" panose="02000000000000000000" pitchFamily="2" charset="0"/>
              </a:rPr>
              <a:t>CORRELATION MATRIX</a:t>
            </a:r>
            <a:endParaRPr sz="3300" dirty="0">
              <a:latin typeface="Roboto" panose="02000000000000000000" pitchFamily="2" charset="0"/>
              <a:ea typeface="Roboto" panose="02000000000000000000" pitchFamily="2" charset="0"/>
              <a:cs typeface="Roboto" panose="02000000000000000000" pitchFamily="2" charset="0"/>
            </a:endParaRPr>
          </a:p>
        </p:txBody>
      </p:sp>
      <p:sp>
        <p:nvSpPr>
          <p:cNvPr id="1375" name="Google Shape;1375;p50">
            <a:extLst>
              <a:ext uri="{FF2B5EF4-FFF2-40B4-BE49-F238E27FC236}">
                <a16:creationId xmlns:a16="http://schemas.microsoft.com/office/drawing/2014/main" id="{5C4806E0-F26D-9D3A-0E0A-F5F9B7102118}"/>
              </a:ext>
            </a:extLst>
          </p:cNvPr>
          <p:cNvSpPr txBox="1">
            <a:spLocks noGrp="1"/>
          </p:cNvSpPr>
          <p:nvPr>
            <p:ph type="subTitle" idx="1"/>
          </p:nvPr>
        </p:nvSpPr>
        <p:spPr>
          <a:xfrm>
            <a:off x="424297" y="1118551"/>
            <a:ext cx="4323350" cy="3631946"/>
          </a:xfrm>
          <a:prstGeom prst="rect">
            <a:avLst/>
          </a:prstGeom>
        </p:spPr>
        <p:txBody>
          <a:bodyPr spcFirstLastPara="1" wrap="square" lIns="91425" tIns="91425" rIns="91425" bIns="91425" anchor="t" anchorCtr="0">
            <a:noAutofit/>
          </a:bodyPr>
          <a:lstStyle/>
          <a:p>
            <a:pPr marL="0" indent="0">
              <a:spcAft>
                <a:spcPts val="110"/>
              </a:spcAft>
            </a:pPr>
            <a:r>
              <a:rPr lang="en-US" dirty="0"/>
              <a:t>The correlation matrix shows how different features in the dataset are related to each other.</a:t>
            </a:r>
            <a:br>
              <a:rPr lang="en-US" dirty="0"/>
            </a:br>
            <a:r>
              <a:rPr lang="en-US" dirty="0"/>
              <a:t>It helps identify which factors have the strongest link to fraud and improves model accuracy</a:t>
            </a:r>
          </a:p>
          <a:p>
            <a:pPr marL="0" indent="0">
              <a:spcAft>
                <a:spcPts val="110"/>
              </a:spcAft>
            </a:pPr>
            <a:r>
              <a:rPr lang="en-US" b="1" dirty="0"/>
              <a:t>Values:</a:t>
            </a:r>
            <a:endParaRPr lang="en-US" dirty="0"/>
          </a:p>
          <a:p>
            <a:pPr>
              <a:spcAft>
                <a:spcPts val="110"/>
              </a:spcAft>
            </a:pPr>
            <a:r>
              <a:rPr lang="en-US" b="1" dirty="0"/>
              <a:t>+1</a:t>
            </a:r>
            <a:r>
              <a:rPr lang="en-US" dirty="0"/>
              <a:t> → Strong positive correlation (both values increase together).</a:t>
            </a:r>
          </a:p>
          <a:p>
            <a:pPr>
              <a:spcAft>
                <a:spcPts val="110"/>
              </a:spcAft>
            </a:pPr>
            <a:r>
              <a:rPr lang="en-US" b="1" dirty="0"/>
              <a:t>-1</a:t>
            </a:r>
            <a:r>
              <a:rPr lang="en-US" dirty="0"/>
              <a:t> → Strong negative correlation (one increases while the other decreases).</a:t>
            </a:r>
          </a:p>
          <a:p>
            <a:pPr>
              <a:spcAft>
                <a:spcPts val="110"/>
              </a:spcAft>
            </a:pPr>
            <a:r>
              <a:rPr lang="en-US" b="1" dirty="0"/>
              <a:t>0</a:t>
            </a:r>
            <a:r>
              <a:rPr lang="en-US" dirty="0"/>
              <a:t> → No correlation (no relationship between the features).</a:t>
            </a:r>
          </a:p>
          <a:p>
            <a:pPr marL="0" indent="0">
              <a:lnSpc>
                <a:spcPct val="150000"/>
              </a:lnSpc>
            </a:pPr>
            <a:endParaRPr dirty="0"/>
          </a:p>
        </p:txBody>
      </p:sp>
      <p:grpSp>
        <p:nvGrpSpPr>
          <p:cNvPr id="1376" name="Google Shape;1376;p50">
            <a:extLst>
              <a:ext uri="{FF2B5EF4-FFF2-40B4-BE49-F238E27FC236}">
                <a16:creationId xmlns:a16="http://schemas.microsoft.com/office/drawing/2014/main" id="{B8710CC6-BEC1-104A-62D0-5DD7EF608AC3}"/>
              </a:ext>
            </a:extLst>
          </p:cNvPr>
          <p:cNvGrpSpPr/>
          <p:nvPr/>
        </p:nvGrpSpPr>
        <p:grpSpPr>
          <a:xfrm>
            <a:off x="-368049" y="-750323"/>
            <a:ext cx="9512049" cy="5963580"/>
            <a:chOff x="-368049" y="-823675"/>
            <a:chExt cx="9512049" cy="5963580"/>
          </a:xfrm>
        </p:grpSpPr>
        <p:sp>
          <p:nvSpPr>
            <p:cNvPr id="1378" name="Google Shape;1378;p50">
              <a:extLst>
                <a:ext uri="{FF2B5EF4-FFF2-40B4-BE49-F238E27FC236}">
                  <a16:creationId xmlns:a16="http://schemas.microsoft.com/office/drawing/2014/main" id="{F16268E1-BD5A-349B-C340-DAA6A469FA2D}"/>
                </a:ext>
              </a:extLst>
            </p:cNvPr>
            <p:cNvSpPr/>
            <p:nvPr/>
          </p:nvSpPr>
          <p:spPr>
            <a:xfrm rot="434847">
              <a:off x="7832211" y="3630020"/>
              <a:ext cx="1211932" cy="1509885"/>
            </a:xfrm>
            <a:custGeom>
              <a:avLst/>
              <a:gdLst/>
              <a:ahLst/>
              <a:cxnLst/>
              <a:rect l="l" t="t" r="r" b="b"/>
              <a:pathLst>
                <a:path w="1211973" h="1509936" extrusionOk="0">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grpSp>
          <p:nvGrpSpPr>
            <p:cNvPr id="1380" name="Google Shape;1380;p50">
              <a:extLst>
                <a:ext uri="{FF2B5EF4-FFF2-40B4-BE49-F238E27FC236}">
                  <a16:creationId xmlns:a16="http://schemas.microsoft.com/office/drawing/2014/main" id="{70012135-D552-A7C8-DB2C-66A5DDDBEDCE}"/>
                </a:ext>
              </a:extLst>
            </p:cNvPr>
            <p:cNvGrpSpPr/>
            <p:nvPr/>
          </p:nvGrpSpPr>
          <p:grpSpPr>
            <a:xfrm>
              <a:off x="-368049" y="-823675"/>
              <a:ext cx="9512049" cy="2536900"/>
              <a:chOff x="2928576" y="0"/>
              <a:chExt cx="9512049" cy="2536900"/>
            </a:xfrm>
          </p:grpSpPr>
          <p:sp>
            <p:nvSpPr>
              <p:cNvPr id="1382" name="Google Shape;1382;p50">
                <a:extLst>
                  <a:ext uri="{FF2B5EF4-FFF2-40B4-BE49-F238E27FC236}">
                    <a16:creationId xmlns:a16="http://schemas.microsoft.com/office/drawing/2014/main" id="{34FACDB7-39BA-9643-C8BD-BCC56E9DFBA7}"/>
                  </a:ext>
                </a:extLst>
              </p:cNvPr>
              <p:cNvSpPr/>
              <p:nvPr/>
            </p:nvSpPr>
            <p:spPr>
              <a:xfrm>
                <a:off x="9636252" y="823674"/>
                <a:ext cx="2804373" cy="1713226"/>
              </a:xfrm>
              <a:custGeom>
                <a:avLst/>
                <a:gdLst/>
                <a:ahLst/>
                <a:cxnLst/>
                <a:rect l="l" t="t" r="r" b="b"/>
                <a:pathLst>
                  <a:path w="2890745" h="1885233" extrusionOk="0">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383" name="Google Shape;1383;p50">
                <a:extLst>
                  <a:ext uri="{FF2B5EF4-FFF2-40B4-BE49-F238E27FC236}">
                    <a16:creationId xmlns:a16="http://schemas.microsoft.com/office/drawing/2014/main" id="{2482431A-5A98-4201-1342-3820995680B2}"/>
                  </a:ext>
                </a:extLst>
              </p:cNvPr>
              <p:cNvSpPr/>
              <p:nvPr/>
            </p:nvSpPr>
            <p:spPr>
              <a:xfrm>
                <a:off x="2928576" y="0"/>
                <a:ext cx="30338" cy="68295"/>
              </a:xfrm>
              <a:custGeom>
                <a:avLst/>
                <a:gdLst/>
                <a:ahLst/>
                <a:cxnLst/>
                <a:rect l="l" t="t" r="r" b="b"/>
                <a:pathLst>
                  <a:path w="30338" h="68295" extrusionOk="0">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pic>
        <p:nvPicPr>
          <p:cNvPr id="2" name="Picture 1">
            <a:extLst>
              <a:ext uri="{FF2B5EF4-FFF2-40B4-BE49-F238E27FC236}">
                <a16:creationId xmlns:a16="http://schemas.microsoft.com/office/drawing/2014/main" id="{CED368E8-B24C-2FD4-8E84-2B8B4D672555}"/>
              </a:ext>
            </a:extLst>
          </p:cNvPr>
          <p:cNvPicPr>
            <a:picLocks noChangeAspect="1"/>
          </p:cNvPicPr>
          <p:nvPr/>
        </p:nvPicPr>
        <p:blipFill>
          <a:blip r:embed="rId3"/>
          <a:stretch>
            <a:fillRect/>
          </a:stretch>
        </p:blipFill>
        <p:spPr>
          <a:xfrm>
            <a:off x="4930526" y="1045874"/>
            <a:ext cx="3715840" cy="3838115"/>
          </a:xfrm>
          <a:prstGeom prst="rect">
            <a:avLst/>
          </a:prstGeom>
        </p:spPr>
      </p:pic>
    </p:spTree>
    <p:extLst>
      <p:ext uri="{BB962C8B-B14F-4D97-AF65-F5344CB8AC3E}">
        <p14:creationId xmlns:p14="http://schemas.microsoft.com/office/powerpoint/2010/main" val="3765684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54"/>
        <p:cNvGrpSpPr/>
        <p:nvPr/>
      </p:nvGrpSpPr>
      <p:grpSpPr>
        <a:xfrm>
          <a:off x="0" y="0"/>
          <a:ext cx="0" cy="0"/>
          <a:chOff x="0" y="0"/>
          <a:chExt cx="0" cy="0"/>
        </a:xfrm>
      </p:grpSpPr>
      <p:grpSp>
        <p:nvGrpSpPr>
          <p:cNvPr id="1367" name="Google Shape;1367;p49"/>
          <p:cNvGrpSpPr/>
          <p:nvPr/>
        </p:nvGrpSpPr>
        <p:grpSpPr>
          <a:xfrm>
            <a:off x="-27708" y="0"/>
            <a:ext cx="9171708" cy="5163868"/>
            <a:chOff x="-27708" y="0"/>
            <a:chExt cx="9171708" cy="5163868"/>
          </a:xfrm>
        </p:grpSpPr>
        <p:sp>
          <p:nvSpPr>
            <p:cNvPr id="1369" name="Google Shape;1369;p49"/>
            <p:cNvSpPr/>
            <p:nvPr/>
          </p:nvSpPr>
          <p:spPr>
            <a:xfrm>
              <a:off x="3651722" y="0"/>
              <a:ext cx="5492278" cy="1600364"/>
            </a:xfrm>
            <a:custGeom>
              <a:avLst/>
              <a:gdLst/>
              <a:ahLst/>
              <a:cxnLst/>
              <a:rect l="l" t="t" r="r" b="b"/>
              <a:pathLst>
                <a:path w="3761834" h="1096140" extrusionOk="0">
                  <a:moveTo>
                    <a:pt x="3752939" y="3822"/>
                  </a:moveTo>
                  <a:cubicBezTo>
                    <a:pt x="3772112" y="175599"/>
                    <a:pt x="3758698" y="307043"/>
                    <a:pt x="3730900" y="477637"/>
                  </a:cubicBezTo>
                  <a:cubicBezTo>
                    <a:pt x="3703103" y="648232"/>
                    <a:pt x="3583124" y="909907"/>
                    <a:pt x="3449805" y="1019964"/>
                  </a:cubicBezTo>
                  <a:cubicBezTo>
                    <a:pt x="3371346" y="1084733"/>
                    <a:pt x="3205180" y="1112730"/>
                    <a:pt x="3133639" y="979048"/>
                  </a:cubicBezTo>
                  <a:cubicBezTo>
                    <a:pt x="3071761" y="863420"/>
                    <a:pt x="2961015" y="570631"/>
                    <a:pt x="2685760" y="570631"/>
                  </a:cubicBezTo>
                  <a:cubicBezTo>
                    <a:pt x="2601048" y="570631"/>
                    <a:pt x="2512053" y="591298"/>
                    <a:pt x="2446894" y="645413"/>
                  </a:cubicBezTo>
                  <a:cubicBezTo>
                    <a:pt x="2340717" y="733595"/>
                    <a:pt x="2338291" y="900377"/>
                    <a:pt x="2245882" y="1002888"/>
                  </a:cubicBezTo>
                  <a:cubicBezTo>
                    <a:pt x="2148339" y="1111096"/>
                    <a:pt x="1975464" y="1116443"/>
                    <a:pt x="1839645" y="1063691"/>
                  </a:cubicBezTo>
                  <a:cubicBezTo>
                    <a:pt x="1703826" y="1010939"/>
                    <a:pt x="1591909" y="912326"/>
                    <a:pt x="1470543" y="831720"/>
                  </a:cubicBezTo>
                  <a:cubicBezTo>
                    <a:pt x="1283153" y="707264"/>
                    <a:pt x="1066498" y="621423"/>
                    <a:pt x="909521" y="460316"/>
                  </a:cubicBezTo>
                  <a:cubicBezTo>
                    <a:pt x="789078" y="336705"/>
                    <a:pt x="707192" y="171952"/>
                    <a:pt x="560116" y="81621"/>
                  </a:cubicBezTo>
                  <a:cubicBezTo>
                    <a:pt x="396889" y="-18630"/>
                    <a:pt x="190917" y="-4983"/>
                    <a:pt x="97" y="11985"/>
                  </a:cubicBezTo>
                  <a:close/>
                </a:path>
              </a:pathLst>
            </a:custGeom>
            <a:solidFill>
              <a:schemeClr val="dk2"/>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sp>
          <p:nvSpPr>
            <p:cNvPr id="1368" name="Google Shape;1368;p49"/>
            <p:cNvSpPr/>
            <p:nvPr/>
          </p:nvSpPr>
          <p:spPr>
            <a:xfrm>
              <a:off x="-27708" y="3641954"/>
              <a:ext cx="5354779" cy="1521914"/>
            </a:xfrm>
            <a:custGeom>
              <a:avLst/>
              <a:gdLst>
                <a:gd name="connsiteX0" fmla="*/ 0 w 3667657"/>
                <a:gd name="connsiteY0" fmla="*/ 1042407 h 1042407"/>
                <a:gd name="connsiteX1" fmla="*/ 327096 w 3667657"/>
                <a:gd name="connsiteY1" fmla="*/ 260491 h 1042407"/>
                <a:gd name="connsiteX2" fmla="*/ 1526687 w 3667657"/>
                <a:gd name="connsiteY2" fmla="*/ 69593 h 1042407"/>
                <a:gd name="connsiteX3" fmla="*/ 1805037 w 3667657"/>
                <a:gd name="connsiteY3" fmla="*/ 262293 h 1042407"/>
                <a:gd name="connsiteX4" fmla="*/ 1990244 w 3667657"/>
                <a:gd name="connsiteY4" fmla="*/ 541984 h 1042407"/>
                <a:gd name="connsiteX5" fmla="*/ 2368463 w 3667657"/>
                <a:gd name="connsiteY5" fmla="*/ 788127 h 1042407"/>
                <a:gd name="connsiteX6" fmla="*/ 2559301 w 3667657"/>
                <a:gd name="connsiteY6" fmla="*/ 719578 h 1042407"/>
                <a:gd name="connsiteX7" fmla="*/ 2874452 w 3667657"/>
                <a:gd name="connsiteY7" fmla="*/ 559072 h 1042407"/>
                <a:gd name="connsiteX8" fmla="*/ 3342327 w 3667657"/>
                <a:gd name="connsiteY8" fmla="*/ 459291 h 1042407"/>
                <a:gd name="connsiteX9" fmla="*/ 3667657 w 3667657"/>
                <a:gd name="connsiteY9" fmla="*/ 1002020 h 1042407"/>
                <a:gd name="connsiteX10" fmla="*/ 0 w 3667657"/>
                <a:gd name="connsiteY10" fmla="*/ 1042407 h 104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7657" h="1042407" extrusionOk="0">
                  <a:moveTo>
                    <a:pt x="0" y="1042407"/>
                  </a:moveTo>
                  <a:cubicBezTo>
                    <a:pt x="61666" y="818806"/>
                    <a:pt x="-75032" y="522081"/>
                    <a:pt x="327096" y="260491"/>
                  </a:cubicBezTo>
                  <a:cubicBezTo>
                    <a:pt x="639477" y="57281"/>
                    <a:pt x="1192134" y="-94605"/>
                    <a:pt x="1526687" y="69593"/>
                  </a:cubicBezTo>
                  <a:cubicBezTo>
                    <a:pt x="1628608" y="119615"/>
                    <a:pt x="1728554" y="178403"/>
                    <a:pt x="1805037" y="262293"/>
                  </a:cubicBezTo>
                  <a:cubicBezTo>
                    <a:pt x="1911947" y="379555"/>
                    <a:pt x="1907665" y="406494"/>
                    <a:pt x="1990244" y="541984"/>
                  </a:cubicBezTo>
                  <a:cubicBezTo>
                    <a:pt x="2072824" y="677474"/>
                    <a:pt x="2210424" y="802703"/>
                    <a:pt x="2368463" y="788127"/>
                  </a:cubicBezTo>
                  <a:cubicBezTo>
                    <a:pt x="2436204" y="781879"/>
                    <a:pt x="2498686" y="750449"/>
                    <a:pt x="2559301" y="719578"/>
                  </a:cubicBezTo>
                  <a:lnTo>
                    <a:pt x="2874452" y="559072"/>
                  </a:lnTo>
                  <a:cubicBezTo>
                    <a:pt x="3020526" y="484677"/>
                    <a:pt x="3186506" y="408358"/>
                    <a:pt x="3342327" y="459291"/>
                  </a:cubicBezTo>
                  <a:cubicBezTo>
                    <a:pt x="3528096" y="520013"/>
                    <a:pt x="3647043" y="807726"/>
                    <a:pt x="3667657" y="1002020"/>
                  </a:cubicBezTo>
                  <a:cubicBezTo>
                    <a:pt x="2456093" y="1039655"/>
                    <a:pt x="1211564" y="1004772"/>
                    <a:pt x="0" y="1042407"/>
                  </a:cubicBezTo>
                  <a:close/>
                </a:path>
              </a:pathLst>
            </a:custGeom>
            <a:solidFill>
              <a:schemeClr val="dk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sp>
        <p:nvSpPr>
          <p:cNvPr id="1355" name="Google Shape;1355;p49"/>
          <p:cNvSpPr txBox="1">
            <a:spLocks noGrp="1"/>
          </p:cNvSpPr>
          <p:nvPr>
            <p:ph type="title"/>
          </p:nvPr>
        </p:nvSpPr>
        <p:spPr>
          <a:xfrm>
            <a:off x="1366001" y="645267"/>
            <a:ext cx="3444054" cy="660985"/>
          </a:xfrm>
          <a:prstGeom prst="rect">
            <a:avLst/>
          </a:prstGeom>
        </p:spPr>
        <p:txBody>
          <a:bodyPr spcFirstLastPara="1" wrap="square" lIns="91425" tIns="91425" rIns="91425" bIns="91425" anchor="t" anchorCtr="0">
            <a:noAutofit/>
          </a:bodyPr>
          <a:lstStyle/>
          <a:p>
            <a:r>
              <a:rPr lang="en-IN" dirty="0">
                <a:latin typeface="Roboto" panose="02000000000000000000" pitchFamily="2" charset="0"/>
                <a:ea typeface="Roboto" panose="02000000000000000000" pitchFamily="2" charset="0"/>
                <a:cs typeface="Roboto" panose="02000000000000000000" pitchFamily="2" charset="0"/>
              </a:rPr>
              <a:t>Conclusion</a:t>
            </a:r>
            <a:endParaRPr dirty="0">
              <a:latin typeface="Roboto" panose="02000000000000000000" pitchFamily="2" charset="0"/>
              <a:ea typeface="Roboto" panose="02000000000000000000" pitchFamily="2" charset="0"/>
              <a:cs typeface="Roboto" panose="02000000000000000000" pitchFamily="2" charset="0"/>
            </a:endParaRPr>
          </a:p>
        </p:txBody>
      </p:sp>
      <p:sp>
        <p:nvSpPr>
          <p:cNvPr id="1356" name="Google Shape;1356;p49"/>
          <p:cNvSpPr txBox="1">
            <a:spLocks noGrp="1"/>
          </p:cNvSpPr>
          <p:nvPr>
            <p:ph type="subTitle" idx="1"/>
          </p:nvPr>
        </p:nvSpPr>
        <p:spPr>
          <a:xfrm>
            <a:off x="3879955" y="393965"/>
            <a:ext cx="5354778" cy="4800169"/>
          </a:xfrm>
          <a:prstGeom prst="rect">
            <a:avLst/>
          </a:prstGeom>
        </p:spPr>
        <p:txBody>
          <a:bodyPr spcFirstLastPara="1" wrap="square" lIns="91425" tIns="91425" rIns="91425" bIns="91425" anchor="t" anchorCtr="0">
            <a:noAutofit/>
          </a:bodyPr>
          <a:lstStyle/>
          <a:p>
            <a:pPr marL="0" indent="0">
              <a:lnSpc>
                <a:spcPct val="150000"/>
              </a:lnSpc>
            </a:pPr>
            <a:r>
              <a:rPr lang="en-US" sz="1600" dirty="0"/>
              <a:t>The project effectively detects fraudulent UPI transactions using data science and machine learning techniques.</a:t>
            </a:r>
            <a:br>
              <a:rPr lang="en-US" sz="1600" dirty="0"/>
            </a:br>
            <a:r>
              <a:rPr lang="en-US" sz="1600" dirty="0"/>
              <a:t>By applying data cleaning, preprocessing, and visualization, key fraud patterns were identified from transaction data.</a:t>
            </a:r>
            <a:br>
              <a:rPr lang="en-US" sz="1600" dirty="0"/>
            </a:br>
            <a:r>
              <a:rPr lang="en-US" sz="1600" dirty="0"/>
              <a:t>The </a:t>
            </a:r>
            <a:r>
              <a:rPr lang="en-US" sz="1600" b="1" dirty="0"/>
              <a:t>Random Forest Classifier</a:t>
            </a:r>
            <a:r>
              <a:rPr lang="en-US" sz="1600" dirty="0"/>
              <a:t>, trained using the </a:t>
            </a:r>
            <a:r>
              <a:rPr lang="en-US" sz="1600" b="1" dirty="0"/>
              <a:t>fraud flag</a:t>
            </a:r>
            <a:r>
              <a:rPr lang="en-US" sz="1600" dirty="0"/>
              <a:t>, provided accurate predictions for fraudulent cases.</a:t>
            </a:r>
            <a:br>
              <a:rPr lang="en-US" sz="1600" dirty="0"/>
            </a:br>
            <a:r>
              <a:rPr lang="en-US" sz="1600" dirty="0"/>
              <a:t>This system enhances the safety of digital payments, helps banks detect fraud early, and builds user trust in UPI transactions.</a:t>
            </a:r>
            <a:endParaRPr sz="1600" dirty="0"/>
          </a:p>
        </p:txBody>
      </p:sp>
      <p:grpSp>
        <p:nvGrpSpPr>
          <p:cNvPr id="1358" name="Google Shape;1358;p49"/>
          <p:cNvGrpSpPr/>
          <p:nvPr/>
        </p:nvGrpSpPr>
        <p:grpSpPr>
          <a:xfrm>
            <a:off x="-888790" y="-362492"/>
            <a:ext cx="10066970" cy="5463433"/>
            <a:chOff x="-888790" y="-362492"/>
            <a:chExt cx="10066970" cy="5463433"/>
          </a:xfrm>
        </p:grpSpPr>
        <p:sp>
          <p:nvSpPr>
            <p:cNvPr id="1360" name="Google Shape;1360;p49"/>
            <p:cNvSpPr/>
            <p:nvPr/>
          </p:nvSpPr>
          <p:spPr>
            <a:xfrm rot="15903601" flipH="1">
              <a:off x="7817121" y="3739882"/>
              <a:ext cx="1212065" cy="1510053"/>
            </a:xfrm>
            <a:custGeom>
              <a:avLst/>
              <a:gdLst/>
              <a:ahLst/>
              <a:cxnLst/>
              <a:rect l="l" t="t" r="r" b="b"/>
              <a:pathLst>
                <a:path w="1211973" h="1509936" extrusionOk="0">
                  <a:moveTo>
                    <a:pt x="43795" y="881313"/>
                  </a:moveTo>
                  <a:cubicBezTo>
                    <a:pt x="51130" y="862823"/>
                    <a:pt x="59554" y="844784"/>
                    <a:pt x="69025" y="827292"/>
                  </a:cubicBezTo>
                  <a:cubicBezTo>
                    <a:pt x="72616" y="820676"/>
                    <a:pt x="80892" y="818223"/>
                    <a:pt x="87511" y="821812"/>
                  </a:cubicBezTo>
                  <a:cubicBezTo>
                    <a:pt x="94126" y="825405"/>
                    <a:pt x="96579" y="833675"/>
                    <a:pt x="92992" y="840291"/>
                  </a:cubicBezTo>
                  <a:cubicBezTo>
                    <a:pt x="77967" y="868182"/>
                    <a:pt x="65665" y="897455"/>
                    <a:pt x="56254" y="927704"/>
                  </a:cubicBezTo>
                  <a:cubicBezTo>
                    <a:pt x="54027" y="934872"/>
                    <a:pt x="46408" y="938878"/>
                    <a:pt x="39237" y="936652"/>
                  </a:cubicBezTo>
                  <a:cubicBezTo>
                    <a:pt x="39213" y="936645"/>
                    <a:pt x="39188" y="936637"/>
                    <a:pt x="39164" y="936629"/>
                  </a:cubicBezTo>
                  <a:cubicBezTo>
                    <a:pt x="31979" y="934376"/>
                    <a:pt x="27982" y="926728"/>
                    <a:pt x="30236" y="919546"/>
                  </a:cubicBezTo>
                  <a:cubicBezTo>
                    <a:pt x="30236" y="919546"/>
                    <a:pt x="30236" y="919545"/>
                    <a:pt x="30237" y="919545"/>
                  </a:cubicBezTo>
                  <a:cubicBezTo>
                    <a:pt x="34320" y="906533"/>
                    <a:pt x="38882" y="893670"/>
                    <a:pt x="43795" y="881313"/>
                  </a:cubicBezTo>
                  <a:close/>
                  <a:moveTo>
                    <a:pt x="9076" y="1013732"/>
                  </a:moveTo>
                  <a:cubicBezTo>
                    <a:pt x="11416" y="1007866"/>
                    <a:pt x="17479" y="1004374"/>
                    <a:pt x="23729" y="1005293"/>
                  </a:cubicBezTo>
                  <a:cubicBezTo>
                    <a:pt x="31179" y="1006388"/>
                    <a:pt x="36330" y="1013312"/>
                    <a:pt x="35235" y="1020759"/>
                  </a:cubicBezTo>
                  <a:cubicBezTo>
                    <a:pt x="30668" y="1052420"/>
                    <a:pt x="28090" y="1084336"/>
                    <a:pt x="27515" y="1116320"/>
                  </a:cubicBezTo>
                  <a:cubicBezTo>
                    <a:pt x="27361" y="1123844"/>
                    <a:pt x="21137" y="1129819"/>
                    <a:pt x="13610" y="1129670"/>
                  </a:cubicBezTo>
                  <a:cubicBezTo>
                    <a:pt x="6081" y="1129519"/>
                    <a:pt x="101" y="1123296"/>
                    <a:pt x="252" y="1115771"/>
                  </a:cubicBezTo>
                  <a:cubicBezTo>
                    <a:pt x="252" y="1115770"/>
                    <a:pt x="252" y="1115770"/>
                    <a:pt x="252" y="1115769"/>
                  </a:cubicBezTo>
                  <a:cubicBezTo>
                    <a:pt x="850" y="1082643"/>
                    <a:pt x="3524" y="1049586"/>
                    <a:pt x="8257" y="1016794"/>
                  </a:cubicBezTo>
                  <a:cubicBezTo>
                    <a:pt x="8410" y="1015745"/>
                    <a:pt x="8685" y="1014717"/>
                    <a:pt x="9076" y="1013732"/>
                  </a:cubicBezTo>
                  <a:close/>
                  <a:moveTo>
                    <a:pt x="123821" y="748734"/>
                  </a:moveTo>
                  <a:cubicBezTo>
                    <a:pt x="124393" y="747295"/>
                    <a:pt x="125207" y="745964"/>
                    <a:pt x="126228" y="744799"/>
                  </a:cubicBezTo>
                  <a:cubicBezTo>
                    <a:pt x="148368" y="719500"/>
                    <a:pt x="173342" y="696828"/>
                    <a:pt x="200661" y="677229"/>
                  </a:cubicBezTo>
                  <a:cubicBezTo>
                    <a:pt x="206777" y="672840"/>
                    <a:pt x="215296" y="674238"/>
                    <a:pt x="219688" y="680352"/>
                  </a:cubicBezTo>
                  <a:cubicBezTo>
                    <a:pt x="224079" y="686466"/>
                    <a:pt x="222681" y="694981"/>
                    <a:pt x="216564" y="699371"/>
                  </a:cubicBezTo>
                  <a:cubicBezTo>
                    <a:pt x="190945" y="717750"/>
                    <a:pt x="167523" y="739011"/>
                    <a:pt x="146760" y="762735"/>
                  </a:cubicBezTo>
                  <a:cubicBezTo>
                    <a:pt x="141805" y="768402"/>
                    <a:pt x="133193" y="768982"/>
                    <a:pt x="127523" y="764030"/>
                  </a:cubicBezTo>
                  <a:cubicBezTo>
                    <a:pt x="127523" y="764029"/>
                    <a:pt x="127522" y="764029"/>
                    <a:pt x="127521" y="764028"/>
                  </a:cubicBezTo>
                  <a:cubicBezTo>
                    <a:pt x="123172" y="760228"/>
                    <a:pt x="121689" y="754101"/>
                    <a:pt x="123821" y="748734"/>
                  </a:cubicBezTo>
                  <a:close/>
                  <a:moveTo>
                    <a:pt x="4306" y="1208582"/>
                  </a:moveTo>
                  <a:cubicBezTo>
                    <a:pt x="6222" y="1203754"/>
                    <a:pt x="10717" y="1200434"/>
                    <a:pt x="15896" y="1200022"/>
                  </a:cubicBezTo>
                  <a:cubicBezTo>
                    <a:pt x="23401" y="1199420"/>
                    <a:pt x="29972" y="1205012"/>
                    <a:pt x="30574" y="1212513"/>
                  </a:cubicBezTo>
                  <a:cubicBezTo>
                    <a:pt x="30575" y="1212515"/>
                    <a:pt x="30575" y="1212516"/>
                    <a:pt x="30575" y="1212518"/>
                  </a:cubicBezTo>
                  <a:cubicBezTo>
                    <a:pt x="33043" y="1243335"/>
                    <a:pt x="36982" y="1275575"/>
                    <a:pt x="42280" y="1308340"/>
                  </a:cubicBezTo>
                  <a:cubicBezTo>
                    <a:pt x="43481" y="1315771"/>
                    <a:pt x="38429" y="1322768"/>
                    <a:pt x="30996" y="1323970"/>
                  </a:cubicBezTo>
                  <a:cubicBezTo>
                    <a:pt x="23562" y="1325171"/>
                    <a:pt x="16562" y="1320121"/>
                    <a:pt x="15361" y="1312690"/>
                  </a:cubicBezTo>
                  <a:cubicBezTo>
                    <a:pt x="9946" y="1279205"/>
                    <a:pt x="5920" y="1246235"/>
                    <a:pt x="3394" y="1214692"/>
                  </a:cubicBezTo>
                  <a:cubicBezTo>
                    <a:pt x="3224" y="1212612"/>
                    <a:pt x="3536" y="1210521"/>
                    <a:pt x="4306" y="1208582"/>
                  </a:cubicBezTo>
                  <a:close/>
                  <a:moveTo>
                    <a:pt x="280917" y="635517"/>
                  </a:moveTo>
                  <a:cubicBezTo>
                    <a:pt x="282252" y="632145"/>
                    <a:pt x="284880" y="629448"/>
                    <a:pt x="288216" y="628023"/>
                  </a:cubicBezTo>
                  <a:cubicBezTo>
                    <a:pt x="319015" y="614900"/>
                    <a:pt x="351021" y="604814"/>
                    <a:pt x="383780" y="597906"/>
                  </a:cubicBezTo>
                  <a:cubicBezTo>
                    <a:pt x="391145" y="596336"/>
                    <a:pt x="398388" y="601031"/>
                    <a:pt x="399959" y="608392"/>
                  </a:cubicBezTo>
                  <a:cubicBezTo>
                    <a:pt x="401530" y="615753"/>
                    <a:pt x="396833" y="622993"/>
                    <a:pt x="389469" y="624563"/>
                  </a:cubicBezTo>
                  <a:cubicBezTo>
                    <a:pt x="389463" y="624564"/>
                    <a:pt x="389457" y="624566"/>
                    <a:pt x="389451" y="624567"/>
                  </a:cubicBezTo>
                  <a:cubicBezTo>
                    <a:pt x="358431" y="631104"/>
                    <a:pt x="328124" y="640652"/>
                    <a:pt x="298960" y="653075"/>
                  </a:cubicBezTo>
                  <a:cubicBezTo>
                    <a:pt x="292039" y="656041"/>
                    <a:pt x="284023" y="652837"/>
                    <a:pt x="281056" y="645919"/>
                  </a:cubicBezTo>
                  <a:cubicBezTo>
                    <a:pt x="279636" y="642606"/>
                    <a:pt x="279586" y="638866"/>
                    <a:pt x="280917" y="635516"/>
                  </a:cubicBezTo>
                  <a:close/>
                  <a:moveTo>
                    <a:pt x="34990" y="1401296"/>
                  </a:moveTo>
                  <a:cubicBezTo>
                    <a:pt x="36641" y="1397127"/>
                    <a:pt x="40239" y="1394037"/>
                    <a:pt x="44612" y="1393036"/>
                  </a:cubicBezTo>
                  <a:cubicBezTo>
                    <a:pt x="51951" y="1391351"/>
                    <a:pt x="59267" y="1395931"/>
                    <a:pt x="60953" y="1403266"/>
                  </a:cubicBezTo>
                  <a:cubicBezTo>
                    <a:pt x="67626" y="1432294"/>
                    <a:pt x="75404" y="1462400"/>
                    <a:pt x="84068" y="1492748"/>
                  </a:cubicBezTo>
                  <a:cubicBezTo>
                    <a:pt x="86134" y="1499986"/>
                    <a:pt x="81939" y="1507528"/>
                    <a:pt x="74698" y="1509594"/>
                  </a:cubicBezTo>
                  <a:cubicBezTo>
                    <a:pt x="67457" y="1511659"/>
                    <a:pt x="59913" y="1507466"/>
                    <a:pt x="57847" y="1500229"/>
                  </a:cubicBezTo>
                  <a:cubicBezTo>
                    <a:pt x="57847" y="1500229"/>
                    <a:pt x="57846" y="1500228"/>
                    <a:pt x="57846" y="1500227"/>
                  </a:cubicBezTo>
                  <a:cubicBezTo>
                    <a:pt x="49052" y="1469427"/>
                    <a:pt x="41157" y="1438856"/>
                    <a:pt x="34377" y="1409371"/>
                  </a:cubicBezTo>
                  <a:cubicBezTo>
                    <a:pt x="33754" y="1406680"/>
                    <a:pt x="33968" y="1403863"/>
                    <a:pt x="34990" y="1401296"/>
                  </a:cubicBezTo>
                  <a:close/>
                  <a:moveTo>
                    <a:pt x="470834" y="594563"/>
                  </a:moveTo>
                  <a:cubicBezTo>
                    <a:pt x="472838" y="589518"/>
                    <a:pt x="477645" y="586142"/>
                    <a:pt x="483073" y="585969"/>
                  </a:cubicBezTo>
                  <a:cubicBezTo>
                    <a:pt x="516440" y="584898"/>
                    <a:pt x="549838" y="586685"/>
                    <a:pt x="582900" y="591310"/>
                  </a:cubicBezTo>
                  <a:cubicBezTo>
                    <a:pt x="590357" y="592362"/>
                    <a:pt x="595548" y="599256"/>
                    <a:pt x="594497" y="606709"/>
                  </a:cubicBezTo>
                  <a:cubicBezTo>
                    <a:pt x="593445" y="614156"/>
                    <a:pt x="586558" y="619345"/>
                    <a:pt x="579106" y="618302"/>
                  </a:cubicBezTo>
                  <a:cubicBezTo>
                    <a:pt x="572377" y="617357"/>
                    <a:pt x="565618" y="616536"/>
                    <a:pt x="558830" y="615839"/>
                  </a:cubicBezTo>
                  <a:cubicBezTo>
                    <a:pt x="560415" y="647029"/>
                    <a:pt x="564965" y="677997"/>
                    <a:pt x="572419" y="708326"/>
                  </a:cubicBezTo>
                  <a:cubicBezTo>
                    <a:pt x="574247" y="715627"/>
                    <a:pt x="569808" y="723028"/>
                    <a:pt x="562503" y="724856"/>
                  </a:cubicBezTo>
                  <a:cubicBezTo>
                    <a:pt x="555198" y="726684"/>
                    <a:pt x="547794" y="722247"/>
                    <a:pt x="545965" y="714945"/>
                  </a:cubicBezTo>
                  <a:cubicBezTo>
                    <a:pt x="545956" y="714909"/>
                    <a:pt x="545947" y="714872"/>
                    <a:pt x="545938" y="714836"/>
                  </a:cubicBezTo>
                  <a:cubicBezTo>
                    <a:pt x="537951" y="682334"/>
                    <a:pt x="533123" y="649137"/>
                    <a:pt x="531522" y="615707"/>
                  </a:cubicBezTo>
                  <a:cubicBezTo>
                    <a:pt x="531489" y="615044"/>
                    <a:pt x="531506" y="614378"/>
                    <a:pt x="531570" y="613717"/>
                  </a:cubicBezTo>
                  <a:cubicBezTo>
                    <a:pt x="515719" y="612873"/>
                    <a:pt x="499811" y="612702"/>
                    <a:pt x="483948" y="613212"/>
                  </a:cubicBezTo>
                  <a:cubicBezTo>
                    <a:pt x="476418" y="613450"/>
                    <a:pt x="470121" y="607541"/>
                    <a:pt x="469883" y="600014"/>
                  </a:cubicBezTo>
                  <a:cubicBezTo>
                    <a:pt x="469824" y="598151"/>
                    <a:pt x="470148" y="596296"/>
                    <a:pt x="470834" y="594563"/>
                  </a:cubicBezTo>
                  <a:close/>
                  <a:moveTo>
                    <a:pt x="561840" y="418274"/>
                  </a:moveTo>
                  <a:cubicBezTo>
                    <a:pt x="564624" y="411280"/>
                    <a:pt x="572552" y="407867"/>
                    <a:pt x="579549" y="410649"/>
                  </a:cubicBezTo>
                  <a:cubicBezTo>
                    <a:pt x="586434" y="413387"/>
                    <a:pt x="589871" y="421121"/>
                    <a:pt x="587287" y="428064"/>
                  </a:cubicBezTo>
                  <a:cubicBezTo>
                    <a:pt x="576271" y="457726"/>
                    <a:pt x="568327" y="488439"/>
                    <a:pt x="563579" y="519721"/>
                  </a:cubicBezTo>
                  <a:cubicBezTo>
                    <a:pt x="562462" y="527164"/>
                    <a:pt x="555519" y="532292"/>
                    <a:pt x="548072" y="531175"/>
                  </a:cubicBezTo>
                  <a:cubicBezTo>
                    <a:pt x="540626" y="530058"/>
                    <a:pt x="535495" y="523118"/>
                    <a:pt x="536613" y="515675"/>
                  </a:cubicBezTo>
                  <a:cubicBezTo>
                    <a:pt x="536616" y="515660"/>
                    <a:pt x="536618" y="515645"/>
                    <a:pt x="536620" y="515630"/>
                  </a:cubicBezTo>
                  <a:cubicBezTo>
                    <a:pt x="541649" y="482501"/>
                    <a:pt x="550062" y="449975"/>
                    <a:pt x="561729" y="418561"/>
                  </a:cubicBezTo>
                  <a:close/>
                  <a:moveTo>
                    <a:pt x="604990" y="330887"/>
                  </a:moveTo>
                  <a:cubicBezTo>
                    <a:pt x="605296" y="330116"/>
                    <a:pt x="605672" y="329374"/>
                    <a:pt x="606112" y="328672"/>
                  </a:cubicBezTo>
                  <a:cubicBezTo>
                    <a:pt x="623918" y="300380"/>
                    <a:pt x="644347" y="273825"/>
                    <a:pt x="667132" y="249361"/>
                  </a:cubicBezTo>
                  <a:cubicBezTo>
                    <a:pt x="672263" y="243852"/>
                    <a:pt x="680890" y="243544"/>
                    <a:pt x="686401" y="248674"/>
                  </a:cubicBezTo>
                  <a:cubicBezTo>
                    <a:pt x="691900" y="253791"/>
                    <a:pt x="692221" y="262390"/>
                    <a:pt x="687119" y="267902"/>
                  </a:cubicBezTo>
                  <a:cubicBezTo>
                    <a:pt x="665501" y="291110"/>
                    <a:pt x="646117" y="316300"/>
                    <a:pt x="629222" y="343140"/>
                  </a:cubicBezTo>
                  <a:cubicBezTo>
                    <a:pt x="625225" y="349519"/>
                    <a:pt x="616811" y="351451"/>
                    <a:pt x="610429" y="347456"/>
                  </a:cubicBezTo>
                  <a:cubicBezTo>
                    <a:pt x="604856" y="343967"/>
                    <a:pt x="602568" y="336998"/>
                    <a:pt x="604990" y="330887"/>
                  </a:cubicBezTo>
                  <a:close/>
                  <a:moveTo>
                    <a:pt x="736616" y="187948"/>
                  </a:moveTo>
                  <a:cubicBezTo>
                    <a:pt x="737516" y="185683"/>
                    <a:pt x="739010" y="183702"/>
                    <a:pt x="740940" y="182214"/>
                  </a:cubicBezTo>
                  <a:cubicBezTo>
                    <a:pt x="767243" y="161975"/>
                    <a:pt x="794897" y="143555"/>
                    <a:pt x="823710" y="127080"/>
                  </a:cubicBezTo>
                  <a:cubicBezTo>
                    <a:pt x="830240" y="123331"/>
                    <a:pt x="838573" y="125583"/>
                    <a:pt x="842324" y="132109"/>
                  </a:cubicBezTo>
                  <a:cubicBezTo>
                    <a:pt x="846075" y="138636"/>
                    <a:pt x="843822" y="146966"/>
                    <a:pt x="837293" y="150715"/>
                  </a:cubicBezTo>
                  <a:cubicBezTo>
                    <a:pt x="809561" y="166569"/>
                    <a:pt x="782943" y="184296"/>
                    <a:pt x="757627" y="203773"/>
                  </a:cubicBezTo>
                  <a:cubicBezTo>
                    <a:pt x="751669" y="208378"/>
                    <a:pt x="743104" y="207284"/>
                    <a:pt x="738497" y="201328"/>
                  </a:cubicBezTo>
                  <a:cubicBezTo>
                    <a:pt x="735547" y="197514"/>
                    <a:pt x="734832" y="192427"/>
                    <a:pt x="736616" y="187948"/>
                  </a:cubicBezTo>
                  <a:close/>
                  <a:moveTo>
                    <a:pt x="579217" y="798440"/>
                  </a:moveTo>
                  <a:cubicBezTo>
                    <a:pt x="581999" y="791445"/>
                    <a:pt x="589926" y="788030"/>
                    <a:pt x="596924" y="790810"/>
                  </a:cubicBezTo>
                  <a:cubicBezTo>
                    <a:pt x="600108" y="792075"/>
                    <a:pt x="602698" y="794492"/>
                    <a:pt x="604180" y="797580"/>
                  </a:cubicBezTo>
                  <a:cubicBezTo>
                    <a:pt x="617479" y="826007"/>
                    <a:pt x="634579" y="852496"/>
                    <a:pt x="655012" y="876322"/>
                  </a:cubicBezTo>
                  <a:cubicBezTo>
                    <a:pt x="659975" y="881982"/>
                    <a:pt x="659408" y="890593"/>
                    <a:pt x="653745" y="895555"/>
                  </a:cubicBezTo>
                  <a:cubicBezTo>
                    <a:pt x="648082" y="900516"/>
                    <a:pt x="639468" y="899949"/>
                    <a:pt x="634504" y="894289"/>
                  </a:cubicBezTo>
                  <a:cubicBezTo>
                    <a:pt x="612436" y="868599"/>
                    <a:pt x="593963" y="840031"/>
                    <a:pt x="579593" y="809369"/>
                  </a:cubicBezTo>
                  <a:cubicBezTo>
                    <a:pt x="577943" y="805939"/>
                    <a:pt x="577807" y="801975"/>
                    <a:pt x="579217" y="798440"/>
                  </a:cubicBezTo>
                  <a:close/>
                  <a:moveTo>
                    <a:pt x="663360" y="622098"/>
                  </a:moveTo>
                  <a:cubicBezTo>
                    <a:pt x="666045" y="615358"/>
                    <a:pt x="673542" y="611902"/>
                    <a:pt x="680413" y="614237"/>
                  </a:cubicBezTo>
                  <a:cubicBezTo>
                    <a:pt x="687922" y="616787"/>
                    <a:pt x="695395" y="619536"/>
                    <a:pt x="702626" y="622408"/>
                  </a:cubicBezTo>
                  <a:cubicBezTo>
                    <a:pt x="726687" y="631831"/>
                    <a:pt x="749754" y="643616"/>
                    <a:pt x="771489" y="657588"/>
                  </a:cubicBezTo>
                  <a:cubicBezTo>
                    <a:pt x="777799" y="661696"/>
                    <a:pt x="779583" y="670140"/>
                    <a:pt x="775473" y="676447"/>
                  </a:cubicBezTo>
                  <a:cubicBezTo>
                    <a:pt x="771363" y="682754"/>
                    <a:pt x="762916" y="684537"/>
                    <a:pt x="756606" y="680429"/>
                  </a:cubicBezTo>
                  <a:cubicBezTo>
                    <a:pt x="736390" y="667443"/>
                    <a:pt x="714935" y="656492"/>
                    <a:pt x="692556" y="647739"/>
                  </a:cubicBezTo>
                  <a:cubicBezTo>
                    <a:pt x="685752" y="645036"/>
                    <a:pt x="678715" y="642449"/>
                    <a:pt x="671640" y="640044"/>
                  </a:cubicBezTo>
                  <a:cubicBezTo>
                    <a:pt x="664511" y="637623"/>
                    <a:pt x="660695" y="629883"/>
                    <a:pt x="663117" y="622756"/>
                  </a:cubicBezTo>
                  <a:cubicBezTo>
                    <a:pt x="663117" y="622756"/>
                    <a:pt x="663117" y="622756"/>
                    <a:pt x="663117" y="622756"/>
                  </a:cubicBezTo>
                  <a:cubicBezTo>
                    <a:pt x="663193" y="622532"/>
                    <a:pt x="663273" y="622314"/>
                    <a:pt x="663360" y="622098"/>
                  </a:cubicBezTo>
                  <a:close/>
                  <a:moveTo>
                    <a:pt x="905161" y="90253"/>
                  </a:moveTo>
                  <a:cubicBezTo>
                    <a:pt x="906489" y="86899"/>
                    <a:pt x="909097" y="84211"/>
                    <a:pt x="912410" y="82780"/>
                  </a:cubicBezTo>
                  <a:cubicBezTo>
                    <a:pt x="941565" y="70150"/>
                    <a:pt x="972689" y="58388"/>
                    <a:pt x="1004916" y="47823"/>
                  </a:cubicBezTo>
                  <a:cubicBezTo>
                    <a:pt x="1012071" y="45477"/>
                    <a:pt x="1019774" y="49373"/>
                    <a:pt x="1022121" y="56524"/>
                  </a:cubicBezTo>
                  <a:cubicBezTo>
                    <a:pt x="1024468" y="63676"/>
                    <a:pt x="1020571" y="71375"/>
                    <a:pt x="1013416" y="73721"/>
                  </a:cubicBezTo>
                  <a:cubicBezTo>
                    <a:pt x="981980" y="84028"/>
                    <a:pt x="951645" y="95490"/>
                    <a:pt x="923253" y="107790"/>
                  </a:cubicBezTo>
                  <a:cubicBezTo>
                    <a:pt x="916343" y="110783"/>
                    <a:pt x="908315" y="107609"/>
                    <a:pt x="905321" y="100702"/>
                  </a:cubicBezTo>
                  <a:cubicBezTo>
                    <a:pt x="903881" y="97378"/>
                    <a:pt x="903824" y="93619"/>
                    <a:pt x="905161" y="90253"/>
                  </a:cubicBezTo>
                  <a:close/>
                  <a:moveTo>
                    <a:pt x="710842" y="935903"/>
                  </a:moveTo>
                  <a:cubicBezTo>
                    <a:pt x="713449" y="929368"/>
                    <a:pt x="720604" y="925890"/>
                    <a:pt x="727356" y="927876"/>
                  </a:cubicBezTo>
                  <a:cubicBezTo>
                    <a:pt x="755760" y="936229"/>
                    <a:pt x="781040" y="929035"/>
                    <a:pt x="802492" y="906490"/>
                  </a:cubicBezTo>
                  <a:cubicBezTo>
                    <a:pt x="807682" y="901036"/>
                    <a:pt x="816312" y="900820"/>
                    <a:pt x="821768" y="906007"/>
                  </a:cubicBezTo>
                  <a:cubicBezTo>
                    <a:pt x="827225" y="911194"/>
                    <a:pt x="827441" y="919821"/>
                    <a:pt x="822252" y="925275"/>
                  </a:cubicBezTo>
                  <a:cubicBezTo>
                    <a:pt x="793592" y="955392"/>
                    <a:pt x="758116" y="965335"/>
                    <a:pt x="719660" y="954025"/>
                  </a:cubicBezTo>
                  <a:cubicBezTo>
                    <a:pt x="712436" y="951901"/>
                    <a:pt x="708303" y="944325"/>
                    <a:pt x="710428" y="937105"/>
                  </a:cubicBezTo>
                  <a:cubicBezTo>
                    <a:pt x="710428" y="937104"/>
                    <a:pt x="710428" y="937104"/>
                    <a:pt x="710428" y="937104"/>
                  </a:cubicBezTo>
                  <a:cubicBezTo>
                    <a:pt x="710549" y="936694"/>
                    <a:pt x="710687" y="936293"/>
                    <a:pt x="710842" y="935903"/>
                  </a:cubicBezTo>
                  <a:close/>
                  <a:moveTo>
                    <a:pt x="1090404" y="28983"/>
                  </a:moveTo>
                  <a:cubicBezTo>
                    <a:pt x="1092028" y="24881"/>
                    <a:pt x="1095540" y="21820"/>
                    <a:pt x="1099827" y="20772"/>
                  </a:cubicBezTo>
                  <a:cubicBezTo>
                    <a:pt x="1130676" y="13195"/>
                    <a:pt x="1163110" y="6338"/>
                    <a:pt x="1196228" y="392"/>
                  </a:cubicBezTo>
                  <a:cubicBezTo>
                    <a:pt x="1203645" y="-910"/>
                    <a:pt x="1210713" y="4044"/>
                    <a:pt x="1212015" y="11458"/>
                  </a:cubicBezTo>
                  <a:cubicBezTo>
                    <a:pt x="1213311" y="18831"/>
                    <a:pt x="1208414" y="25869"/>
                    <a:pt x="1201048" y="27220"/>
                  </a:cubicBezTo>
                  <a:cubicBezTo>
                    <a:pt x="1168494" y="33063"/>
                    <a:pt x="1136628" y="39799"/>
                    <a:pt x="1106335" y="47239"/>
                  </a:cubicBezTo>
                  <a:cubicBezTo>
                    <a:pt x="1099022" y="49036"/>
                    <a:pt x="1091637" y="44567"/>
                    <a:pt x="1089839" y="37257"/>
                  </a:cubicBezTo>
                  <a:cubicBezTo>
                    <a:pt x="1089163" y="34507"/>
                    <a:pt x="1089361" y="31615"/>
                    <a:pt x="1090404" y="28983"/>
                  </a:cubicBezTo>
                  <a:close/>
                  <a:moveTo>
                    <a:pt x="821122" y="731297"/>
                  </a:moveTo>
                  <a:cubicBezTo>
                    <a:pt x="823909" y="724304"/>
                    <a:pt x="831839" y="720894"/>
                    <a:pt x="838835" y="723680"/>
                  </a:cubicBezTo>
                  <a:cubicBezTo>
                    <a:pt x="841500" y="724741"/>
                    <a:pt x="843762" y="726615"/>
                    <a:pt x="845300" y="729035"/>
                  </a:cubicBezTo>
                  <a:cubicBezTo>
                    <a:pt x="865372" y="759162"/>
                    <a:pt x="873541" y="795664"/>
                    <a:pt x="868223" y="831468"/>
                  </a:cubicBezTo>
                  <a:cubicBezTo>
                    <a:pt x="867110" y="838912"/>
                    <a:pt x="860170" y="844045"/>
                    <a:pt x="852723" y="842932"/>
                  </a:cubicBezTo>
                  <a:cubicBezTo>
                    <a:pt x="845275" y="841819"/>
                    <a:pt x="840141" y="834883"/>
                    <a:pt x="841254" y="827438"/>
                  </a:cubicBezTo>
                  <a:cubicBezTo>
                    <a:pt x="841255" y="827428"/>
                    <a:pt x="841257" y="827418"/>
                    <a:pt x="841259" y="827408"/>
                  </a:cubicBezTo>
                  <a:cubicBezTo>
                    <a:pt x="845527" y="798102"/>
                    <a:pt x="838764" y="768254"/>
                    <a:pt x="822280" y="743646"/>
                  </a:cubicBezTo>
                  <a:cubicBezTo>
                    <a:pt x="819931" y="739954"/>
                    <a:pt x="819500" y="735360"/>
                    <a:pt x="821122" y="731297"/>
                  </a:cubicBezTo>
                  <a:close/>
                </a:path>
              </a:pathLst>
            </a:custGeom>
            <a:solidFill>
              <a:schemeClr val="accent1"/>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grpSp>
          <p:nvGrpSpPr>
            <p:cNvPr id="1362" name="Google Shape;1362;p49"/>
            <p:cNvGrpSpPr/>
            <p:nvPr/>
          </p:nvGrpSpPr>
          <p:grpSpPr>
            <a:xfrm rot="-1765548" flipH="1">
              <a:off x="-888790" y="-362492"/>
              <a:ext cx="3681875" cy="2672487"/>
              <a:chOff x="2928576" y="0"/>
              <a:chExt cx="3681844" cy="2672464"/>
            </a:xfrm>
          </p:grpSpPr>
          <p:sp>
            <p:nvSpPr>
              <p:cNvPr id="1363" name="Google Shape;1363;p49"/>
              <p:cNvSpPr/>
              <p:nvPr/>
            </p:nvSpPr>
            <p:spPr>
              <a:xfrm>
                <a:off x="5825274" y="2079638"/>
                <a:ext cx="27165" cy="68669"/>
              </a:xfrm>
              <a:custGeom>
                <a:avLst/>
                <a:gdLst/>
                <a:ahLst/>
                <a:cxnLst/>
                <a:rect l="l" t="t" r="r" b="b"/>
                <a:pathLst>
                  <a:path w="27165" h="68669" extrusionOk="0">
                    <a:moveTo>
                      <a:pt x="12307" y="68533"/>
                    </a:moveTo>
                    <a:cubicBezTo>
                      <a:pt x="18940" y="70068"/>
                      <a:pt x="25561" y="65938"/>
                      <a:pt x="27097" y="59308"/>
                    </a:cubicBezTo>
                    <a:cubicBezTo>
                      <a:pt x="27318" y="58351"/>
                      <a:pt x="27425" y="57370"/>
                      <a:pt x="27414" y="56388"/>
                    </a:cubicBezTo>
                    <a:cubicBezTo>
                      <a:pt x="27228" y="41368"/>
                      <a:pt x="26355" y="26184"/>
                      <a:pt x="24818" y="11258"/>
                    </a:cubicBezTo>
                    <a:cubicBezTo>
                      <a:pt x="24134" y="4494"/>
                      <a:pt x="18094" y="-436"/>
                      <a:pt x="11327" y="247"/>
                    </a:cubicBezTo>
                    <a:cubicBezTo>
                      <a:pt x="4560" y="931"/>
                      <a:pt x="-371" y="6968"/>
                      <a:pt x="312" y="13732"/>
                    </a:cubicBezTo>
                    <a:cubicBezTo>
                      <a:pt x="314" y="13747"/>
                      <a:pt x="316" y="13762"/>
                      <a:pt x="317" y="13776"/>
                    </a:cubicBezTo>
                    <a:cubicBezTo>
                      <a:pt x="1777" y="27970"/>
                      <a:pt x="2608" y="42409"/>
                      <a:pt x="2785" y="56693"/>
                    </a:cubicBezTo>
                    <a:cubicBezTo>
                      <a:pt x="2855" y="62359"/>
                      <a:pt x="6785" y="67246"/>
                      <a:pt x="12307" y="68533"/>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364" name="Google Shape;1364;p49"/>
              <p:cNvSpPr/>
              <p:nvPr/>
            </p:nvSpPr>
            <p:spPr>
              <a:xfrm>
                <a:off x="3719675" y="787231"/>
                <a:ext cx="2890745" cy="1885233"/>
              </a:xfrm>
              <a:custGeom>
                <a:avLst/>
                <a:gdLst/>
                <a:ahLst/>
                <a:cxnLst/>
                <a:rect l="l" t="t" r="r" b="b"/>
                <a:pathLst>
                  <a:path w="2890745" h="1885233" extrusionOk="0">
                    <a:moveTo>
                      <a:pt x="2875908" y="1885099"/>
                    </a:moveTo>
                    <a:cubicBezTo>
                      <a:pt x="2882537" y="1886628"/>
                      <a:pt x="2889150" y="1882495"/>
                      <a:pt x="2890679" y="1875869"/>
                    </a:cubicBezTo>
                    <a:cubicBezTo>
                      <a:pt x="2891150" y="1873829"/>
                      <a:pt x="2891093" y="1871703"/>
                      <a:pt x="2890513" y="1869691"/>
                    </a:cubicBezTo>
                    <a:cubicBezTo>
                      <a:pt x="2882037" y="1840564"/>
                      <a:pt x="2871268" y="1812153"/>
                      <a:pt x="2858308" y="1784724"/>
                    </a:cubicBezTo>
                    <a:cubicBezTo>
                      <a:pt x="2855406" y="1778575"/>
                      <a:pt x="2848066" y="1775943"/>
                      <a:pt x="2841915" y="1778844"/>
                    </a:cubicBezTo>
                    <a:cubicBezTo>
                      <a:pt x="2835775" y="1781740"/>
                      <a:pt x="2833137" y="1789057"/>
                      <a:pt x="2836018" y="1795201"/>
                    </a:cubicBezTo>
                    <a:cubicBezTo>
                      <a:pt x="2848424" y="1821451"/>
                      <a:pt x="2858732" y="1848640"/>
                      <a:pt x="2866847" y="1876515"/>
                    </a:cubicBezTo>
                    <a:cubicBezTo>
                      <a:pt x="2868085" y="1880809"/>
                      <a:pt x="2871552" y="1884094"/>
                      <a:pt x="2875908" y="1885100"/>
                    </a:cubicBezTo>
                    <a:close/>
                    <a:moveTo>
                      <a:pt x="2800959" y="1724087"/>
                    </a:moveTo>
                    <a:cubicBezTo>
                      <a:pt x="2807585" y="1725623"/>
                      <a:pt x="2814202" y="1721500"/>
                      <a:pt x="2815739" y="1714877"/>
                    </a:cubicBezTo>
                    <a:cubicBezTo>
                      <a:pt x="2816492" y="1711632"/>
                      <a:pt x="2815897" y="1708221"/>
                      <a:pt x="2814091" y="1705421"/>
                    </a:cubicBezTo>
                    <a:cubicBezTo>
                      <a:pt x="2797632" y="1680044"/>
                      <a:pt x="2779816" y="1655573"/>
                      <a:pt x="2760720" y="1632114"/>
                    </a:cubicBezTo>
                    <a:cubicBezTo>
                      <a:pt x="2756430" y="1626838"/>
                      <a:pt x="2748673" y="1626038"/>
                      <a:pt x="2743395" y="1630327"/>
                    </a:cubicBezTo>
                    <a:cubicBezTo>
                      <a:pt x="2738127" y="1634607"/>
                      <a:pt x="2737318" y="1642342"/>
                      <a:pt x="2741587" y="1647619"/>
                    </a:cubicBezTo>
                    <a:cubicBezTo>
                      <a:pt x="2760122" y="1670389"/>
                      <a:pt x="2777416" y="1694140"/>
                      <a:pt x="2793395" y="1718769"/>
                    </a:cubicBezTo>
                    <a:cubicBezTo>
                      <a:pt x="2795126" y="1721460"/>
                      <a:pt x="2797841" y="1723368"/>
                      <a:pt x="2800959" y="1724087"/>
                    </a:cubicBezTo>
                    <a:close/>
                    <a:moveTo>
                      <a:pt x="2688917" y="1584978"/>
                    </a:moveTo>
                    <a:cubicBezTo>
                      <a:pt x="2695542" y="1586519"/>
                      <a:pt x="2702162" y="1582400"/>
                      <a:pt x="2703705" y="1575778"/>
                    </a:cubicBezTo>
                    <a:cubicBezTo>
                      <a:pt x="2704652" y="1571709"/>
                      <a:pt x="2703470" y="1567437"/>
                      <a:pt x="2700566" y="1564433"/>
                    </a:cubicBezTo>
                    <a:cubicBezTo>
                      <a:pt x="2680440" y="1543612"/>
                      <a:pt x="2658516" y="1522518"/>
                      <a:pt x="2635405" y="1501737"/>
                    </a:cubicBezTo>
                    <a:cubicBezTo>
                      <a:pt x="2630344" y="1497195"/>
                      <a:pt x="2622557" y="1497614"/>
                      <a:pt x="2618013" y="1502673"/>
                    </a:cubicBezTo>
                    <a:cubicBezTo>
                      <a:pt x="2613474" y="1507725"/>
                      <a:pt x="2613885" y="1515496"/>
                      <a:pt x="2618932" y="1520042"/>
                    </a:cubicBezTo>
                    <a:cubicBezTo>
                      <a:pt x="2641618" y="1540440"/>
                      <a:pt x="2663124" y="1561132"/>
                      <a:pt x="2682854" y="1581541"/>
                    </a:cubicBezTo>
                    <a:cubicBezTo>
                      <a:pt x="2684499" y="1583249"/>
                      <a:pt x="2686606" y="1584443"/>
                      <a:pt x="2688917" y="1584978"/>
                    </a:cubicBezTo>
                    <a:close/>
                    <a:moveTo>
                      <a:pt x="2556009" y="1464942"/>
                    </a:moveTo>
                    <a:cubicBezTo>
                      <a:pt x="2562635" y="1466482"/>
                      <a:pt x="2569255" y="1462361"/>
                      <a:pt x="2570795" y="1455738"/>
                    </a:cubicBezTo>
                    <a:cubicBezTo>
                      <a:pt x="2571868" y="1451126"/>
                      <a:pt x="2570200" y="1446308"/>
                      <a:pt x="2566504" y="1443346"/>
                    </a:cubicBezTo>
                    <a:cubicBezTo>
                      <a:pt x="2543877" y="1425211"/>
                      <a:pt x="2519741" y="1406801"/>
                      <a:pt x="2494764" y="1388626"/>
                    </a:cubicBezTo>
                    <a:cubicBezTo>
                      <a:pt x="2489265" y="1384625"/>
                      <a:pt x="2481562" y="1385837"/>
                      <a:pt x="2477559" y="1391333"/>
                    </a:cubicBezTo>
                    <a:cubicBezTo>
                      <a:pt x="2473556" y="1396829"/>
                      <a:pt x="2474768" y="1404529"/>
                      <a:pt x="2480267" y="1408530"/>
                    </a:cubicBezTo>
                    <a:cubicBezTo>
                      <a:pt x="2504936" y="1426482"/>
                      <a:pt x="2528766" y="1444658"/>
                      <a:pt x="2551097" y="1462553"/>
                    </a:cubicBezTo>
                    <a:cubicBezTo>
                      <a:pt x="2552534" y="1463709"/>
                      <a:pt x="2554213" y="1464526"/>
                      <a:pt x="2556009" y="1464943"/>
                    </a:cubicBezTo>
                    <a:close/>
                    <a:moveTo>
                      <a:pt x="2411187" y="1359258"/>
                    </a:moveTo>
                    <a:cubicBezTo>
                      <a:pt x="2417814" y="1360794"/>
                      <a:pt x="2424431" y="1356669"/>
                      <a:pt x="2425968" y="1350045"/>
                    </a:cubicBezTo>
                    <a:cubicBezTo>
                      <a:pt x="2427123" y="1345064"/>
                      <a:pt x="2425078" y="1339888"/>
                      <a:pt x="2420830" y="1337040"/>
                    </a:cubicBezTo>
                    <a:cubicBezTo>
                      <a:pt x="2396720" y="1320880"/>
                      <a:pt x="2371266" y="1304424"/>
                      <a:pt x="2345175" y="1288131"/>
                    </a:cubicBezTo>
                    <a:cubicBezTo>
                      <a:pt x="2339406" y="1284528"/>
                      <a:pt x="2331808" y="1286283"/>
                      <a:pt x="2328205" y="1292049"/>
                    </a:cubicBezTo>
                    <a:cubicBezTo>
                      <a:pt x="2324601" y="1297815"/>
                      <a:pt x="2326356" y="1305409"/>
                      <a:pt x="2332125" y="1309011"/>
                    </a:cubicBezTo>
                    <a:cubicBezTo>
                      <a:pt x="2357992" y="1325165"/>
                      <a:pt x="2383222" y="1341475"/>
                      <a:pt x="2407113" y="1357488"/>
                    </a:cubicBezTo>
                    <a:cubicBezTo>
                      <a:pt x="2408351" y="1358321"/>
                      <a:pt x="2409732" y="1358921"/>
                      <a:pt x="2411187" y="1359258"/>
                    </a:cubicBezTo>
                    <a:close/>
                    <a:moveTo>
                      <a:pt x="2259131" y="1264125"/>
                    </a:moveTo>
                    <a:cubicBezTo>
                      <a:pt x="2265759" y="1265658"/>
                      <a:pt x="2272375" y="1261531"/>
                      <a:pt x="2273908" y="1254906"/>
                    </a:cubicBezTo>
                    <a:cubicBezTo>
                      <a:pt x="2275122" y="1249664"/>
                      <a:pt x="2272789" y="1244242"/>
                      <a:pt x="2268149" y="1241516"/>
                    </a:cubicBezTo>
                    <a:cubicBezTo>
                      <a:pt x="2243098" y="1226804"/>
                      <a:pt x="2216809" y="1211782"/>
                      <a:pt x="2190014" y="1196869"/>
                    </a:cubicBezTo>
                    <a:cubicBezTo>
                      <a:pt x="2184067" y="1193569"/>
                      <a:pt x="2176570" y="1195713"/>
                      <a:pt x="2173269" y="1201657"/>
                    </a:cubicBezTo>
                    <a:cubicBezTo>
                      <a:pt x="2169973" y="1207591"/>
                      <a:pt x="2172104" y="1215071"/>
                      <a:pt x="2178032" y="1218380"/>
                    </a:cubicBezTo>
                    <a:cubicBezTo>
                      <a:pt x="2204661" y="1233202"/>
                      <a:pt x="2230783" y="1248128"/>
                      <a:pt x="2255672" y="1262743"/>
                    </a:cubicBezTo>
                    <a:cubicBezTo>
                      <a:pt x="2256748" y="1263377"/>
                      <a:pt x="2257915" y="1263843"/>
                      <a:pt x="2259131" y="1264125"/>
                    </a:cubicBezTo>
                    <a:close/>
                    <a:moveTo>
                      <a:pt x="2102424" y="1176788"/>
                    </a:moveTo>
                    <a:cubicBezTo>
                      <a:pt x="2109052" y="1178319"/>
                      <a:pt x="2115666" y="1174189"/>
                      <a:pt x="2117198" y="1167564"/>
                    </a:cubicBezTo>
                    <a:cubicBezTo>
                      <a:pt x="2118454" y="1162133"/>
                      <a:pt x="2115902" y="1156536"/>
                      <a:pt x="2110977" y="1153920"/>
                    </a:cubicBezTo>
                    <a:cubicBezTo>
                      <a:pt x="2085317" y="1140293"/>
                      <a:pt x="2058477" y="1126335"/>
                      <a:pt x="2031202" y="1112432"/>
                    </a:cubicBezTo>
                    <a:cubicBezTo>
                      <a:pt x="2025142" y="1109344"/>
                      <a:pt x="2017725" y="1111750"/>
                      <a:pt x="2014635" y="1117807"/>
                    </a:cubicBezTo>
                    <a:cubicBezTo>
                      <a:pt x="2011545" y="1123863"/>
                      <a:pt x="2013953" y="1131277"/>
                      <a:pt x="2020012" y="1134366"/>
                    </a:cubicBezTo>
                    <a:cubicBezTo>
                      <a:pt x="2047165" y="1148205"/>
                      <a:pt x="2073881" y="1162100"/>
                      <a:pt x="2099420" y="1175663"/>
                    </a:cubicBezTo>
                    <a:cubicBezTo>
                      <a:pt x="2100368" y="1176167"/>
                      <a:pt x="2101378" y="1176545"/>
                      <a:pt x="2102424" y="1176788"/>
                    </a:cubicBezTo>
                    <a:close/>
                    <a:moveTo>
                      <a:pt x="1942605" y="1095248"/>
                    </a:moveTo>
                    <a:cubicBezTo>
                      <a:pt x="1949234" y="1096777"/>
                      <a:pt x="1955848" y="1092646"/>
                      <a:pt x="1957378" y="1086021"/>
                    </a:cubicBezTo>
                    <a:cubicBezTo>
                      <a:pt x="1958664" y="1080451"/>
                      <a:pt x="1955946" y="1074730"/>
                      <a:pt x="1950815" y="1072205"/>
                    </a:cubicBezTo>
                    <a:cubicBezTo>
                      <a:pt x="1924751" y="1059388"/>
                      <a:pt x="1897534" y="1046216"/>
                      <a:pt x="1869924" y="1033055"/>
                    </a:cubicBezTo>
                    <a:cubicBezTo>
                      <a:pt x="1863786" y="1030126"/>
                      <a:pt x="1856434" y="1032726"/>
                      <a:pt x="1853504" y="1038861"/>
                    </a:cubicBezTo>
                    <a:cubicBezTo>
                      <a:pt x="1850573" y="1044997"/>
                      <a:pt x="1853174" y="1052346"/>
                      <a:pt x="1859312" y="1055275"/>
                    </a:cubicBezTo>
                    <a:cubicBezTo>
                      <a:pt x="1859316" y="1055276"/>
                      <a:pt x="1859320" y="1055278"/>
                      <a:pt x="1859323" y="1055280"/>
                    </a:cubicBezTo>
                    <a:cubicBezTo>
                      <a:pt x="1886843" y="1068397"/>
                      <a:pt x="1913967" y="1081524"/>
                      <a:pt x="1939943" y="1094297"/>
                    </a:cubicBezTo>
                    <a:cubicBezTo>
                      <a:pt x="1940791" y="1094715"/>
                      <a:pt x="1941685" y="1095034"/>
                      <a:pt x="1942605" y="1095248"/>
                    </a:cubicBezTo>
                    <a:close/>
                    <a:moveTo>
                      <a:pt x="1780664" y="1017990"/>
                    </a:moveTo>
                    <a:cubicBezTo>
                      <a:pt x="1787293" y="1019519"/>
                      <a:pt x="1793906" y="1015387"/>
                      <a:pt x="1795435" y="1008761"/>
                    </a:cubicBezTo>
                    <a:cubicBezTo>
                      <a:pt x="1796744" y="1003090"/>
                      <a:pt x="1793901" y="997278"/>
                      <a:pt x="1788621" y="994827"/>
                    </a:cubicBezTo>
                    <a:cubicBezTo>
                      <a:pt x="1762464" y="982688"/>
                      <a:pt x="1734996" y="970089"/>
                      <a:pt x="1706980" y="957379"/>
                    </a:cubicBezTo>
                    <a:cubicBezTo>
                      <a:pt x="1700791" y="954559"/>
                      <a:pt x="1693487" y="957288"/>
                      <a:pt x="1690666" y="963474"/>
                    </a:cubicBezTo>
                    <a:cubicBezTo>
                      <a:pt x="1687844" y="969660"/>
                      <a:pt x="1690574" y="976961"/>
                      <a:pt x="1696763" y="979781"/>
                    </a:cubicBezTo>
                    <a:cubicBezTo>
                      <a:pt x="1696775" y="979787"/>
                      <a:pt x="1696787" y="979792"/>
                      <a:pt x="1696799" y="979798"/>
                    </a:cubicBezTo>
                    <a:cubicBezTo>
                      <a:pt x="1724751" y="992479"/>
                      <a:pt x="1752155" y="1005049"/>
                      <a:pt x="1778248" y="1017158"/>
                    </a:cubicBezTo>
                    <a:cubicBezTo>
                      <a:pt x="1779023" y="1017518"/>
                      <a:pt x="1779832" y="1017797"/>
                      <a:pt x="1780664" y="1017990"/>
                    </a:cubicBezTo>
                    <a:close/>
                    <a:moveTo>
                      <a:pt x="1617452" y="943895"/>
                    </a:moveTo>
                    <a:cubicBezTo>
                      <a:pt x="1624080" y="945423"/>
                      <a:pt x="1630693" y="941291"/>
                      <a:pt x="1632221" y="934666"/>
                    </a:cubicBezTo>
                    <a:cubicBezTo>
                      <a:pt x="1633546" y="928925"/>
                      <a:pt x="1630616" y="923050"/>
                      <a:pt x="1625232" y="920653"/>
                    </a:cubicBezTo>
                    <a:cubicBezTo>
                      <a:pt x="1599173" y="909051"/>
                      <a:pt x="1571533" y="896842"/>
                      <a:pt x="1543081" y="884364"/>
                    </a:cubicBezTo>
                    <a:cubicBezTo>
                      <a:pt x="1536852" y="881632"/>
                      <a:pt x="1529587" y="884464"/>
                      <a:pt x="1526854" y="890690"/>
                    </a:cubicBezTo>
                    <a:cubicBezTo>
                      <a:pt x="1524121" y="896916"/>
                      <a:pt x="1526955" y="904178"/>
                      <a:pt x="1533183" y="906910"/>
                    </a:cubicBezTo>
                    <a:cubicBezTo>
                      <a:pt x="1561596" y="919369"/>
                      <a:pt x="1589193" y="931560"/>
                      <a:pt x="1615211" y="943143"/>
                    </a:cubicBezTo>
                    <a:cubicBezTo>
                      <a:pt x="1615932" y="943465"/>
                      <a:pt x="1616682" y="943717"/>
                      <a:pt x="1617452" y="943895"/>
                    </a:cubicBezTo>
                    <a:close/>
                    <a:moveTo>
                      <a:pt x="1452902" y="871690"/>
                    </a:moveTo>
                    <a:cubicBezTo>
                      <a:pt x="1459531" y="873218"/>
                      <a:pt x="1466143" y="869085"/>
                      <a:pt x="1467672" y="862459"/>
                    </a:cubicBezTo>
                    <a:cubicBezTo>
                      <a:pt x="1469006" y="856674"/>
                      <a:pt x="1466020" y="850761"/>
                      <a:pt x="1460572" y="848398"/>
                    </a:cubicBezTo>
                    <a:cubicBezTo>
                      <a:pt x="1433094" y="836486"/>
                      <a:pt x="1405626" y="824627"/>
                      <a:pt x="1378169" y="812823"/>
                    </a:cubicBezTo>
                    <a:cubicBezTo>
                      <a:pt x="1371921" y="810135"/>
                      <a:pt x="1364677" y="813019"/>
                      <a:pt x="1361988" y="819264"/>
                    </a:cubicBezTo>
                    <a:cubicBezTo>
                      <a:pt x="1359299" y="825509"/>
                      <a:pt x="1362184" y="832751"/>
                      <a:pt x="1368432" y="835439"/>
                    </a:cubicBezTo>
                    <a:cubicBezTo>
                      <a:pt x="1395855" y="847236"/>
                      <a:pt x="1423301" y="859086"/>
                      <a:pt x="1450771" y="870987"/>
                    </a:cubicBezTo>
                    <a:cubicBezTo>
                      <a:pt x="1451459" y="871285"/>
                      <a:pt x="1452172" y="871520"/>
                      <a:pt x="1452902" y="871690"/>
                    </a:cubicBezTo>
                    <a:close/>
                    <a:moveTo>
                      <a:pt x="1288082" y="800741"/>
                    </a:moveTo>
                    <a:cubicBezTo>
                      <a:pt x="1294710" y="802269"/>
                      <a:pt x="1301322" y="798136"/>
                      <a:pt x="1302851" y="791511"/>
                    </a:cubicBezTo>
                    <a:cubicBezTo>
                      <a:pt x="1304190" y="785706"/>
                      <a:pt x="1301180" y="779776"/>
                      <a:pt x="1295702" y="777429"/>
                    </a:cubicBezTo>
                    <a:lnTo>
                      <a:pt x="1213224" y="742108"/>
                    </a:lnTo>
                    <a:cubicBezTo>
                      <a:pt x="1206972" y="739430"/>
                      <a:pt x="1199732" y="742325"/>
                      <a:pt x="1197053" y="748574"/>
                    </a:cubicBezTo>
                    <a:cubicBezTo>
                      <a:pt x="1194373" y="754823"/>
                      <a:pt x="1197269" y="762060"/>
                      <a:pt x="1203521" y="764738"/>
                    </a:cubicBezTo>
                    <a:lnTo>
                      <a:pt x="1285999" y="800059"/>
                    </a:lnTo>
                    <a:cubicBezTo>
                      <a:pt x="1286672" y="800348"/>
                      <a:pt x="1287369" y="800576"/>
                      <a:pt x="1288082" y="800741"/>
                    </a:cubicBezTo>
                    <a:close/>
                    <a:moveTo>
                      <a:pt x="1123146" y="730048"/>
                    </a:moveTo>
                    <a:cubicBezTo>
                      <a:pt x="1129774" y="731576"/>
                      <a:pt x="1136387" y="727444"/>
                      <a:pt x="1137916" y="720819"/>
                    </a:cubicBezTo>
                    <a:cubicBezTo>
                      <a:pt x="1139254" y="715020"/>
                      <a:pt x="1136251" y="709094"/>
                      <a:pt x="1130782" y="706742"/>
                    </a:cubicBezTo>
                    <a:cubicBezTo>
                      <a:pt x="1103150" y="694863"/>
                      <a:pt x="1075699" y="683019"/>
                      <a:pt x="1048428" y="671211"/>
                    </a:cubicBezTo>
                    <a:cubicBezTo>
                      <a:pt x="1042185" y="668513"/>
                      <a:pt x="1034936" y="671386"/>
                      <a:pt x="1032237" y="677627"/>
                    </a:cubicBezTo>
                    <a:cubicBezTo>
                      <a:pt x="1029543" y="683858"/>
                      <a:pt x="1032404" y="691094"/>
                      <a:pt x="1038632" y="693800"/>
                    </a:cubicBezTo>
                    <a:cubicBezTo>
                      <a:pt x="1065912" y="705621"/>
                      <a:pt x="1093384" y="717474"/>
                      <a:pt x="1121049" y="729359"/>
                    </a:cubicBezTo>
                    <a:cubicBezTo>
                      <a:pt x="1121726" y="729650"/>
                      <a:pt x="1122428" y="729881"/>
                      <a:pt x="1123146" y="730048"/>
                    </a:cubicBezTo>
                    <a:close/>
                    <a:moveTo>
                      <a:pt x="958508" y="658651"/>
                    </a:moveTo>
                    <a:cubicBezTo>
                      <a:pt x="964276" y="659979"/>
                      <a:pt x="970174" y="657019"/>
                      <a:pt x="972554" y="651601"/>
                    </a:cubicBezTo>
                    <a:cubicBezTo>
                      <a:pt x="975287" y="645376"/>
                      <a:pt x="972455" y="638115"/>
                      <a:pt x="966228" y="635382"/>
                    </a:cubicBezTo>
                    <a:cubicBezTo>
                      <a:pt x="937188" y="622641"/>
                      <a:pt x="910369" y="610776"/>
                      <a:pt x="884241" y="599111"/>
                    </a:cubicBezTo>
                    <a:cubicBezTo>
                      <a:pt x="878034" y="596337"/>
                      <a:pt x="870751" y="599118"/>
                      <a:pt x="867976" y="605323"/>
                    </a:cubicBezTo>
                    <a:cubicBezTo>
                      <a:pt x="867975" y="605326"/>
                      <a:pt x="867974" y="605328"/>
                      <a:pt x="867973" y="605331"/>
                    </a:cubicBezTo>
                    <a:cubicBezTo>
                      <a:pt x="865200" y="611538"/>
                      <a:pt x="867985" y="618818"/>
                      <a:pt x="874194" y="621591"/>
                    </a:cubicBezTo>
                    <a:cubicBezTo>
                      <a:pt x="900373" y="633278"/>
                      <a:pt x="927238" y="645164"/>
                      <a:pt x="956326" y="657926"/>
                    </a:cubicBezTo>
                    <a:cubicBezTo>
                      <a:pt x="957029" y="658235"/>
                      <a:pt x="957759" y="658477"/>
                      <a:pt x="958507" y="658651"/>
                    </a:cubicBezTo>
                    <a:close/>
                    <a:moveTo>
                      <a:pt x="794662" y="585430"/>
                    </a:moveTo>
                    <a:cubicBezTo>
                      <a:pt x="800363" y="586744"/>
                      <a:pt x="806202" y="583869"/>
                      <a:pt x="808634" y="578550"/>
                    </a:cubicBezTo>
                    <a:cubicBezTo>
                      <a:pt x="811461" y="572368"/>
                      <a:pt x="808740" y="565065"/>
                      <a:pt x="802554" y="562238"/>
                    </a:cubicBezTo>
                    <a:cubicBezTo>
                      <a:pt x="802554" y="562238"/>
                      <a:pt x="802553" y="562237"/>
                      <a:pt x="802552" y="562237"/>
                    </a:cubicBezTo>
                    <a:cubicBezTo>
                      <a:pt x="774397" y="549375"/>
                      <a:pt x="747045" y="536703"/>
                      <a:pt x="721260" y="524571"/>
                    </a:cubicBezTo>
                    <a:cubicBezTo>
                      <a:pt x="715107" y="521675"/>
                      <a:pt x="707771" y="524314"/>
                      <a:pt x="704875" y="530464"/>
                    </a:cubicBezTo>
                    <a:cubicBezTo>
                      <a:pt x="704874" y="530465"/>
                      <a:pt x="704873" y="530466"/>
                      <a:pt x="704873" y="530467"/>
                    </a:cubicBezTo>
                    <a:cubicBezTo>
                      <a:pt x="701976" y="536618"/>
                      <a:pt x="704616" y="543952"/>
                      <a:pt x="710770" y="546847"/>
                    </a:cubicBezTo>
                    <a:cubicBezTo>
                      <a:pt x="736640" y="559017"/>
                      <a:pt x="764074" y="571729"/>
                      <a:pt x="792315" y="584630"/>
                    </a:cubicBezTo>
                    <a:cubicBezTo>
                      <a:pt x="793069" y="584975"/>
                      <a:pt x="793855" y="585243"/>
                      <a:pt x="794662" y="585430"/>
                    </a:cubicBezTo>
                    <a:close/>
                    <a:moveTo>
                      <a:pt x="632315" y="508949"/>
                    </a:moveTo>
                    <a:cubicBezTo>
                      <a:pt x="637901" y="510237"/>
                      <a:pt x="643638" y="507502"/>
                      <a:pt x="646154" y="502353"/>
                    </a:cubicBezTo>
                    <a:cubicBezTo>
                      <a:pt x="649139" y="496246"/>
                      <a:pt x="646605" y="488876"/>
                      <a:pt x="640495" y="485892"/>
                    </a:cubicBezTo>
                    <a:cubicBezTo>
                      <a:pt x="640494" y="485892"/>
                      <a:pt x="640493" y="485891"/>
                      <a:pt x="640492" y="485891"/>
                    </a:cubicBezTo>
                    <a:cubicBezTo>
                      <a:pt x="612698" y="472323"/>
                      <a:pt x="585752" y="458877"/>
                      <a:pt x="560402" y="445925"/>
                    </a:cubicBezTo>
                    <a:cubicBezTo>
                      <a:pt x="554346" y="442834"/>
                      <a:pt x="546929" y="445232"/>
                      <a:pt x="543831" y="451283"/>
                    </a:cubicBezTo>
                    <a:cubicBezTo>
                      <a:pt x="540736" y="457337"/>
                      <a:pt x="543136" y="464753"/>
                      <a:pt x="549192" y="467847"/>
                    </a:cubicBezTo>
                    <a:cubicBezTo>
                      <a:pt x="574673" y="480867"/>
                      <a:pt x="601755" y="494381"/>
                      <a:pt x="629684" y="508014"/>
                    </a:cubicBezTo>
                    <a:cubicBezTo>
                      <a:pt x="630523" y="508424"/>
                      <a:pt x="631405" y="508737"/>
                      <a:pt x="632315" y="508949"/>
                    </a:cubicBezTo>
                    <a:close/>
                    <a:moveTo>
                      <a:pt x="472576" y="427165"/>
                    </a:moveTo>
                    <a:cubicBezTo>
                      <a:pt x="477977" y="428412"/>
                      <a:pt x="483547" y="425900"/>
                      <a:pt x="486186" y="421026"/>
                    </a:cubicBezTo>
                    <a:cubicBezTo>
                      <a:pt x="489421" y="415046"/>
                      <a:pt x="487195" y="407576"/>
                      <a:pt x="481213" y="404341"/>
                    </a:cubicBezTo>
                    <a:cubicBezTo>
                      <a:pt x="453991" y="389621"/>
                      <a:pt x="427757" y="374942"/>
                      <a:pt x="403239" y="360711"/>
                    </a:cubicBezTo>
                    <a:cubicBezTo>
                      <a:pt x="397359" y="357296"/>
                      <a:pt x="389822" y="359293"/>
                      <a:pt x="386406" y="365171"/>
                    </a:cubicBezTo>
                    <a:cubicBezTo>
                      <a:pt x="386406" y="365172"/>
                      <a:pt x="386405" y="365173"/>
                      <a:pt x="386404" y="365174"/>
                    </a:cubicBezTo>
                    <a:cubicBezTo>
                      <a:pt x="382989" y="371054"/>
                      <a:pt x="384988" y="378588"/>
                      <a:pt x="390870" y="382002"/>
                    </a:cubicBezTo>
                    <a:cubicBezTo>
                      <a:pt x="390870" y="382002"/>
                      <a:pt x="390871" y="382002"/>
                      <a:pt x="390871" y="382002"/>
                    </a:cubicBezTo>
                    <a:cubicBezTo>
                      <a:pt x="415601" y="396357"/>
                      <a:pt x="442054" y="411158"/>
                      <a:pt x="469493" y="425995"/>
                    </a:cubicBezTo>
                    <a:cubicBezTo>
                      <a:pt x="470463" y="426521"/>
                      <a:pt x="471500" y="426915"/>
                      <a:pt x="472576" y="427165"/>
                    </a:cubicBezTo>
                    <a:close/>
                    <a:moveTo>
                      <a:pt x="317560" y="336866"/>
                    </a:moveTo>
                    <a:cubicBezTo>
                      <a:pt x="322653" y="338044"/>
                      <a:pt x="327936" y="335881"/>
                      <a:pt x="330740" y="331470"/>
                    </a:cubicBezTo>
                    <a:cubicBezTo>
                      <a:pt x="334386" y="325731"/>
                      <a:pt x="332687" y="318124"/>
                      <a:pt x="326945" y="314479"/>
                    </a:cubicBezTo>
                    <a:cubicBezTo>
                      <a:pt x="300677" y="297804"/>
                      <a:pt x="275811" y="281121"/>
                      <a:pt x="253041" y="264890"/>
                    </a:cubicBezTo>
                    <a:cubicBezTo>
                      <a:pt x="247502" y="260945"/>
                      <a:pt x="239813" y="262232"/>
                      <a:pt x="235863" y="267766"/>
                    </a:cubicBezTo>
                    <a:cubicBezTo>
                      <a:pt x="231914" y="273302"/>
                      <a:pt x="233202" y="280989"/>
                      <a:pt x="238739" y="284937"/>
                    </a:cubicBezTo>
                    <a:cubicBezTo>
                      <a:pt x="261867" y="301422"/>
                      <a:pt x="287102" y="318353"/>
                      <a:pt x="313740" y="335262"/>
                    </a:cubicBezTo>
                    <a:cubicBezTo>
                      <a:pt x="314913" y="336009"/>
                      <a:pt x="316205" y="336551"/>
                      <a:pt x="317560" y="336866"/>
                    </a:cubicBezTo>
                    <a:close/>
                    <a:moveTo>
                      <a:pt x="172031" y="232375"/>
                    </a:moveTo>
                    <a:cubicBezTo>
                      <a:pt x="176566" y="233429"/>
                      <a:pt x="181308" y="231838"/>
                      <a:pt x="184287" y="228261"/>
                    </a:cubicBezTo>
                    <a:cubicBezTo>
                      <a:pt x="188640" y="223039"/>
                      <a:pt x="187933" y="215278"/>
                      <a:pt x="182709" y="210926"/>
                    </a:cubicBezTo>
                    <a:cubicBezTo>
                      <a:pt x="182708" y="210925"/>
                      <a:pt x="182707" y="210925"/>
                      <a:pt x="182706" y="210924"/>
                    </a:cubicBezTo>
                    <a:cubicBezTo>
                      <a:pt x="160074" y="192211"/>
                      <a:pt x="138484" y="172273"/>
                      <a:pt x="118034" y="151199"/>
                    </a:cubicBezTo>
                    <a:cubicBezTo>
                      <a:pt x="113320" y="146299"/>
                      <a:pt x="105523" y="146147"/>
                      <a:pt x="100621" y="150860"/>
                    </a:cubicBezTo>
                    <a:cubicBezTo>
                      <a:pt x="100621" y="150860"/>
                      <a:pt x="100621" y="150860"/>
                      <a:pt x="100621" y="150860"/>
                    </a:cubicBezTo>
                    <a:cubicBezTo>
                      <a:pt x="95719" y="155573"/>
                      <a:pt x="95566" y="163365"/>
                      <a:pt x="100280" y="168265"/>
                    </a:cubicBezTo>
                    <a:cubicBezTo>
                      <a:pt x="121359" y="189992"/>
                      <a:pt x="143613" y="210548"/>
                      <a:pt x="166942" y="229841"/>
                    </a:cubicBezTo>
                    <a:cubicBezTo>
                      <a:pt x="168417" y="231073"/>
                      <a:pt x="170160" y="231941"/>
                      <a:pt x="172031" y="232375"/>
                    </a:cubicBezTo>
                    <a:close/>
                    <a:moveTo>
                      <a:pt x="49909" y="102964"/>
                    </a:moveTo>
                    <a:cubicBezTo>
                      <a:pt x="53251" y="103743"/>
                      <a:pt x="56766" y="103089"/>
                      <a:pt x="59603" y="101162"/>
                    </a:cubicBezTo>
                    <a:cubicBezTo>
                      <a:pt x="65234" y="97347"/>
                      <a:pt x="66704" y="89693"/>
                      <a:pt x="62889" y="84065"/>
                    </a:cubicBezTo>
                    <a:cubicBezTo>
                      <a:pt x="46721" y="60693"/>
                      <a:pt x="33718" y="35285"/>
                      <a:pt x="24217" y="8504"/>
                    </a:cubicBezTo>
                    <a:cubicBezTo>
                      <a:pt x="22012" y="2074"/>
                      <a:pt x="15008" y="-1352"/>
                      <a:pt x="8575" y="853"/>
                    </a:cubicBezTo>
                    <a:cubicBezTo>
                      <a:pt x="8574" y="853"/>
                      <a:pt x="8573" y="853"/>
                      <a:pt x="8572" y="854"/>
                    </a:cubicBezTo>
                    <a:cubicBezTo>
                      <a:pt x="2139" y="3059"/>
                      <a:pt x="-1288" y="10059"/>
                      <a:pt x="918" y="16489"/>
                    </a:cubicBezTo>
                    <a:cubicBezTo>
                      <a:pt x="918" y="16490"/>
                      <a:pt x="919" y="16491"/>
                      <a:pt x="919" y="16491"/>
                    </a:cubicBezTo>
                    <a:cubicBezTo>
                      <a:pt x="11126" y="45335"/>
                      <a:pt x="25107" y="72702"/>
                      <a:pt x="42498" y="97879"/>
                    </a:cubicBezTo>
                    <a:cubicBezTo>
                      <a:pt x="44237" y="100449"/>
                      <a:pt x="46885" y="102266"/>
                      <a:pt x="49909" y="102964"/>
                    </a:cubicBezTo>
                    <a:close/>
                  </a:path>
                </a:pathLst>
              </a:custGeom>
              <a:solidFill>
                <a:schemeClr val="accent1"/>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sp>
            <p:nvSpPr>
              <p:cNvPr id="1365" name="Google Shape;1365;p49"/>
              <p:cNvSpPr/>
              <p:nvPr/>
            </p:nvSpPr>
            <p:spPr>
              <a:xfrm>
                <a:off x="2928576" y="0"/>
                <a:ext cx="30338" cy="68295"/>
              </a:xfrm>
              <a:custGeom>
                <a:avLst/>
                <a:gdLst/>
                <a:ahLst/>
                <a:cxnLst/>
                <a:rect l="l" t="t" r="r" b="b"/>
                <a:pathLst>
                  <a:path w="30338" h="68295" extrusionOk="0">
                    <a:moveTo>
                      <a:pt x="9769" y="68161"/>
                    </a:moveTo>
                    <a:cubicBezTo>
                      <a:pt x="10541" y="68339"/>
                      <a:pt x="11328" y="68443"/>
                      <a:pt x="12119" y="68472"/>
                    </a:cubicBezTo>
                    <a:cubicBezTo>
                      <a:pt x="18916" y="68718"/>
                      <a:pt x="24626" y="63411"/>
                      <a:pt x="24874" y="56616"/>
                    </a:cubicBezTo>
                    <a:cubicBezTo>
                      <a:pt x="25401" y="42673"/>
                      <a:pt x="27214" y="28808"/>
                      <a:pt x="30292" y="15198"/>
                    </a:cubicBezTo>
                    <a:cubicBezTo>
                      <a:pt x="31765" y="8568"/>
                      <a:pt x="27603" y="1994"/>
                      <a:pt x="20978" y="486"/>
                    </a:cubicBezTo>
                    <a:cubicBezTo>
                      <a:pt x="14342" y="-1005"/>
                      <a:pt x="7753" y="3163"/>
                      <a:pt x="6260" y="9796"/>
                    </a:cubicBezTo>
                    <a:cubicBezTo>
                      <a:pt x="2850" y="24888"/>
                      <a:pt x="841" y="40262"/>
                      <a:pt x="257" y="55723"/>
                    </a:cubicBezTo>
                    <a:cubicBezTo>
                      <a:pt x="44" y="61609"/>
                      <a:pt x="4031" y="66822"/>
                      <a:pt x="9769" y="68161"/>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1185" name="Google Shape;1185;p46"/>
          <p:cNvGrpSpPr/>
          <p:nvPr/>
        </p:nvGrpSpPr>
        <p:grpSpPr>
          <a:xfrm>
            <a:off x="431540" y="1743961"/>
            <a:ext cx="3511354" cy="2966678"/>
            <a:chOff x="802624" y="1314856"/>
            <a:chExt cx="3769366" cy="2838485"/>
          </a:xfrm>
        </p:grpSpPr>
        <p:grpSp>
          <p:nvGrpSpPr>
            <p:cNvPr id="1186" name="Google Shape;1186;p46"/>
            <p:cNvGrpSpPr/>
            <p:nvPr/>
          </p:nvGrpSpPr>
          <p:grpSpPr>
            <a:xfrm>
              <a:off x="802624" y="2371083"/>
              <a:ext cx="3769366" cy="1782258"/>
              <a:chOff x="802624" y="2371083"/>
              <a:chExt cx="3769366" cy="1782258"/>
            </a:xfrm>
          </p:grpSpPr>
          <p:grpSp>
            <p:nvGrpSpPr>
              <p:cNvPr id="1187" name="Google Shape;1187;p46"/>
              <p:cNvGrpSpPr/>
              <p:nvPr/>
            </p:nvGrpSpPr>
            <p:grpSpPr>
              <a:xfrm rot="-1089589">
                <a:off x="897041" y="3011325"/>
                <a:ext cx="1407020" cy="830742"/>
                <a:chOff x="4778337" y="5141250"/>
                <a:chExt cx="1335335" cy="788417"/>
              </a:xfrm>
            </p:grpSpPr>
            <p:sp>
              <p:nvSpPr>
                <p:cNvPr id="1188" name="Google Shape;1188;p46"/>
                <p:cNvSpPr/>
                <p:nvPr/>
              </p:nvSpPr>
              <p:spPr>
                <a:xfrm>
                  <a:off x="4778337" y="5141250"/>
                  <a:ext cx="1335334" cy="787760"/>
                </a:xfrm>
                <a:custGeom>
                  <a:avLst/>
                  <a:gdLst/>
                  <a:ahLst/>
                  <a:cxnLst/>
                  <a:rect l="l" t="t" r="r" b="b"/>
                  <a:pathLst>
                    <a:path w="1745534" h="1029752" extrusionOk="0">
                      <a:moveTo>
                        <a:pt x="5103" y="167486"/>
                      </a:moveTo>
                      <a:cubicBezTo>
                        <a:pt x="-86406" y="691790"/>
                        <a:pt x="1052911" y="1396174"/>
                        <a:pt x="1745445" y="803631"/>
                      </a:cubicBezTo>
                      <a:cubicBezTo>
                        <a:pt x="1467424" y="94438"/>
                        <a:pt x="387793" y="-221495"/>
                        <a:pt x="5103" y="167486"/>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189" name="Google Shape;1189;p46"/>
                <p:cNvSpPr/>
                <p:nvPr/>
              </p:nvSpPr>
              <p:spPr>
                <a:xfrm>
                  <a:off x="5204163" y="5142875"/>
                  <a:ext cx="102221" cy="324991"/>
                </a:xfrm>
                <a:custGeom>
                  <a:avLst/>
                  <a:gdLst/>
                  <a:ahLst/>
                  <a:cxnLst/>
                  <a:rect l="l" t="t" r="r" b="b"/>
                  <a:pathLst>
                    <a:path w="133622" h="424825" extrusionOk="0">
                      <a:moveTo>
                        <a:pt x="133534" y="418484"/>
                      </a:moveTo>
                      <a:lnTo>
                        <a:pt x="23088" y="953"/>
                      </a:lnTo>
                      <a:cubicBezTo>
                        <a:pt x="15344" y="333"/>
                        <a:pt x="7606" y="-262"/>
                        <a:pt x="-89" y="-728"/>
                      </a:cubicBezTo>
                      <a:lnTo>
                        <a:pt x="112286" y="424098"/>
                      </a:ln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190" name="Google Shape;1190;p46"/>
                <p:cNvSpPr/>
                <p:nvPr/>
              </p:nvSpPr>
              <p:spPr>
                <a:xfrm>
                  <a:off x="4817422" y="5352727"/>
                  <a:ext cx="187330" cy="134330"/>
                </a:xfrm>
                <a:custGeom>
                  <a:avLst/>
                  <a:gdLst/>
                  <a:ahLst/>
                  <a:cxnLst/>
                  <a:rect l="l" t="t" r="r" b="b"/>
                  <a:pathLst>
                    <a:path w="244876" h="175595" extrusionOk="0">
                      <a:moveTo>
                        <a:pt x="232548" y="-728"/>
                      </a:moveTo>
                      <a:lnTo>
                        <a:pt x="-89" y="155148"/>
                      </a:lnTo>
                      <a:cubicBezTo>
                        <a:pt x="3113" y="161731"/>
                        <a:pt x="6459" y="168305"/>
                        <a:pt x="9948" y="174867"/>
                      </a:cubicBezTo>
                      <a:lnTo>
                        <a:pt x="244788" y="17516"/>
                      </a:ln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191" name="Google Shape;1191;p46"/>
                <p:cNvSpPr/>
                <p:nvPr/>
              </p:nvSpPr>
              <p:spPr>
                <a:xfrm>
                  <a:off x="5205180" y="5554833"/>
                  <a:ext cx="365072" cy="278678"/>
                </a:xfrm>
                <a:custGeom>
                  <a:avLst/>
                  <a:gdLst/>
                  <a:ahLst/>
                  <a:cxnLst/>
                  <a:rect l="l" t="t" r="r" b="b"/>
                  <a:pathLst>
                    <a:path w="477218" h="364285" extrusionOk="0">
                      <a:moveTo>
                        <a:pt x="463799" y="-728"/>
                      </a:moveTo>
                      <a:lnTo>
                        <a:pt x="-89" y="352899"/>
                      </a:lnTo>
                      <a:cubicBezTo>
                        <a:pt x="7290" y="356507"/>
                        <a:pt x="14709" y="360060"/>
                        <a:pt x="22169" y="363558"/>
                      </a:cubicBezTo>
                      <a:lnTo>
                        <a:pt x="477129" y="16737"/>
                      </a:ln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192" name="Google Shape;1192;p46"/>
                <p:cNvSpPr/>
                <p:nvPr/>
              </p:nvSpPr>
              <p:spPr>
                <a:xfrm>
                  <a:off x="5728282" y="5315912"/>
                  <a:ext cx="66602" cy="325390"/>
                </a:xfrm>
                <a:custGeom>
                  <a:avLst/>
                  <a:gdLst/>
                  <a:ahLst/>
                  <a:cxnLst/>
                  <a:rect l="l" t="t" r="r" b="b"/>
                  <a:pathLst>
                    <a:path w="87062" h="425347" extrusionOk="0">
                      <a:moveTo>
                        <a:pt x="86974" y="421286"/>
                      </a:moveTo>
                      <a:lnTo>
                        <a:pt x="24541" y="14862"/>
                      </a:lnTo>
                      <a:cubicBezTo>
                        <a:pt x="16387" y="9574"/>
                        <a:pt x="8162" y="4400"/>
                        <a:pt x="-89" y="-728"/>
                      </a:cubicBezTo>
                      <a:lnTo>
                        <a:pt x="65250" y="424620"/>
                      </a:ln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193" name="Google Shape;1193;p46"/>
                <p:cNvSpPr/>
                <p:nvPr/>
              </p:nvSpPr>
              <p:spPr>
                <a:xfrm>
                  <a:off x="5642170" y="5695733"/>
                  <a:ext cx="322891" cy="233935"/>
                </a:xfrm>
                <a:custGeom>
                  <a:avLst/>
                  <a:gdLst/>
                  <a:ahLst/>
                  <a:cxnLst/>
                  <a:rect l="l" t="t" r="r" b="b"/>
                  <a:pathLst>
                    <a:path w="422080" h="305797" extrusionOk="0">
                      <a:moveTo>
                        <a:pt x="421991" y="16860"/>
                      </a:moveTo>
                      <a:lnTo>
                        <a:pt x="408822" y="-728"/>
                      </a:lnTo>
                      <a:lnTo>
                        <a:pt x="-89" y="305069"/>
                      </a:lnTo>
                      <a:cubicBezTo>
                        <a:pt x="12556" y="304979"/>
                        <a:pt x="25200" y="304669"/>
                        <a:pt x="37842" y="304137"/>
                      </a:cubicBez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194" name="Google Shape;1194;p46"/>
                <p:cNvSpPr/>
                <p:nvPr/>
              </p:nvSpPr>
              <p:spPr>
                <a:xfrm>
                  <a:off x="4779643" y="5272811"/>
                  <a:ext cx="1334029" cy="490484"/>
                </a:xfrm>
                <a:custGeom>
                  <a:avLst/>
                  <a:gdLst/>
                  <a:ahLst/>
                  <a:cxnLst/>
                  <a:rect l="l" t="t" r="r" b="b"/>
                  <a:pathLst>
                    <a:path w="1743829" h="641156" extrusionOk="0">
                      <a:moveTo>
                        <a:pt x="1738354" y="618832"/>
                      </a:moveTo>
                      <a:lnTo>
                        <a:pt x="2846" y="-728"/>
                      </a:lnTo>
                      <a:cubicBezTo>
                        <a:pt x="1635" y="6666"/>
                        <a:pt x="639" y="14090"/>
                        <a:pt x="-89" y="21550"/>
                      </a:cubicBezTo>
                      <a:lnTo>
                        <a:pt x="1733514" y="640429"/>
                      </a:lnTo>
                      <a:cubicBezTo>
                        <a:pt x="1736927" y="637589"/>
                        <a:pt x="1740349" y="634773"/>
                        <a:pt x="1743740" y="631872"/>
                      </a:cubicBezTo>
                      <a:cubicBezTo>
                        <a:pt x="1742022" y="627487"/>
                        <a:pt x="1740133" y="623186"/>
                        <a:pt x="1738354" y="618832"/>
                      </a:cubicBez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1195" name="Google Shape;1195;p46"/>
              <p:cNvGrpSpPr/>
              <p:nvPr/>
            </p:nvGrpSpPr>
            <p:grpSpPr>
              <a:xfrm rot="-359516">
                <a:off x="1186181" y="2580952"/>
                <a:ext cx="1105211" cy="1193263"/>
                <a:chOff x="4921769" y="3642162"/>
                <a:chExt cx="1048829" cy="1132389"/>
              </a:xfrm>
            </p:grpSpPr>
            <p:sp>
              <p:nvSpPr>
                <p:cNvPr id="1196" name="Google Shape;1196;p46"/>
                <p:cNvSpPr/>
                <p:nvPr/>
              </p:nvSpPr>
              <p:spPr>
                <a:xfrm>
                  <a:off x="4921769" y="3642162"/>
                  <a:ext cx="1048829" cy="1132378"/>
                </a:xfrm>
                <a:custGeom>
                  <a:avLst/>
                  <a:gdLst/>
                  <a:ahLst/>
                  <a:cxnLst/>
                  <a:rect l="l" t="t" r="r" b="b"/>
                  <a:pathLst>
                    <a:path w="1371018" h="1480233" extrusionOk="0">
                      <a:moveTo>
                        <a:pt x="24217" y="13961"/>
                      </a:moveTo>
                      <a:cubicBezTo>
                        <a:pt x="-94878" y="497744"/>
                        <a:pt x="207410" y="1383284"/>
                        <a:pt x="1293296" y="1479506"/>
                      </a:cubicBezTo>
                      <a:cubicBezTo>
                        <a:pt x="1574677" y="888315"/>
                        <a:pt x="1077452" y="-135295"/>
                        <a:pt x="24217" y="13961"/>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197" name="Google Shape;1197;p46"/>
                <p:cNvSpPr/>
                <p:nvPr/>
              </p:nvSpPr>
              <p:spPr>
                <a:xfrm>
                  <a:off x="4938097" y="3651132"/>
                  <a:ext cx="976193" cy="1123419"/>
                </a:xfrm>
                <a:custGeom>
                  <a:avLst/>
                  <a:gdLst/>
                  <a:ahLst/>
                  <a:cxnLst/>
                  <a:rect l="l" t="t" r="r" b="b"/>
                  <a:pathLst>
                    <a:path w="1276069" h="1468522" extrusionOk="0">
                      <a:moveTo>
                        <a:pt x="1275980" y="1459154"/>
                      </a:moveTo>
                      <a:lnTo>
                        <a:pt x="25185" y="-728"/>
                      </a:lnTo>
                      <a:cubicBezTo>
                        <a:pt x="17782" y="212"/>
                        <a:pt x="10353" y="1204"/>
                        <a:pt x="2899" y="2249"/>
                      </a:cubicBezTo>
                      <a:cubicBezTo>
                        <a:pt x="1845" y="6533"/>
                        <a:pt x="899" y="10919"/>
                        <a:pt x="-89" y="15265"/>
                      </a:cubicBezTo>
                      <a:lnTo>
                        <a:pt x="1241796" y="1464746"/>
                      </a:lnTo>
                      <a:cubicBezTo>
                        <a:pt x="1251834" y="1465785"/>
                        <a:pt x="1261804" y="1466893"/>
                        <a:pt x="1271979" y="1467795"/>
                      </a:cubicBezTo>
                      <a:cubicBezTo>
                        <a:pt x="1273342" y="1464931"/>
                        <a:pt x="1274653" y="1462037"/>
                        <a:pt x="1275980" y="1459154"/>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198" name="Google Shape;1198;p46"/>
                <p:cNvSpPr/>
                <p:nvPr/>
              </p:nvSpPr>
              <p:spPr>
                <a:xfrm>
                  <a:off x="4965616" y="4023850"/>
                  <a:ext cx="307717" cy="85969"/>
                </a:xfrm>
                <a:custGeom>
                  <a:avLst/>
                  <a:gdLst/>
                  <a:ahLst/>
                  <a:cxnLst/>
                  <a:rect l="l" t="t" r="r" b="b"/>
                  <a:pathLst>
                    <a:path w="402245" h="112378" extrusionOk="0">
                      <a:moveTo>
                        <a:pt x="396002" y="-728"/>
                      </a:moveTo>
                      <a:lnTo>
                        <a:pt x="-89" y="83401"/>
                      </a:lnTo>
                      <a:cubicBezTo>
                        <a:pt x="2932" y="92818"/>
                        <a:pt x="6076" y="102234"/>
                        <a:pt x="9343" y="111651"/>
                      </a:cubicBezTo>
                      <a:lnTo>
                        <a:pt x="402156" y="28218"/>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199" name="Google Shape;1199;p46"/>
                <p:cNvSpPr/>
                <p:nvPr/>
              </p:nvSpPr>
              <p:spPr>
                <a:xfrm>
                  <a:off x="5461021" y="3802587"/>
                  <a:ext cx="170353" cy="469223"/>
                </a:xfrm>
                <a:custGeom>
                  <a:avLst/>
                  <a:gdLst/>
                  <a:ahLst/>
                  <a:cxnLst/>
                  <a:rect l="l" t="t" r="r" b="b"/>
                  <a:pathLst>
                    <a:path w="222684" h="613364" extrusionOk="0">
                      <a:moveTo>
                        <a:pt x="28049" y="612637"/>
                      </a:moveTo>
                      <a:lnTo>
                        <a:pt x="222595" y="17894"/>
                      </a:lnTo>
                      <a:cubicBezTo>
                        <a:pt x="214348" y="11586"/>
                        <a:pt x="205997" y="5379"/>
                        <a:pt x="197541" y="-728"/>
                      </a:cubicBezTo>
                      <a:lnTo>
                        <a:pt x="-89" y="603444"/>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1200" name="Google Shape;1200;p46"/>
                <p:cNvGrpSpPr/>
                <p:nvPr/>
              </p:nvGrpSpPr>
              <p:grpSpPr>
                <a:xfrm>
                  <a:off x="5242608" y="4480691"/>
                  <a:ext cx="420919" cy="42073"/>
                  <a:chOff x="2422386" y="2810148"/>
                  <a:chExt cx="549503" cy="54926"/>
                </a:xfrm>
              </p:grpSpPr>
              <p:sp>
                <p:nvSpPr>
                  <p:cNvPr id="1201" name="Google Shape;1201;p46"/>
                  <p:cNvSpPr/>
                  <p:nvPr/>
                </p:nvSpPr>
                <p:spPr>
                  <a:xfrm>
                    <a:off x="2423063" y="2850164"/>
                    <a:ext cx="16318" cy="14910"/>
                  </a:xfrm>
                  <a:custGeom>
                    <a:avLst/>
                    <a:gdLst/>
                    <a:ahLst/>
                    <a:cxnLst/>
                    <a:rect l="l" t="t" r="r" b="b"/>
                    <a:pathLst>
                      <a:path w="16318" h="14910" extrusionOk="0">
                        <a:moveTo>
                          <a:pt x="600" y="14183"/>
                        </a:moveTo>
                        <a:lnTo>
                          <a:pt x="16230" y="13459"/>
                        </a:lnTo>
                        <a:cubicBezTo>
                          <a:pt x="10700" y="8781"/>
                          <a:pt x="5325" y="4016"/>
                          <a:pt x="-89" y="-728"/>
                        </a:cubicBezTo>
                        <a:close/>
                      </a:path>
                    </a:pathLst>
                  </a:custGeom>
                  <a:solidFill>
                    <a:schemeClr val="accen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02" name="Google Shape;1202;p46"/>
                  <p:cNvSpPr/>
                  <p:nvPr/>
                </p:nvSpPr>
                <p:spPr>
                  <a:xfrm>
                    <a:off x="2422386" y="2810148"/>
                    <a:ext cx="549503" cy="54203"/>
                  </a:xfrm>
                  <a:custGeom>
                    <a:avLst/>
                    <a:gdLst/>
                    <a:ahLst/>
                    <a:cxnLst/>
                    <a:rect l="l" t="t" r="r" b="b"/>
                    <a:pathLst>
                      <a:path w="549503" h="54203" extrusionOk="0">
                        <a:moveTo>
                          <a:pt x="548046" y="-728"/>
                        </a:moveTo>
                        <a:lnTo>
                          <a:pt x="-89" y="24642"/>
                        </a:lnTo>
                        <a:lnTo>
                          <a:pt x="589" y="39288"/>
                        </a:lnTo>
                        <a:cubicBezTo>
                          <a:pt x="6002" y="44032"/>
                          <a:pt x="11378" y="48797"/>
                          <a:pt x="16907" y="53475"/>
                        </a:cubicBezTo>
                        <a:lnTo>
                          <a:pt x="549414" y="28827"/>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1203" name="Google Shape;1203;p46"/>
              <p:cNvGrpSpPr/>
              <p:nvPr/>
            </p:nvGrpSpPr>
            <p:grpSpPr>
              <a:xfrm rot="-736122" flipH="1">
                <a:off x="3130964" y="2474875"/>
                <a:ext cx="1105113" cy="1193158"/>
                <a:chOff x="4921769" y="3642162"/>
                <a:chExt cx="1048829" cy="1132389"/>
              </a:xfrm>
            </p:grpSpPr>
            <p:sp>
              <p:nvSpPr>
                <p:cNvPr id="1204" name="Google Shape;1204;p46"/>
                <p:cNvSpPr/>
                <p:nvPr/>
              </p:nvSpPr>
              <p:spPr>
                <a:xfrm>
                  <a:off x="4921769" y="3642162"/>
                  <a:ext cx="1048829" cy="1132378"/>
                </a:xfrm>
                <a:custGeom>
                  <a:avLst/>
                  <a:gdLst/>
                  <a:ahLst/>
                  <a:cxnLst/>
                  <a:rect l="l" t="t" r="r" b="b"/>
                  <a:pathLst>
                    <a:path w="1371018" h="1480233" extrusionOk="0">
                      <a:moveTo>
                        <a:pt x="24217" y="13961"/>
                      </a:moveTo>
                      <a:cubicBezTo>
                        <a:pt x="-94878" y="497744"/>
                        <a:pt x="207410" y="1383284"/>
                        <a:pt x="1293296" y="1479506"/>
                      </a:cubicBezTo>
                      <a:cubicBezTo>
                        <a:pt x="1574677" y="888315"/>
                        <a:pt x="1077452" y="-135295"/>
                        <a:pt x="24217" y="13961"/>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05" name="Google Shape;1205;p46"/>
                <p:cNvSpPr/>
                <p:nvPr/>
              </p:nvSpPr>
              <p:spPr>
                <a:xfrm>
                  <a:off x="4938097" y="3651132"/>
                  <a:ext cx="976193" cy="1123419"/>
                </a:xfrm>
                <a:custGeom>
                  <a:avLst/>
                  <a:gdLst/>
                  <a:ahLst/>
                  <a:cxnLst/>
                  <a:rect l="l" t="t" r="r" b="b"/>
                  <a:pathLst>
                    <a:path w="1276069" h="1468522" extrusionOk="0">
                      <a:moveTo>
                        <a:pt x="1275980" y="1459154"/>
                      </a:moveTo>
                      <a:lnTo>
                        <a:pt x="25185" y="-728"/>
                      </a:lnTo>
                      <a:cubicBezTo>
                        <a:pt x="17782" y="212"/>
                        <a:pt x="10353" y="1204"/>
                        <a:pt x="2899" y="2249"/>
                      </a:cubicBezTo>
                      <a:cubicBezTo>
                        <a:pt x="1845" y="6533"/>
                        <a:pt x="899" y="10919"/>
                        <a:pt x="-89" y="15265"/>
                      </a:cubicBezTo>
                      <a:lnTo>
                        <a:pt x="1241796" y="1464746"/>
                      </a:lnTo>
                      <a:cubicBezTo>
                        <a:pt x="1251834" y="1465785"/>
                        <a:pt x="1261804" y="1466893"/>
                        <a:pt x="1271979" y="1467795"/>
                      </a:cubicBezTo>
                      <a:cubicBezTo>
                        <a:pt x="1273342" y="1464931"/>
                        <a:pt x="1274653" y="1462037"/>
                        <a:pt x="1275980" y="1459154"/>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06" name="Google Shape;1206;p46"/>
                <p:cNvSpPr/>
                <p:nvPr/>
              </p:nvSpPr>
              <p:spPr>
                <a:xfrm>
                  <a:off x="4965616" y="4023850"/>
                  <a:ext cx="307717" cy="85969"/>
                </a:xfrm>
                <a:custGeom>
                  <a:avLst/>
                  <a:gdLst/>
                  <a:ahLst/>
                  <a:cxnLst/>
                  <a:rect l="l" t="t" r="r" b="b"/>
                  <a:pathLst>
                    <a:path w="402245" h="112378" extrusionOk="0">
                      <a:moveTo>
                        <a:pt x="396002" y="-728"/>
                      </a:moveTo>
                      <a:lnTo>
                        <a:pt x="-89" y="83401"/>
                      </a:lnTo>
                      <a:cubicBezTo>
                        <a:pt x="2932" y="92818"/>
                        <a:pt x="6076" y="102234"/>
                        <a:pt x="9343" y="111651"/>
                      </a:cubicBezTo>
                      <a:lnTo>
                        <a:pt x="402156" y="28218"/>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07" name="Google Shape;1207;p46"/>
                <p:cNvSpPr/>
                <p:nvPr/>
              </p:nvSpPr>
              <p:spPr>
                <a:xfrm>
                  <a:off x="5461021" y="3802587"/>
                  <a:ext cx="170353" cy="469223"/>
                </a:xfrm>
                <a:custGeom>
                  <a:avLst/>
                  <a:gdLst/>
                  <a:ahLst/>
                  <a:cxnLst/>
                  <a:rect l="l" t="t" r="r" b="b"/>
                  <a:pathLst>
                    <a:path w="222684" h="613364" extrusionOk="0">
                      <a:moveTo>
                        <a:pt x="28049" y="612637"/>
                      </a:moveTo>
                      <a:lnTo>
                        <a:pt x="222595" y="17894"/>
                      </a:lnTo>
                      <a:cubicBezTo>
                        <a:pt x="214348" y="11586"/>
                        <a:pt x="205997" y="5379"/>
                        <a:pt x="197541" y="-728"/>
                      </a:cubicBezTo>
                      <a:lnTo>
                        <a:pt x="-89" y="603444"/>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1208" name="Google Shape;1208;p46"/>
                <p:cNvGrpSpPr/>
                <p:nvPr/>
              </p:nvGrpSpPr>
              <p:grpSpPr>
                <a:xfrm>
                  <a:off x="5242608" y="4480691"/>
                  <a:ext cx="420919" cy="42073"/>
                  <a:chOff x="2422386" y="2810148"/>
                  <a:chExt cx="549503" cy="54926"/>
                </a:xfrm>
              </p:grpSpPr>
              <p:sp>
                <p:nvSpPr>
                  <p:cNvPr id="1209" name="Google Shape;1209;p46"/>
                  <p:cNvSpPr/>
                  <p:nvPr/>
                </p:nvSpPr>
                <p:spPr>
                  <a:xfrm>
                    <a:off x="2423063" y="2850164"/>
                    <a:ext cx="16318" cy="14910"/>
                  </a:xfrm>
                  <a:custGeom>
                    <a:avLst/>
                    <a:gdLst/>
                    <a:ahLst/>
                    <a:cxnLst/>
                    <a:rect l="l" t="t" r="r" b="b"/>
                    <a:pathLst>
                      <a:path w="16318" h="14910" extrusionOk="0">
                        <a:moveTo>
                          <a:pt x="600" y="14183"/>
                        </a:moveTo>
                        <a:lnTo>
                          <a:pt x="16230" y="13459"/>
                        </a:lnTo>
                        <a:cubicBezTo>
                          <a:pt x="10700" y="8781"/>
                          <a:pt x="5325" y="4016"/>
                          <a:pt x="-89" y="-728"/>
                        </a:cubicBezTo>
                        <a:close/>
                      </a:path>
                    </a:pathLst>
                  </a:custGeom>
                  <a:solidFill>
                    <a:schemeClr val="accen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10" name="Google Shape;1210;p46"/>
                  <p:cNvSpPr/>
                  <p:nvPr/>
                </p:nvSpPr>
                <p:spPr>
                  <a:xfrm>
                    <a:off x="2422386" y="2810148"/>
                    <a:ext cx="549503" cy="54203"/>
                  </a:xfrm>
                  <a:custGeom>
                    <a:avLst/>
                    <a:gdLst/>
                    <a:ahLst/>
                    <a:cxnLst/>
                    <a:rect l="l" t="t" r="r" b="b"/>
                    <a:pathLst>
                      <a:path w="549503" h="54203" extrusionOk="0">
                        <a:moveTo>
                          <a:pt x="548046" y="-728"/>
                        </a:moveTo>
                        <a:lnTo>
                          <a:pt x="-89" y="24642"/>
                        </a:lnTo>
                        <a:lnTo>
                          <a:pt x="589" y="39288"/>
                        </a:lnTo>
                        <a:cubicBezTo>
                          <a:pt x="6002" y="44032"/>
                          <a:pt x="11378" y="48797"/>
                          <a:pt x="16907" y="53475"/>
                        </a:cubicBezTo>
                        <a:lnTo>
                          <a:pt x="549414" y="28827"/>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1211" name="Google Shape;1211;p46"/>
              <p:cNvGrpSpPr/>
              <p:nvPr/>
            </p:nvGrpSpPr>
            <p:grpSpPr>
              <a:xfrm rot="2699770" flipH="1">
                <a:off x="3355037" y="2670301"/>
                <a:ext cx="852245" cy="1384502"/>
                <a:chOff x="6434831" y="3097962"/>
                <a:chExt cx="804739" cy="1313905"/>
              </a:xfrm>
            </p:grpSpPr>
            <p:sp>
              <p:nvSpPr>
                <p:cNvPr id="1212" name="Google Shape;1212;p46"/>
                <p:cNvSpPr/>
                <p:nvPr/>
              </p:nvSpPr>
              <p:spPr>
                <a:xfrm>
                  <a:off x="6434831" y="3097962"/>
                  <a:ext cx="804739" cy="1313905"/>
                </a:xfrm>
                <a:custGeom>
                  <a:avLst/>
                  <a:gdLst/>
                  <a:ahLst/>
                  <a:cxnLst/>
                  <a:rect l="l" t="t" r="r" b="b"/>
                  <a:pathLst>
                    <a:path w="1051946" h="1717523" extrusionOk="0">
                      <a:moveTo>
                        <a:pt x="252087" y="-728"/>
                      </a:moveTo>
                      <a:cubicBezTo>
                        <a:pt x="-192638" y="430159"/>
                        <a:pt x="-90454" y="1501261"/>
                        <a:pt x="892054" y="1716796"/>
                      </a:cubicBezTo>
                      <a:cubicBezTo>
                        <a:pt x="1157488" y="1327487"/>
                        <a:pt x="1182379" y="443081"/>
                        <a:pt x="252087" y="-728"/>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13" name="Google Shape;1213;p46"/>
                <p:cNvSpPr/>
                <p:nvPr/>
              </p:nvSpPr>
              <p:spPr>
                <a:xfrm>
                  <a:off x="6623112" y="3097962"/>
                  <a:ext cx="499761" cy="1313905"/>
                </a:xfrm>
                <a:custGeom>
                  <a:avLst/>
                  <a:gdLst/>
                  <a:ahLst/>
                  <a:cxnLst/>
                  <a:rect l="l" t="t" r="r" b="b"/>
                  <a:pathLst>
                    <a:path w="653283" h="1717523" extrusionOk="0">
                      <a:moveTo>
                        <a:pt x="653195" y="1706248"/>
                      </a:moveTo>
                      <a:lnTo>
                        <a:pt x="32013" y="11941"/>
                      </a:lnTo>
                      <a:cubicBezTo>
                        <a:pt x="23462" y="7705"/>
                        <a:pt x="14995" y="3431"/>
                        <a:pt x="6276" y="-728"/>
                      </a:cubicBezTo>
                      <a:cubicBezTo>
                        <a:pt x="4113" y="1368"/>
                        <a:pt x="2049" y="3579"/>
                        <a:pt x="-89" y="5705"/>
                      </a:cubicBezTo>
                      <a:lnTo>
                        <a:pt x="625444" y="1711884"/>
                      </a:lnTo>
                      <a:cubicBezTo>
                        <a:pt x="632385" y="1713514"/>
                        <a:pt x="639212" y="1715253"/>
                        <a:pt x="646243" y="1716796"/>
                      </a:cubicBezTo>
                      <a:cubicBezTo>
                        <a:pt x="648594" y="1713348"/>
                        <a:pt x="650882" y="1709773"/>
                        <a:pt x="653195" y="1706248"/>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1214" name="Google Shape;1214;p46"/>
            <p:cNvGrpSpPr/>
            <p:nvPr/>
          </p:nvGrpSpPr>
          <p:grpSpPr>
            <a:xfrm>
              <a:off x="1574404" y="1433588"/>
              <a:ext cx="2285105" cy="2283887"/>
              <a:chOff x="1574402" y="1433650"/>
              <a:chExt cx="2285105" cy="2062200"/>
            </a:xfrm>
          </p:grpSpPr>
          <p:sp>
            <p:nvSpPr>
              <p:cNvPr id="1215" name="Google Shape;1215;p46"/>
              <p:cNvSpPr/>
              <p:nvPr/>
            </p:nvSpPr>
            <p:spPr>
              <a:xfrm>
                <a:off x="1574402" y="2778950"/>
                <a:ext cx="410400" cy="716700"/>
              </a:xfrm>
              <a:prstGeom prst="rect">
                <a:avLst/>
              </a:prstGeom>
              <a:solidFill>
                <a:schemeClr val="accent4"/>
              </a:solidFill>
              <a:ln>
                <a:noFill/>
              </a:ln>
            </p:spPr>
            <p:txBody>
              <a:bodyPr spcFirstLastPara="1" wrap="square" lIns="91425" tIns="91425" rIns="91425" bIns="91425" anchor="ctr" anchorCtr="0">
                <a:noAutofit/>
              </a:bodyPr>
              <a:lstStyle/>
              <a:p>
                <a:pPr algn="ctr"/>
                <a:endParaRPr>
                  <a:latin typeface="Roboto"/>
                  <a:ea typeface="Roboto"/>
                  <a:cs typeface="Roboto"/>
                  <a:sym typeface="Roboto"/>
                </a:endParaRPr>
              </a:p>
            </p:txBody>
          </p:sp>
          <p:sp>
            <p:nvSpPr>
              <p:cNvPr id="1216" name="Google Shape;1216;p46"/>
              <p:cNvSpPr/>
              <p:nvPr/>
            </p:nvSpPr>
            <p:spPr>
              <a:xfrm>
                <a:off x="2199303" y="2425450"/>
                <a:ext cx="410400" cy="1070400"/>
              </a:xfrm>
              <a:prstGeom prst="rect">
                <a:avLst/>
              </a:prstGeom>
              <a:solidFill>
                <a:schemeClr val="accent4"/>
              </a:solidFill>
              <a:ln>
                <a:noFill/>
              </a:ln>
            </p:spPr>
            <p:txBody>
              <a:bodyPr spcFirstLastPara="1" wrap="square" lIns="91425" tIns="91425" rIns="91425" bIns="91425" anchor="ctr" anchorCtr="0">
                <a:noAutofit/>
              </a:bodyPr>
              <a:lstStyle/>
              <a:p>
                <a:pPr algn="ctr"/>
                <a:endParaRPr>
                  <a:latin typeface="Roboto"/>
                  <a:ea typeface="Roboto"/>
                  <a:cs typeface="Roboto"/>
                  <a:sym typeface="Roboto"/>
                </a:endParaRPr>
              </a:p>
            </p:txBody>
          </p:sp>
          <p:sp>
            <p:nvSpPr>
              <p:cNvPr id="1217" name="Google Shape;1217;p46"/>
              <p:cNvSpPr/>
              <p:nvPr/>
            </p:nvSpPr>
            <p:spPr>
              <a:xfrm>
                <a:off x="2824205" y="1738075"/>
                <a:ext cx="410400" cy="1757700"/>
              </a:xfrm>
              <a:prstGeom prst="rect">
                <a:avLst/>
              </a:prstGeom>
              <a:solidFill>
                <a:schemeClr val="accent4"/>
              </a:solidFill>
              <a:ln>
                <a:noFill/>
              </a:ln>
            </p:spPr>
            <p:txBody>
              <a:bodyPr spcFirstLastPara="1" wrap="square" lIns="91425" tIns="91425" rIns="91425" bIns="91425" anchor="ctr" anchorCtr="0">
                <a:noAutofit/>
              </a:bodyPr>
              <a:lstStyle/>
              <a:p>
                <a:pPr algn="ctr"/>
                <a:endParaRPr>
                  <a:latin typeface="Roboto"/>
                  <a:ea typeface="Roboto"/>
                  <a:cs typeface="Roboto"/>
                  <a:sym typeface="Roboto"/>
                </a:endParaRPr>
              </a:p>
            </p:txBody>
          </p:sp>
          <p:sp>
            <p:nvSpPr>
              <p:cNvPr id="1218" name="Google Shape;1218;p46"/>
              <p:cNvSpPr/>
              <p:nvPr/>
            </p:nvSpPr>
            <p:spPr>
              <a:xfrm>
                <a:off x="3449107" y="1433650"/>
                <a:ext cx="410400" cy="2062200"/>
              </a:xfrm>
              <a:prstGeom prst="rect">
                <a:avLst/>
              </a:prstGeom>
              <a:solidFill>
                <a:schemeClr val="accent4"/>
              </a:solidFill>
              <a:ln>
                <a:noFill/>
              </a:ln>
            </p:spPr>
            <p:txBody>
              <a:bodyPr spcFirstLastPara="1" wrap="square" lIns="91425" tIns="91425" rIns="91425" bIns="91425" anchor="ctr" anchorCtr="0">
                <a:noAutofit/>
              </a:bodyPr>
              <a:lstStyle/>
              <a:p>
                <a:pPr algn="ctr"/>
                <a:endParaRPr>
                  <a:latin typeface="Roboto"/>
                  <a:ea typeface="Roboto"/>
                  <a:cs typeface="Roboto"/>
                  <a:sym typeface="Roboto"/>
                </a:endParaRPr>
              </a:p>
            </p:txBody>
          </p:sp>
        </p:grpSp>
        <p:grpSp>
          <p:nvGrpSpPr>
            <p:cNvPr id="1219" name="Google Shape;1219;p46"/>
            <p:cNvGrpSpPr/>
            <p:nvPr/>
          </p:nvGrpSpPr>
          <p:grpSpPr>
            <a:xfrm>
              <a:off x="1344503" y="1314856"/>
              <a:ext cx="2834975" cy="2513796"/>
              <a:chOff x="10560512" y="621290"/>
              <a:chExt cx="1178294" cy="1044803"/>
            </a:xfrm>
          </p:grpSpPr>
          <p:sp>
            <p:nvSpPr>
              <p:cNvPr id="1220" name="Google Shape;1220;p46"/>
              <p:cNvSpPr/>
              <p:nvPr/>
            </p:nvSpPr>
            <p:spPr>
              <a:xfrm>
                <a:off x="10597601" y="677621"/>
                <a:ext cx="1090502" cy="950394"/>
              </a:xfrm>
              <a:custGeom>
                <a:avLst/>
                <a:gdLst/>
                <a:ahLst/>
                <a:cxnLst/>
                <a:rect l="l" t="t" r="r" b="b"/>
                <a:pathLst>
                  <a:path w="1090502" h="950394" extrusionOk="0">
                    <a:moveTo>
                      <a:pt x="14306" y="950503"/>
                    </a:moveTo>
                    <a:cubicBezTo>
                      <a:pt x="8066" y="950505"/>
                      <a:pt x="3001" y="945457"/>
                      <a:pt x="2983" y="939219"/>
                    </a:cubicBezTo>
                    <a:lnTo>
                      <a:pt x="97" y="11464"/>
                    </a:lnTo>
                    <a:cubicBezTo>
                      <a:pt x="78" y="5212"/>
                      <a:pt x="5132" y="128"/>
                      <a:pt x="11385" y="109"/>
                    </a:cubicBezTo>
                    <a:lnTo>
                      <a:pt x="11421" y="109"/>
                    </a:lnTo>
                    <a:cubicBezTo>
                      <a:pt x="17660" y="108"/>
                      <a:pt x="22725" y="5155"/>
                      <a:pt x="22744" y="11393"/>
                    </a:cubicBezTo>
                    <a:lnTo>
                      <a:pt x="25594" y="927825"/>
                    </a:lnTo>
                    <a:lnTo>
                      <a:pt x="1079240" y="924242"/>
                    </a:lnTo>
                    <a:lnTo>
                      <a:pt x="1079278" y="924242"/>
                    </a:lnTo>
                    <a:cubicBezTo>
                      <a:pt x="1085531" y="924243"/>
                      <a:pt x="1090601" y="929311"/>
                      <a:pt x="1090600" y="935563"/>
                    </a:cubicBezTo>
                    <a:cubicBezTo>
                      <a:pt x="1090599" y="941799"/>
                      <a:pt x="1085554" y="946860"/>
                      <a:pt x="1079315" y="946882"/>
                    </a:cubicBezTo>
                    <a:lnTo>
                      <a:pt x="14344" y="950503"/>
                    </a:ln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21" name="Google Shape;1221;p46"/>
              <p:cNvSpPr/>
              <p:nvPr/>
            </p:nvSpPr>
            <p:spPr>
              <a:xfrm>
                <a:off x="10560512" y="621290"/>
                <a:ext cx="101844" cy="109925"/>
              </a:xfrm>
              <a:custGeom>
                <a:avLst/>
                <a:gdLst/>
                <a:ahLst/>
                <a:cxnLst/>
                <a:rect l="l" t="t" r="r" b="b"/>
                <a:pathLst>
                  <a:path w="101844" h="109925" extrusionOk="0">
                    <a:moveTo>
                      <a:pt x="440" y="106578"/>
                    </a:moveTo>
                    <a:cubicBezTo>
                      <a:pt x="-4394" y="101762"/>
                      <a:pt x="43479" y="125"/>
                      <a:pt x="48297" y="109"/>
                    </a:cubicBezTo>
                    <a:cubicBezTo>
                      <a:pt x="53116" y="92"/>
                      <a:pt x="106440" y="101385"/>
                      <a:pt x="101636" y="106234"/>
                    </a:cubicBezTo>
                    <a:cubicBezTo>
                      <a:pt x="96832" y="111082"/>
                      <a:pt x="5274" y="111394"/>
                      <a:pt x="440" y="106578"/>
                    </a:cubicBez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1222" name="Google Shape;1222;p46"/>
              <p:cNvSpPr/>
              <p:nvPr/>
            </p:nvSpPr>
            <p:spPr>
              <a:xfrm>
                <a:off x="11629181" y="1563970"/>
                <a:ext cx="109625" cy="102123"/>
              </a:xfrm>
              <a:custGeom>
                <a:avLst/>
                <a:gdLst/>
                <a:ahLst/>
                <a:cxnLst/>
                <a:rect l="l" t="t" r="r" b="b"/>
                <a:pathLst>
                  <a:path w="109625" h="102123" extrusionOk="0">
                    <a:moveTo>
                      <a:pt x="3557" y="452"/>
                    </a:moveTo>
                    <a:cubicBezTo>
                      <a:pt x="8361" y="-4397"/>
                      <a:pt x="109708" y="43580"/>
                      <a:pt x="109723" y="48412"/>
                    </a:cubicBezTo>
                    <a:cubicBezTo>
                      <a:pt x="109738" y="53245"/>
                      <a:pt x="8707" y="106741"/>
                      <a:pt x="3873" y="101926"/>
                    </a:cubicBezTo>
                    <a:cubicBezTo>
                      <a:pt x="-961" y="97110"/>
                      <a:pt x="-1247" y="5301"/>
                      <a:pt x="3557" y="452"/>
                    </a:cubicBez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sp>
          <p:nvSpPr>
            <p:cNvPr id="1223" name="Google Shape;1223;p46"/>
            <p:cNvSpPr/>
            <p:nvPr/>
          </p:nvSpPr>
          <p:spPr>
            <a:xfrm>
              <a:off x="2174742" y="1364275"/>
              <a:ext cx="1084792" cy="1910590"/>
            </a:xfrm>
            <a:custGeom>
              <a:avLst/>
              <a:gdLst/>
              <a:ahLst/>
              <a:cxnLst/>
              <a:rect l="l" t="t" r="r" b="b"/>
              <a:pathLst>
                <a:path w="439632" h="774302" extrusionOk="0">
                  <a:moveTo>
                    <a:pt x="439765" y="507735"/>
                  </a:moveTo>
                  <a:cubicBezTo>
                    <a:pt x="439888" y="400557"/>
                    <a:pt x="349341" y="371059"/>
                    <a:pt x="263654" y="349887"/>
                  </a:cubicBezTo>
                  <a:lnTo>
                    <a:pt x="263837" y="189631"/>
                  </a:lnTo>
                  <a:cubicBezTo>
                    <a:pt x="306695" y="195061"/>
                    <a:pt x="347963" y="209293"/>
                    <a:pt x="385042" y="231431"/>
                  </a:cubicBezTo>
                  <a:lnTo>
                    <a:pt x="417370" y="151525"/>
                  </a:lnTo>
                  <a:cubicBezTo>
                    <a:pt x="376599" y="124543"/>
                    <a:pt x="320453" y="107864"/>
                    <a:pt x="263935" y="103435"/>
                  </a:cubicBezTo>
                  <a:lnTo>
                    <a:pt x="264052" y="119"/>
                  </a:lnTo>
                  <a:lnTo>
                    <a:pt x="177116" y="19"/>
                  </a:lnTo>
                  <a:lnTo>
                    <a:pt x="176995" y="106253"/>
                  </a:lnTo>
                  <a:cubicBezTo>
                    <a:pt x="65291" y="123000"/>
                    <a:pt x="12401" y="190149"/>
                    <a:pt x="12313" y="267409"/>
                  </a:cubicBezTo>
                  <a:cubicBezTo>
                    <a:pt x="12196" y="370708"/>
                    <a:pt x="94569" y="402507"/>
                    <a:pt x="176633" y="423675"/>
                  </a:cubicBezTo>
                  <a:lnTo>
                    <a:pt x="176450" y="583634"/>
                  </a:lnTo>
                  <a:cubicBezTo>
                    <a:pt x="122548" y="575937"/>
                    <a:pt x="70778" y="553992"/>
                    <a:pt x="35607" y="525473"/>
                  </a:cubicBezTo>
                  <a:lnTo>
                    <a:pt x="134" y="605375"/>
                  </a:lnTo>
                  <a:cubicBezTo>
                    <a:pt x="38448" y="638703"/>
                    <a:pt x="105136" y="663101"/>
                    <a:pt x="176352" y="670077"/>
                  </a:cubicBezTo>
                  <a:lnTo>
                    <a:pt x="176232" y="774221"/>
                  </a:lnTo>
                  <a:lnTo>
                    <a:pt x="263169" y="774321"/>
                  </a:lnTo>
                  <a:lnTo>
                    <a:pt x="263289" y="669575"/>
                  </a:lnTo>
                  <a:cubicBezTo>
                    <a:pt x="382689" y="655710"/>
                    <a:pt x="439675" y="586793"/>
                    <a:pt x="439765" y="507735"/>
                  </a:cubicBezTo>
                  <a:close/>
                  <a:moveTo>
                    <a:pt x="113746" y="262779"/>
                  </a:moveTo>
                  <a:cubicBezTo>
                    <a:pt x="113782" y="231774"/>
                    <a:pt x="132739" y="205565"/>
                    <a:pt x="176894" y="194028"/>
                  </a:cubicBezTo>
                  <a:lnTo>
                    <a:pt x="176743" y="326773"/>
                  </a:lnTo>
                  <a:cubicBezTo>
                    <a:pt x="139572" y="313795"/>
                    <a:pt x="113708" y="295994"/>
                    <a:pt x="113746" y="262779"/>
                  </a:cubicBezTo>
                  <a:close/>
                  <a:moveTo>
                    <a:pt x="263387" y="583006"/>
                  </a:moveTo>
                  <a:lnTo>
                    <a:pt x="263544" y="445933"/>
                  </a:lnTo>
                  <a:cubicBezTo>
                    <a:pt x="307339" y="459390"/>
                    <a:pt x="339158" y="477453"/>
                    <a:pt x="339116" y="514743"/>
                  </a:cubicBezTo>
                  <a:cubicBezTo>
                    <a:pt x="339078" y="547531"/>
                    <a:pt x="316061" y="573743"/>
                    <a:pt x="263387" y="583006"/>
                  </a:cubicBezTo>
                  <a:close/>
                </a:path>
              </a:pathLst>
            </a:custGeom>
            <a:solidFill>
              <a:schemeClr val="accent5"/>
            </a:solidFill>
            <a:ln>
              <a:noFill/>
            </a:ln>
          </p:spPr>
          <p:txBody>
            <a:bodyPr spcFirstLastPara="1" wrap="square" lIns="91425" tIns="45700" rIns="91425" bIns="45700" anchor="ctr" anchorCtr="0">
              <a:noAutofit/>
            </a:bodyPr>
            <a:lstStyle/>
            <a:p>
              <a:endParaRPr sz="1800" dirty="0">
                <a:latin typeface="Calibri"/>
                <a:ea typeface="Calibri"/>
                <a:cs typeface="Calibri"/>
                <a:sym typeface="Calibri"/>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27"/>
        <p:cNvGrpSpPr/>
        <p:nvPr/>
      </p:nvGrpSpPr>
      <p:grpSpPr>
        <a:xfrm>
          <a:off x="0" y="0"/>
          <a:ext cx="0" cy="0"/>
          <a:chOff x="0" y="0"/>
          <a:chExt cx="0" cy="0"/>
        </a:xfrm>
      </p:grpSpPr>
      <p:sp>
        <p:nvSpPr>
          <p:cNvPr id="2228" name="Google Shape;2228;p69"/>
          <p:cNvSpPr txBox="1">
            <a:spLocks noGrp="1"/>
          </p:cNvSpPr>
          <p:nvPr>
            <p:ph type="title"/>
          </p:nvPr>
        </p:nvSpPr>
        <p:spPr>
          <a:xfrm>
            <a:off x="890772" y="1858424"/>
            <a:ext cx="4019078" cy="867900"/>
          </a:xfrm>
          <a:prstGeom prst="rect">
            <a:avLst/>
          </a:prstGeom>
        </p:spPr>
        <p:txBody>
          <a:bodyPr spcFirstLastPara="1" wrap="square" lIns="91425" tIns="91425" rIns="91425" bIns="91425" anchor="t" anchorCtr="0">
            <a:noAutofit/>
          </a:bodyPr>
          <a:lstStyle/>
          <a:p>
            <a:r>
              <a:rPr lang="en" dirty="0"/>
              <a:t>Thank YOU!</a:t>
            </a:r>
            <a:endParaRPr dirty="0"/>
          </a:p>
        </p:txBody>
      </p:sp>
      <p:grpSp>
        <p:nvGrpSpPr>
          <p:cNvPr id="2248" name="Google Shape;2248;p69"/>
          <p:cNvGrpSpPr/>
          <p:nvPr/>
        </p:nvGrpSpPr>
        <p:grpSpPr>
          <a:xfrm>
            <a:off x="4369637" y="990508"/>
            <a:ext cx="3703730" cy="3448163"/>
            <a:chOff x="4508512" y="1102154"/>
            <a:chExt cx="3703730" cy="3448163"/>
          </a:xfrm>
        </p:grpSpPr>
        <p:grpSp>
          <p:nvGrpSpPr>
            <p:cNvPr id="2249" name="Google Shape;2249;p69"/>
            <p:cNvGrpSpPr/>
            <p:nvPr/>
          </p:nvGrpSpPr>
          <p:grpSpPr>
            <a:xfrm rot="-1055257">
              <a:off x="4874409" y="1543194"/>
              <a:ext cx="3168438" cy="1611618"/>
              <a:chOff x="2630883" y="3262708"/>
              <a:chExt cx="2541512" cy="1292864"/>
            </a:xfrm>
          </p:grpSpPr>
          <p:grpSp>
            <p:nvGrpSpPr>
              <p:cNvPr id="2250" name="Google Shape;2250;p69"/>
              <p:cNvGrpSpPr/>
              <p:nvPr/>
            </p:nvGrpSpPr>
            <p:grpSpPr>
              <a:xfrm>
                <a:off x="2630883" y="3262708"/>
                <a:ext cx="2511443" cy="1287876"/>
                <a:chOff x="2630883" y="3262708"/>
                <a:chExt cx="2511443" cy="1287876"/>
              </a:xfrm>
            </p:grpSpPr>
            <p:sp>
              <p:nvSpPr>
                <p:cNvPr id="2251" name="Google Shape;2251;p69"/>
                <p:cNvSpPr/>
                <p:nvPr/>
              </p:nvSpPr>
              <p:spPr>
                <a:xfrm>
                  <a:off x="2630883" y="3410147"/>
                  <a:ext cx="2340824" cy="1140437"/>
                </a:xfrm>
                <a:custGeom>
                  <a:avLst/>
                  <a:gdLst/>
                  <a:ahLst/>
                  <a:cxnLst/>
                  <a:rect l="l" t="t" r="r" b="b"/>
                  <a:pathLst>
                    <a:path w="2340824" h="1140437" extrusionOk="0">
                      <a:moveTo>
                        <a:pt x="93228" y="1140438"/>
                      </a:moveTo>
                      <a:lnTo>
                        <a:pt x="0" y="1014625"/>
                      </a:lnTo>
                      <a:lnTo>
                        <a:pt x="1305654" y="48010"/>
                      </a:lnTo>
                      <a:lnTo>
                        <a:pt x="1681376" y="507871"/>
                      </a:lnTo>
                      <a:lnTo>
                        <a:pt x="2234906" y="0"/>
                      </a:lnTo>
                      <a:lnTo>
                        <a:pt x="2340825" y="115339"/>
                      </a:lnTo>
                      <a:lnTo>
                        <a:pt x="1665039" y="735389"/>
                      </a:lnTo>
                      <a:lnTo>
                        <a:pt x="1278835" y="262694"/>
                      </a:lnTo>
                      <a:lnTo>
                        <a:pt x="93228" y="1140438"/>
                      </a:lnTo>
                      <a:close/>
                    </a:path>
                  </a:pathLst>
                </a:custGeom>
                <a:solidFill>
                  <a:srgbClr val="000000">
                    <a:alpha val="1013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2252" name="Google Shape;2252;p69"/>
                <p:cNvSpPr/>
                <p:nvPr/>
              </p:nvSpPr>
              <p:spPr>
                <a:xfrm>
                  <a:off x="4730706" y="3262708"/>
                  <a:ext cx="411620" cy="402082"/>
                </a:xfrm>
                <a:custGeom>
                  <a:avLst/>
                  <a:gdLst/>
                  <a:ahLst/>
                  <a:cxnLst/>
                  <a:rect l="l" t="t" r="r" b="b"/>
                  <a:pathLst>
                    <a:path w="411620" h="402082" extrusionOk="0">
                      <a:moveTo>
                        <a:pt x="285174" y="402083"/>
                      </a:moveTo>
                      <a:lnTo>
                        <a:pt x="411620" y="0"/>
                      </a:lnTo>
                      <a:lnTo>
                        <a:pt x="0" y="91546"/>
                      </a:lnTo>
                      <a:lnTo>
                        <a:pt x="285174" y="402083"/>
                      </a:lnTo>
                      <a:close/>
                    </a:path>
                  </a:pathLst>
                </a:custGeom>
                <a:solidFill>
                  <a:srgbClr val="000000">
                    <a:alpha val="1013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2253" name="Google Shape;2253;p69"/>
              <p:cNvGrpSpPr/>
              <p:nvPr/>
            </p:nvGrpSpPr>
            <p:grpSpPr>
              <a:xfrm>
                <a:off x="2660953" y="3267695"/>
                <a:ext cx="2511442" cy="1287877"/>
                <a:chOff x="2660953" y="3267695"/>
                <a:chExt cx="2511442" cy="1287877"/>
              </a:xfrm>
            </p:grpSpPr>
            <p:sp>
              <p:nvSpPr>
                <p:cNvPr id="2254" name="Google Shape;2254;p69"/>
                <p:cNvSpPr/>
                <p:nvPr/>
              </p:nvSpPr>
              <p:spPr>
                <a:xfrm>
                  <a:off x="2660953" y="3415134"/>
                  <a:ext cx="2340824" cy="1140438"/>
                </a:xfrm>
                <a:custGeom>
                  <a:avLst/>
                  <a:gdLst/>
                  <a:ahLst/>
                  <a:cxnLst/>
                  <a:rect l="l" t="t" r="r" b="b"/>
                  <a:pathLst>
                    <a:path w="2340824" h="1140438" extrusionOk="0">
                      <a:moveTo>
                        <a:pt x="93228" y="1140438"/>
                      </a:moveTo>
                      <a:lnTo>
                        <a:pt x="0" y="1014625"/>
                      </a:lnTo>
                      <a:lnTo>
                        <a:pt x="1305654" y="48011"/>
                      </a:lnTo>
                      <a:lnTo>
                        <a:pt x="1681376" y="507871"/>
                      </a:lnTo>
                      <a:lnTo>
                        <a:pt x="2234906" y="0"/>
                      </a:lnTo>
                      <a:lnTo>
                        <a:pt x="2340824" y="115339"/>
                      </a:lnTo>
                      <a:lnTo>
                        <a:pt x="1665039" y="735389"/>
                      </a:lnTo>
                      <a:lnTo>
                        <a:pt x="1278835" y="262699"/>
                      </a:lnTo>
                      <a:lnTo>
                        <a:pt x="93228" y="1140438"/>
                      </a:ln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2255" name="Google Shape;2255;p69"/>
                <p:cNvSpPr/>
                <p:nvPr/>
              </p:nvSpPr>
              <p:spPr>
                <a:xfrm>
                  <a:off x="4760776" y="3267695"/>
                  <a:ext cx="411619" cy="402082"/>
                </a:xfrm>
                <a:custGeom>
                  <a:avLst/>
                  <a:gdLst/>
                  <a:ahLst/>
                  <a:cxnLst/>
                  <a:rect l="l" t="t" r="r" b="b"/>
                  <a:pathLst>
                    <a:path w="411619" h="402082" extrusionOk="0">
                      <a:moveTo>
                        <a:pt x="285174" y="402083"/>
                      </a:moveTo>
                      <a:lnTo>
                        <a:pt x="411620" y="0"/>
                      </a:lnTo>
                      <a:lnTo>
                        <a:pt x="0" y="91545"/>
                      </a:lnTo>
                      <a:lnTo>
                        <a:pt x="285174" y="402083"/>
                      </a:ln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2256" name="Google Shape;2256;p69"/>
            <p:cNvGrpSpPr/>
            <p:nvPr/>
          </p:nvGrpSpPr>
          <p:grpSpPr>
            <a:xfrm>
              <a:off x="4508512" y="2931576"/>
              <a:ext cx="1640955" cy="1495564"/>
              <a:chOff x="4418024" y="2931576"/>
              <a:chExt cx="1640955" cy="1495564"/>
            </a:xfrm>
          </p:grpSpPr>
          <p:grpSp>
            <p:nvGrpSpPr>
              <p:cNvPr id="2257" name="Google Shape;2257;p69"/>
              <p:cNvGrpSpPr/>
              <p:nvPr/>
            </p:nvGrpSpPr>
            <p:grpSpPr>
              <a:xfrm rot="-1089589">
                <a:off x="4512441" y="3397825"/>
                <a:ext cx="1407020" cy="830742"/>
                <a:chOff x="4778337" y="5141250"/>
                <a:chExt cx="1335335" cy="788417"/>
              </a:xfrm>
            </p:grpSpPr>
            <p:sp>
              <p:nvSpPr>
                <p:cNvPr id="2258" name="Google Shape;2258;p69"/>
                <p:cNvSpPr/>
                <p:nvPr/>
              </p:nvSpPr>
              <p:spPr>
                <a:xfrm>
                  <a:off x="4778337" y="5141250"/>
                  <a:ext cx="1335334" cy="787760"/>
                </a:xfrm>
                <a:custGeom>
                  <a:avLst/>
                  <a:gdLst/>
                  <a:ahLst/>
                  <a:cxnLst/>
                  <a:rect l="l" t="t" r="r" b="b"/>
                  <a:pathLst>
                    <a:path w="1745534" h="1029752" extrusionOk="0">
                      <a:moveTo>
                        <a:pt x="5103" y="167486"/>
                      </a:moveTo>
                      <a:cubicBezTo>
                        <a:pt x="-86406" y="691790"/>
                        <a:pt x="1052911" y="1396174"/>
                        <a:pt x="1745445" y="803631"/>
                      </a:cubicBezTo>
                      <a:cubicBezTo>
                        <a:pt x="1467424" y="94438"/>
                        <a:pt x="387793" y="-221495"/>
                        <a:pt x="5103" y="167486"/>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2259" name="Google Shape;2259;p69"/>
                <p:cNvSpPr/>
                <p:nvPr/>
              </p:nvSpPr>
              <p:spPr>
                <a:xfrm>
                  <a:off x="5204163" y="5142875"/>
                  <a:ext cx="102221" cy="324991"/>
                </a:xfrm>
                <a:custGeom>
                  <a:avLst/>
                  <a:gdLst/>
                  <a:ahLst/>
                  <a:cxnLst/>
                  <a:rect l="l" t="t" r="r" b="b"/>
                  <a:pathLst>
                    <a:path w="133622" h="424825" extrusionOk="0">
                      <a:moveTo>
                        <a:pt x="133534" y="418484"/>
                      </a:moveTo>
                      <a:lnTo>
                        <a:pt x="23088" y="953"/>
                      </a:lnTo>
                      <a:cubicBezTo>
                        <a:pt x="15344" y="333"/>
                        <a:pt x="7606" y="-262"/>
                        <a:pt x="-89" y="-728"/>
                      </a:cubicBezTo>
                      <a:lnTo>
                        <a:pt x="112286" y="424098"/>
                      </a:ln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2260" name="Google Shape;2260;p69"/>
                <p:cNvSpPr/>
                <p:nvPr/>
              </p:nvSpPr>
              <p:spPr>
                <a:xfrm>
                  <a:off x="4817422" y="5352727"/>
                  <a:ext cx="187330" cy="134330"/>
                </a:xfrm>
                <a:custGeom>
                  <a:avLst/>
                  <a:gdLst/>
                  <a:ahLst/>
                  <a:cxnLst/>
                  <a:rect l="l" t="t" r="r" b="b"/>
                  <a:pathLst>
                    <a:path w="244876" h="175595" extrusionOk="0">
                      <a:moveTo>
                        <a:pt x="232548" y="-728"/>
                      </a:moveTo>
                      <a:lnTo>
                        <a:pt x="-89" y="155148"/>
                      </a:lnTo>
                      <a:cubicBezTo>
                        <a:pt x="3113" y="161731"/>
                        <a:pt x="6459" y="168305"/>
                        <a:pt x="9948" y="174867"/>
                      </a:cubicBezTo>
                      <a:lnTo>
                        <a:pt x="244788" y="17516"/>
                      </a:ln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2261" name="Google Shape;2261;p69"/>
                <p:cNvSpPr/>
                <p:nvPr/>
              </p:nvSpPr>
              <p:spPr>
                <a:xfrm>
                  <a:off x="5205180" y="5554833"/>
                  <a:ext cx="365072" cy="278678"/>
                </a:xfrm>
                <a:custGeom>
                  <a:avLst/>
                  <a:gdLst/>
                  <a:ahLst/>
                  <a:cxnLst/>
                  <a:rect l="l" t="t" r="r" b="b"/>
                  <a:pathLst>
                    <a:path w="477218" h="364285" extrusionOk="0">
                      <a:moveTo>
                        <a:pt x="463799" y="-728"/>
                      </a:moveTo>
                      <a:lnTo>
                        <a:pt x="-89" y="352899"/>
                      </a:lnTo>
                      <a:cubicBezTo>
                        <a:pt x="7290" y="356507"/>
                        <a:pt x="14709" y="360060"/>
                        <a:pt x="22169" y="363558"/>
                      </a:cubicBezTo>
                      <a:lnTo>
                        <a:pt x="477129" y="16737"/>
                      </a:ln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2262" name="Google Shape;2262;p69"/>
                <p:cNvSpPr/>
                <p:nvPr/>
              </p:nvSpPr>
              <p:spPr>
                <a:xfrm>
                  <a:off x="5728282" y="5315912"/>
                  <a:ext cx="66602" cy="325390"/>
                </a:xfrm>
                <a:custGeom>
                  <a:avLst/>
                  <a:gdLst/>
                  <a:ahLst/>
                  <a:cxnLst/>
                  <a:rect l="l" t="t" r="r" b="b"/>
                  <a:pathLst>
                    <a:path w="87062" h="425347" extrusionOk="0">
                      <a:moveTo>
                        <a:pt x="86974" y="421286"/>
                      </a:moveTo>
                      <a:lnTo>
                        <a:pt x="24541" y="14862"/>
                      </a:lnTo>
                      <a:cubicBezTo>
                        <a:pt x="16387" y="9574"/>
                        <a:pt x="8162" y="4400"/>
                        <a:pt x="-89" y="-728"/>
                      </a:cubicBezTo>
                      <a:lnTo>
                        <a:pt x="65250" y="424620"/>
                      </a:ln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2263" name="Google Shape;2263;p69"/>
                <p:cNvSpPr/>
                <p:nvPr/>
              </p:nvSpPr>
              <p:spPr>
                <a:xfrm>
                  <a:off x="5642170" y="5695733"/>
                  <a:ext cx="322891" cy="233935"/>
                </a:xfrm>
                <a:custGeom>
                  <a:avLst/>
                  <a:gdLst/>
                  <a:ahLst/>
                  <a:cxnLst/>
                  <a:rect l="l" t="t" r="r" b="b"/>
                  <a:pathLst>
                    <a:path w="422080" h="305797" extrusionOk="0">
                      <a:moveTo>
                        <a:pt x="421991" y="16860"/>
                      </a:moveTo>
                      <a:lnTo>
                        <a:pt x="408822" y="-728"/>
                      </a:lnTo>
                      <a:lnTo>
                        <a:pt x="-89" y="305069"/>
                      </a:lnTo>
                      <a:cubicBezTo>
                        <a:pt x="12556" y="304979"/>
                        <a:pt x="25200" y="304669"/>
                        <a:pt x="37842" y="304137"/>
                      </a:cubicBez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2264" name="Google Shape;2264;p69"/>
                <p:cNvSpPr/>
                <p:nvPr/>
              </p:nvSpPr>
              <p:spPr>
                <a:xfrm>
                  <a:off x="4779643" y="5272811"/>
                  <a:ext cx="1334029" cy="490484"/>
                </a:xfrm>
                <a:custGeom>
                  <a:avLst/>
                  <a:gdLst/>
                  <a:ahLst/>
                  <a:cxnLst/>
                  <a:rect l="l" t="t" r="r" b="b"/>
                  <a:pathLst>
                    <a:path w="1743829" h="641156" extrusionOk="0">
                      <a:moveTo>
                        <a:pt x="1738354" y="618832"/>
                      </a:moveTo>
                      <a:lnTo>
                        <a:pt x="2846" y="-728"/>
                      </a:lnTo>
                      <a:cubicBezTo>
                        <a:pt x="1635" y="6666"/>
                        <a:pt x="639" y="14090"/>
                        <a:pt x="-89" y="21550"/>
                      </a:cubicBezTo>
                      <a:lnTo>
                        <a:pt x="1733514" y="640429"/>
                      </a:lnTo>
                      <a:cubicBezTo>
                        <a:pt x="1736927" y="637589"/>
                        <a:pt x="1740349" y="634773"/>
                        <a:pt x="1743740" y="631872"/>
                      </a:cubicBezTo>
                      <a:cubicBezTo>
                        <a:pt x="1742022" y="627487"/>
                        <a:pt x="1740133" y="623186"/>
                        <a:pt x="1738354" y="618832"/>
                      </a:cubicBezTo>
                      <a:close/>
                    </a:path>
                  </a:pathLst>
                </a:custGeom>
                <a:solidFill>
                  <a:schemeClr val="dk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nvGrpSpPr>
              <p:cNvPr id="2265" name="Google Shape;2265;p69"/>
              <p:cNvGrpSpPr/>
              <p:nvPr/>
            </p:nvGrpSpPr>
            <p:grpSpPr>
              <a:xfrm rot="-359516">
                <a:off x="4894506" y="2986002"/>
                <a:ext cx="1105211" cy="1193263"/>
                <a:chOff x="4921769" y="3642162"/>
                <a:chExt cx="1048829" cy="1132389"/>
              </a:xfrm>
            </p:grpSpPr>
            <p:sp>
              <p:nvSpPr>
                <p:cNvPr id="2266" name="Google Shape;2266;p69"/>
                <p:cNvSpPr/>
                <p:nvPr/>
              </p:nvSpPr>
              <p:spPr>
                <a:xfrm>
                  <a:off x="4921769" y="3642162"/>
                  <a:ext cx="1048829" cy="1132378"/>
                </a:xfrm>
                <a:custGeom>
                  <a:avLst/>
                  <a:gdLst/>
                  <a:ahLst/>
                  <a:cxnLst/>
                  <a:rect l="l" t="t" r="r" b="b"/>
                  <a:pathLst>
                    <a:path w="1371018" h="1480233" extrusionOk="0">
                      <a:moveTo>
                        <a:pt x="24217" y="13961"/>
                      </a:moveTo>
                      <a:cubicBezTo>
                        <a:pt x="-94878" y="497744"/>
                        <a:pt x="207410" y="1383284"/>
                        <a:pt x="1293296" y="1479506"/>
                      </a:cubicBezTo>
                      <a:cubicBezTo>
                        <a:pt x="1574677" y="888315"/>
                        <a:pt x="1077452" y="-135295"/>
                        <a:pt x="24217" y="13961"/>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2267" name="Google Shape;2267;p69"/>
                <p:cNvSpPr/>
                <p:nvPr/>
              </p:nvSpPr>
              <p:spPr>
                <a:xfrm>
                  <a:off x="4938097" y="3651132"/>
                  <a:ext cx="976193" cy="1123419"/>
                </a:xfrm>
                <a:custGeom>
                  <a:avLst/>
                  <a:gdLst/>
                  <a:ahLst/>
                  <a:cxnLst/>
                  <a:rect l="l" t="t" r="r" b="b"/>
                  <a:pathLst>
                    <a:path w="1276069" h="1468522" extrusionOk="0">
                      <a:moveTo>
                        <a:pt x="1275980" y="1459154"/>
                      </a:moveTo>
                      <a:lnTo>
                        <a:pt x="25185" y="-728"/>
                      </a:lnTo>
                      <a:cubicBezTo>
                        <a:pt x="17782" y="212"/>
                        <a:pt x="10353" y="1204"/>
                        <a:pt x="2899" y="2249"/>
                      </a:cubicBezTo>
                      <a:cubicBezTo>
                        <a:pt x="1845" y="6533"/>
                        <a:pt x="899" y="10919"/>
                        <a:pt x="-89" y="15265"/>
                      </a:cubicBezTo>
                      <a:lnTo>
                        <a:pt x="1241796" y="1464746"/>
                      </a:lnTo>
                      <a:cubicBezTo>
                        <a:pt x="1251834" y="1465785"/>
                        <a:pt x="1261804" y="1466893"/>
                        <a:pt x="1271979" y="1467795"/>
                      </a:cubicBezTo>
                      <a:cubicBezTo>
                        <a:pt x="1273342" y="1464931"/>
                        <a:pt x="1274653" y="1462037"/>
                        <a:pt x="1275980" y="1459154"/>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2268" name="Google Shape;2268;p69"/>
                <p:cNvSpPr/>
                <p:nvPr/>
              </p:nvSpPr>
              <p:spPr>
                <a:xfrm>
                  <a:off x="4965616" y="4023850"/>
                  <a:ext cx="307717" cy="85969"/>
                </a:xfrm>
                <a:custGeom>
                  <a:avLst/>
                  <a:gdLst/>
                  <a:ahLst/>
                  <a:cxnLst/>
                  <a:rect l="l" t="t" r="r" b="b"/>
                  <a:pathLst>
                    <a:path w="402245" h="112378" extrusionOk="0">
                      <a:moveTo>
                        <a:pt x="396002" y="-728"/>
                      </a:moveTo>
                      <a:lnTo>
                        <a:pt x="-89" y="83401"/>
                      </a:lnTo>
                      <a:cubicBezTo>
                        <a:pt x="2932" y="92818"/>
                        <a:pt x="6076" y="102234"/>
                        <a:pt x="9343" y="111651"/>
                      </a:cubicBezTo>
                      <a:lnTo>
                        <a:pt x="402156" y="28218"/>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2269" name="Google Shape;2269;p69"/>
                <p:cNvSpPr/>
                <p:nvPr/>
              </p:nvSpPr>
              <p:spPr>
                <a:xfrm>
                  <a:off x="5461021" y="3802587"/>
                  <a:ext cx="170353" cy="469223"/>
                </a:xfrm>
                <a:custGeom>
                  <a:avLst/>
                  <a:gdLst/>
                  <a:ahLst/>
                  <a:cxnLst/>
                  <a:rect l="l" t="t" r="r" b="b"/>
                  <a:pathLst>
                    <a:path w="222684" h="613364" extrusionOk="0">
                      <a:moveTo>
                        <a:pt x="28049" y="612637"/>
                      </a:moveTo>
                      <a:lnTo>
                        <a:pt x="222595" y="17894"/>
                      </a:lnTo>
                      <a:cubicBezTo>
                        <a:pt x="214348" y="11586"/>
                        <a:pt x="205997" y="5379"/>
                        <a:pt x="197541" y="-728"/>
                      </a:cubicBezTo>
                      <a:lnTo>
                        <a:pt x="-89" y="603444"/>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2270" name="Google Shape;2270;p69"/>
                <p:cNvGrpSpPr/>
                <p:nvPr/>
              </p:nvGrpSpPr>
              <p:grpSpPr>
                <a:xfrm>
                  <a:off x="5242608" y="4480691"/>
                  <a:ext cx="420919" cy="42073"/>
                  <a:chOff x="2422386" y="2810148"/>
                  <a:chExt cx="549503" cy="54926"/>
                </a:xfrm>
              </p:grpSpPr>
              <p:sp>
                <p:nvSpPr>
                  <p:cNvPr id="2271" name="Google Shape;2271;p69"/>
                  <p:cNvSpPr/>
                  <p:nvPr/>
                </p:nvSpPr>
                <p:spPr>
                  <a:xfrm>
                    <a:off x="2423063" y="2850164"/>
                    <a:ext cx="16318" cy="14910"/>
                  </a:xfrm>
                  <a:custGeom>
                    <a:avLst/>
                    <a:gdLst/>
                    <a:ahLst/>
                    <a:cxnLst/>
                    <a:rect l="l" t="t" r="r" b="b"/>
                    <a:pathLst>
                      <a:path w="16318" h="14910" extrusionOk="0">
                        <a:moveTo>
                          <a:pt x="600" y="14183"/>
                        </a:moveTo>
                        <a:lnTo>
                          <a:pt x="16230" y="13459"/>
                        </a:lnTo>
                        <a:cubicBezTo>
                          <a:pt x="10700" y="8781"/>
                          <a:pt x="5325" y="4016"/>
                          <a:pt x="-89" y="-728"/>
                        </a:cubicBezTo>
                        <a:close/>
                      </a:path>
                    </a:pathLst>
                  </a:custGeom>
                  <a:solidFill>
                    <a:schemeClr val="accen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2272" name="Google Shape;2272;p69"/>
                  <p:cNvSpPr/>
                  <p:nvPr/>
                </p:nvSpPr>
                <p:spPr>
                  <a:xfrm>
                    <a:off x="2422386" y="2810148"/>
                    <a:ext cx="549503" cy="54203"/>
                  </a:xfrm>
                  <a:custGeom>
                    <a:avLst/>
                    <a:gdLst/>
                    <a:ahLst/>
                    <a:cxnLst/>
                    <a:rect l="l" t="t" r="r" b="b"/>
                    <a:pathLst>
                      <a:path w="549503" h="54203" extrusionOk="0">
                        <a:moveTo>
                          <a:pt x="548046" y="-728"/>
                        </a:moveTo>
                        <a:lnTo>
                          <a:pt x="-89" y="24642"/>
                        </a:lnTo>
                        <a:lnTo>
                          <a:pt x="589" y="39288"/>
                        </a:lnTo>
                        <a:cubicBezTo>
                          <a:pt x="6002" y="44032"/>
                          <a:pt x="11378" y="48797"/>
                          <a:pt x="16907" y="53475"/>
                        </a:cubicBezTo>
                        <a:lnTo>
                          <a:pt x="549414" y="28827"/>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grpSp>
          <p:nvGrpSpPr>
            <p:cNvPr id="2273" name="Google Shape;2273;p69"/>
            <p:cNvGrpSpPr/>
            <p:nvPr/>
          </p:nvGrpSpPr>
          <p:grpSpPr>
            <a:xfrm>
              <a:off x="6508093" y="2453508"/>
              <a:ext cx="1581659" cy="2096808"/>
              <a:chOff x="6508093" y="2453508"/>
              <a:chExt cx="1581659" cy="2096808"/>
            </a:xfrm>
          </p:grpSpPr>
          <p:grpSp>
            <p:nvGrpSpPr>
              <p:cNvPr id="2274" name="Google Shape;2274;p69"/>
              <p:cNvGrpSpPr/>
              <p:nvPr/>
            </p:nvGrpSpPr>
            <p:grpSpPr>
              <a:xfrm rot="-736122" flipH="1">
                <a:off x="6870476" y="2557300"/>
                <a:ext cx="1105113" cy="1193158"/>
                <a:chOff x="4921769" y="3642162"/>
                <a:chExt cx="1048829" cy="1132389"/>
              </a:xfrm>
            </p:grpSpPr>
            <p:sp>
              <p:nvSpPr>
                <p:cNvPr id="2275" name="Google Shape;2275;p69"/>
                <p:cNvSpPr/>
                <p:nvPr/>
              </p:nvSpPr>
              <p:spPr>
                <a:xfrm>
                  <a:off x="4921769" y="3642162"/>
                  <a:ext cx="1048829" cy="1132378"/>
                </a:xfrm>
                <a:custGeom>
                  <a:avLst/>
                  <a:gdLst/>
                  <a:ahLst/>
                  <a:cxnLst/>
                  <a:rect l="l" t="t" r="r" b="b"/>
                  <a:pathLst>
                    <a:path w="1371018" h="1480233" extrusionOk="0">
                      <a:moveTo>
                        <a:pt x="24217" y="13961"/>
                      </a:moveTo>
                      <a:cubicBezTo>
                        <a:pt x="-94878" y="497744"/>
                        <a:pt x="207410" y="1383284"/>
                        <a:pt x="1293296" y="1479506"/>
                      </a:cubicBezTo>
                      <a:cubicBezTo>
                        <a:pt x="1574677" y="888315"/>
                        <a:pt x="1077452" y="-135295"/>
                        <a:pt x="24217" y="13961"/>
                      </a:cubicBezTo>
                      <a:close/>
                    </a:path>
                  </a:pathLst>
                </a:custGeom>
                <a:solidFill>
                  <a:schemeClr val="accent3"/>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2276" name="Google Shape;2276;p69"/>
                <p:cNvSpPr/>
                <p:nvPr/>
              </p:nvSpPr>
              <p:spPr>
                <a:xfrm>
                  <a:off x="4938097" y="3651132"/>
                  <a:ext cx="976193" cy="1123419"/>
                </a:xfrm>
                <a:custGeom>
                  <a:avLst/>
                  <a:gdLst/>
                  <a:ahLst/>
                  <a:cxnLst/>
                  <a:rect l="l" t="t" r="r" b="b"/>
                  <a:pathLst>
                    <a:path w="1276069" h="1468522" extrusionOk="0">
                      <a:moveTo>
                        <a:pt x="1275980" y="1459154"/>
                      </a:moveTo>
                      <a:lnTo>
                        <a:pt x="25185" y="-728"/>
                      </a:lnTo>
                      <a:cubicBezTo>
                        <a:pt x="17782" y="212"/>
                        <a:pt x="10353" y="1204"/>
                        <a:pt x="2899" y="2249"/>
                      </a:cubicBezTo>
                      <a:cubicBezTo>
                        <a:pt x="1845" y="6533"/>
                        <a:pt x="899" y="10919"/>
                        <a:pt x="-89" y="15265"/>
                      </a:cubicBezTo>
                      <a:lnTo>
                        <a:pt x="1241796" y="1464746"/>
                      </a:lnTo>
                      <a:cubicBezTo>
                        <a:pt x="1251834" y="1465785"/>
                        <a:pt x="1261804" y="1466893"/>
                        <a:pt x="1271979" y="1467795"/>
                      </a:cubicBezTo>
                      <a:cubicBezTo>
                        <a:pt x="1273342" y="1464931"/>
                        <a:pt x="1274653" y="1462037"/>
                        <a:pt x="1275980" y="1459154"/>
                      </a:cubicBez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2277" name="Google Shape;2277;p69"/>
                <p:cNvSpPr/>
                <p:nvPr/>
              </p:nvSpPr>
              <p:spPr>
                <a:xfrm>
                  <a:off x="4965616" y="4023850"/>
                  <a:ext cx="307717" cy="85969"/>
                </a:xfrm>
                <a:custGeom>
                  <a:avLst/>
                  <a:gdLst/>
                  <a:ahLst/>
                  <a:cxnLst/>
                  <a:rect l="l" t="t" r="r" b="b"/>
                  <a:pathLst>
                    <a:path w="402245" h="112378" extrusionOk="0">
                      <a:moveTo>
                        <a:pt x="396002" y="-728"/>
                      </a:moveTo>
                      <a:lnTo>
                        <a:pt x="-89" y="83401"/>
                      </a:lnTo>
                      <a:cubicBezTo>
                        <a:pt x="2932" y="92818"/>
                        <a:pt x="6076" y="102234"/>
                        <a:pt x="9343" y="111651"/>
                      </a:cubicBezTo>
                      <a:lnTo>
                        <a:pt x="402156" y="28218"/>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2278" name="Google Shape;2278;p69"/>
                <p:cNvSpPr/>
                <p:nvPr/>
              </p:nvSpPr>
              <p:spPr>
                <a:xfrm>
                  <a:off x="5461021" y="3802587"/>
                  <a:ext cx="170353" cy="469223"/>
                </a:xfrm>
                <a:custGeom>
                  <a:avLst/>
                  <a:gdLst/>
                  <a:ahLst/>
                  <a:cxnLst/>
                  <a:rect l="l" t="t" r="r" b="b"/>
                  <a:pathLst>
                    <a:path w="222684" h="613364" extrusionOk="0">
                      <a:moveTo>
                        <a:pt x="28049" y="612637"/>
                      </a:moveTo>
                      <a:lnTo>
                        <a:pt x="222595" y="17894"/>
                      </a:lnTo>
                      <a:cubicBezTo>
                        <a:pt x="214348" y="11586"/>
                        <a:pt x="205997" y="5379"/>
                        <a:pt x="197541" y="-728"/>
                      </a:cubicBezTo>
                      <a:lnTo>
                        <a:pt x="-89" y="603444"/>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2279" name="Google Shape;2279;p69"/>
                <p:cNvGrpSpPr/>
                <p:nvPr/>
              </p:nvGrpSpPr>
              <p:grpSpPr>
                <a:xfrm>
                  <a:off x="5242608" y="4480691"/>
                  <a:ext cx="420919" cy="42073"/>
                  <a:chOff x="2422386" y="2810148"/>
                  <a:chExt cx="549503" cy="54926"/>
                </a:xfrm>
              </p:grpSpPr>
              <p:sp>
                <p:nvSpPr>
                  <p:cNvPr id="2280" name="Google Shape;2280;p69"/>
                  <p:cNvSpPr/>
                  <p:nvPr/>
                </p:nvSpPr>
                <p:spPr>
                  <a:xfrm>
                    <a:off x="2423063" y="2850164"/>
                    <a:ext cx="16318" cy="14910"/>
                  </a:xfrm>
                  <a:custGeom>
                    <a:avLst/>
                    <a:gdLst/>
                    <a:ahLst/>
                    <a:cxnLst/>
                    <a:rect l="l" t="t" r="r" b="b"/>
                    <a:pathLst>
                      <a:path w="16318" h="14910" extrusionOk="0">
                        <a:moveTo>
                          <a:pt x="600" y="14183"/>
                        </a:moveTo>
                        <a:lnTo>
                          <a:pt x="16230" y="13459"/>
                        </a:lnTo>
                        <a:cubicBezTo>
                          <a:pt x="10700" y="8781"/>
                          <a:pt x="5325" y="4016"/>
                          <a:pt x="-89" y="-728"/>
                        </a:cubicBezTo>
                        <a:close/>
                      </a:path>
                    </a:pathLst>
                  </a:custGeom>
                  <a:solidFill>
                    <a:schemeClr val="accent2"/>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2281" name="Google Shape;2281;p69"/>
                  <p:cNvSpPr/>
                  <p:nvPr/>
                </p:nvSpPr>
                <p:spPr>
                  <a:xfrm>
                    <a:off x="2422386" y="2810148"/>
                    <a:ext cx="549503" cy="54203"/>
                  </a:xfrm>
                  <a:custGeom>
                    <a:avLst/>
                    <a:gdLst/>
                    <a:ahLst/>
                    <a:cxnLst/>
                    <a:rect l="l" t="t" r="r" b="b"/>
                    <a:pathLst>
                      <a:path w="549503" h="54203" extrusionOk="0">
                        <a:moveTo>
                          <a:pt x="548046" y="-728"/>
                        </a:moveTo>
                        <a:lnTo>
                          <a:pt x="-89" y="24642"/>
                        </a:lnTo>
                        <a:lnTo>
                          <a:pt x="589" y="39288"/>
                        </a:lnTo>
                        <a:cubicBezTo>
                          <a:pt x="6002" y="44032"/>
                          <a:pt x="11378" y="48797"/>
                          <a:pt x="16907" y="53475"/>
                        </a:cubicBezTo>
                        <a:lnTo>
                          <a:pt x="549414" y="28827"/>
                        </a:lnTo>
                        <a:close/>
                      </a:path>
                    </a:pathLst>
                  </a:custGeom>
                  <a:solidFill>
                    <a:schemeClr val="accent1"/>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2282" name="Google Shape;2282;p69"/>
              <p:cNvGrpSpPr/>
              <p:nvPr/>
            </p:nvGrpSpPr>
            <p:grpSpPr>
              <a:xfrm rot="2699770" flipH="1">
                <a:off x="6872800" y="3067276"/>
                <a:ext cx="852245" cy="1384502"/>
                <a:chOff x="6434831" y="3097962"/>
                <a:chExt cx="804739" cy="1313905"/>
              </a:xfrm>
            </p:grpSpPr>
            <p:sp>
              <p:nvSpPr>
                <p:cNvPr id="2283" name="Google Shape;2283;p69"/>
                <p:cNvSpPr/>
                <p:nvPr/>
              </p:nvSpPr>
              <p:spPr>
                <a:xfrm>
                  <a:off x="6434831" y="3097962"/>
                  <a:ext cx="804739" cy="1313905"/>
                </a:xfrm>
                <a:custGeom>
                  <a:avLst/>
                  <a:gdLst/>
                  <a:ahLst/>
                  <a:cxnLst/>
                  <a:rect l="l" t="t" r="r" b="b"/>
                  <a:pathLst>
                    <a:path w="1051946" h="1717523" extrusionOk="0">
                      <a:moveTo>
                        <a:pt x="252087" y="-728"/>
                      </a:moveTo>
                      <a:cubicBezTo>
                        <a:pt x="-192638" y="430159"/>
                        <a:pt x="-90454" y="1501261"/>
                        <a:pt x="892054" y="1716796"/>
                      </a:cubicBezTo>
                      <a:cubicBezTo>
                        <a:pt x="1157488" y="1327487"/>
                        <a:pt x="1182379" y="443081"/>
                        <a:pt x="252087" y="-728"/>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2284" name="Google Shape;2284;p69"/>
                <p:cNvSpPr/>
                <p:nvPr/>
              </p:nvSpPr>
              <p:spPr>
                <a:xfrm>
                  <a:off x="6623112" y="3097962"/>
                  <a:ext cx="499761" cy="1313905"/>
                </a:xfrm>
                <a:custGeom>
                  <a:avLst/>
                  <a:gdLst/>
                  <a:ahLst/>
                  <a:cxnLst/>
                  <a:rect l="l" t="t" r="r" b="b"/>
                  <a:pathLst>
                    <a:path w="653283" h="1717523" extrusionOk="0">
                      <a:moveTo>
                        <a:pt x="653195" y="1706248"/>
                      </a:moveTo>
                      <a:lnTo>
                        <a:pt x="32013" y="11941"/>
                      </a:lnTo>
                      <a:cubicBezTo>
                        <a:pt x="23462" y="7705"/>
                        <a:pt x="14995" y="3431"/>
                        <a:pt x="6276" y="-728"/>
                      </a:cubicBezTo>
                      <a:cubicBezTo>
                        <a:pt x="4113" y="1368"/>
                        <a:pt x="2049" y="3579"/>
                        <a:pt x="-89" y="5705"/>
                      </a:cubicBezTo>
                      <a:lnTo>
                        <a:pt x="625444" y="1711884"/>
                      </a:lnTo>
                      <a:cubicBezTo>
                        <a:pt x="632385" y="1713514"/>
                        <a:pt x="639212" y="1715253"/>
                        <a:pt x="646243" y="1716796"/>
                      </a:cubicBezTo>
                      <a:cubicBezTo>
                        <a:pt x="648594" y="1713348"/>
                        <a:pt x="650882" y="1709773"/>
                        <a:pt x="653195" y="1706248"/>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2285" name="Google Shape;2285;p69"/>
            <p:cNvGrpSpPr/>
            <p:nvPr/>
          </p:nvGrpSpPr>
          <p:grpSpPr>
            <a:xfrm>
              <a:off x="5602535" y="2410893"/>
              <a:ext cx="1887941" cy="1819394"/>
              <a:chOff x="5571585" y="2356668"/>
              <a:chExt cx="1887941" cy="1819394"/>
            </a:xfrm>
          </p:grpSpPr>
          <p:grpSp>
            <p:nvGrpSpPr>
              <p:cNvPr id="2286" name="Google Shape;2286;p69"/>
              <p:cNvGrpSpPr/>
              <p:nvPr/>
            </p:nvGrpSpPr>
            <p:grpSpPr>
              <a:xfrm rot="-1266963">
                <a:off x="5768986" y="2414080"/>
                <a:ext cx="541715" cy="1197322"/>
                <a:chOff x="2770354" y="3061567"/>
                <a:chExt cx="434552" cy="960521"/>
              </a:xfrm>
            </p:grpSpPr>
            <p:sp>
              <p:nvSpPr>
                <p:cNvPr id="2287" name="Google Shape;2287;p69"/>
                <p:cNvSpPr/>
                <p:nvPr/>
              </p:nvSpPr>
              <p:spPr>
                <a:xfrm>
                  <a:off x="2770354" y="3061567"/>
                  <a:ext cx="434552" cy="960521"/>
                </a:xfrm>
                <a:custGeom>
                  <a:avLst/>
                  <a:gdLst/>
                  <a:ahLst/>
                  <a:cxnLst/>
                  <a:rect l="l" t="t" r="r" b="b"/>
                  <a:pathLst>
                    <a:path w="434552" h="960521" extrusionOk="0">
                      <a:moveTo>
                        <a:pt x="424799" y="448"/>
                      </a:moveTo>
                      <a:cubicBezTo>
                        <a:pt x="444431" y="169702"/>
                        <a:pt x="414129" y="926774"/>
                        <a:pt x="434802" y="957436"/>
                      </a:cubicBezTo>
                      <a:cubicBezTo>
                        <a:pt x="347497" y="957436"/>
                        <a:pt x="40741" y="964794"/>
                        <a:pt x="249" y="957435"/>
                      </a:cubicBezTo>
                      <a:cubicBezTo>
                        <a:pt x="13746" y="910829"/>
                        <a:pt x="23563" y="31440"/>
                        <a:pt x="7612" y="14270"/>
                      </a:cubicBezTo>
                      <a:cubicBezTo>
                        <a:pt x="-8339" y="-2901"/>
                        <a:pt x="424799" y="448"/>
                        <a:pt x="424799" y="448"/>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2288" name="Google Shape;2288;p69"/>
                <p:cNvSpPr/>
                <p:nvPr/>
              </p:nvSpPr>
              <p:spPr>
                <a:xfrm>
                  <a:off x="2792942" y="3108470"/>
                  <a:ext cx="389378" cy="866714"/>
                </a:xfrm>
                <a:custGeom>
                  <a:avLst/>
                  <a:gdLst/>
                  <a:ahLst/>
                  <a:cxnLst/>
                  <a:rect l="l" t="t" r="r" b="b"/>
                  <a:pathLst>
                    <a:path w="389378" h="866714" extrusionOk="0">
                      <a:moveTo>
                        <a:pt x="249" y="863951"/>
                      </a:moveTo>
                      <a:cubicBezTo>
                        <a:pt x="9709" y="831274"/>
                        <a:pt x="17174" y="344954"/>
                        <a:pt x="13277" y="122396"/>
                      </a:cubicBezTo>
                      <a:cubicBezTo>
                        <a:pt x="18167" y="122788"/>
                        <a:pt x="23119" y="122984"/>
                        <a:pt x="28133" y="122985"/>
                      </a:cubicBezTo>
                      <a:cubicBezTo>
                        <a:pt x="107090" y="122985"/>
                        <a:pt x="171088" y="73835"/>
                        <a:pt x="171088" y="13214"/>
                      </a:cubicBezTo>
                      <a:cubicBezTo>
                        <a:pt x="171089" y="9165"/>
                        <a:pt x="170803" y="5121"/>
                        <a:pt x="170230" y="1113"/>
                      </a:cubicBezTo>
                      <a:cubicBezTo>
                        <a:pt x="271902" y="-437"/>
                        <a:pt x="383343" y="421"/>
                        <a:pt x="383343" y="421"/>
                      </a:cubicBezTo>
                      <a:cubicBezTo>
                        <a:pt x="396505" y="113953"/>
                        <a:pt x="384780" y="520544"/>
                        <a:pt x="385566" y="733150"/>
                      </a:cubicBezTo>
                      <a:cubicBezTo>
                        <a:pt x="313691" y="738917"/>
                        <a:pt x="257664" y="785586"/>
                        <a:pt x="257664" y="842311"/>
                      </a:cubicBezTo>
                      <a:cubicBezTo>
                        <a:pt x="257664" y="850136"/>
                        <a:pt x="258735" y="857925"/>
                        <a:pt x="260849" y="865459"/>
                      </a:cubicBezTo>
                      <a:cubicBezTo>
                        <a:pt x="153367" y="866927"/>
                        <a:pt x="24380" y="868332"/>
                        <a:pt x="249" y="863951"/>
                      </a:cubicBezTo>
                      <a:close/>
                    </a:path>
                  </a:pathLst>
                </a:custGeom>
                <a:solidFill>
                  <a:srgbClr val="FFFFFF">
                    <a:alpha val="2975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2289" name="Google Shape;2289;p69"/>
                <p:cNvSpPr/>
                <p:nvPr/>
              </p:nvSpPr>
              <p:spPr>
                <a:xfrm rot="-4052055">
                  <a:off x="2851446" y="3405397"/>
                  <a:ext cx="272625" cy="272505"/>
                </a:xfrm>
                <a:custGeom>
                  <a:avLst/>
                  <a:gdLst/>
                  <a:ahLst/>
                  <a:cxnLst/>
                  <a:rect l="l" t="t" r="r" b="b"/>
                  <a:pathLst>
                    <a:path w="272362" h="272242" extrusionOk="0">
                      <a:moveTo>
                        <a:pt x="272611" y="136305"/>
                      </a:moveTo>
                      <a:cubicBezTo>
                        <a:pt x="272611" y="211483"/>
                        <a:pt x="211641" y="272427"/>
                        <a:pt x="136430" y="272427"/>
                      </a:cubicBezTo>
                      <a:cubicBezTo>
                        <a:pt x="61219" y="272427"/>
                        <a:pt x="249" y="211483"/>
                        <a:pt x="249" y="136305"/>
                      </a:cubicBezTo>
                      <a:cubicBezTo>
                        <a:pt x="249" y="61128"/>
                        <a:pt x="61219" y="184"/>
                        <a:pt x="136430" y="184"/>
                      </a:cubicBezTo>
                      <a:cubicBezTo>
                        <a:pt x="211641" y="184"/>
                        <a:pt x="272611" y="61127"/>
                        <a:pt x="272611" y="136305"/>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2290" name="Google Shape;2290;p69"/>
                <p:cNvSpPr/>
                <p:nvPr/>
              </p:nvSpPr>
              <p:spPr>
                <a:xfrm>
                  <a:off x="2876078" y="3478102"/>
                  <a:ext cx="223106" cy="127449"/>
                </a:xfrm>
                <a:custGeom>
                  <a:avLst/>
                  <a:gdLst/>
                  <a:ahLst/>
                  <a:cxnLst/>
                  <a:rect l="l" t="t" r="r" b="b"/>
                  <a:pathLst>
                    <a:path w="223106" h="127449" extrusionOk="0">
                      <a:moveTo>
                        <a:pt x="77131" y="127634"/>
                      </a:moveTo>
                      <a:cubicBezTo>
                        <a:pt x="108017" y="127634"/>
                        <a:pt x="116488" y="101368"/>
                        <a:pt x="122561" y="76514"/>
                      </a:cubicBezTo>
                      <a:lnTo>
                        <a:pt x="168743" y="76514"/>
                      </a:lnTo>
                      <a:cubicBezTo>
                        <a:pt x="167196" y="88933"/>
                        <a:pt x="163109" y="100901"/>
                        <a:pt x="156737" y="111675"/>
                      </a:cubicBezTo>
                      <a:lnTo>
                        <a:pt x="179775" y="121023"/>
                      </a:lnTo>
                      <a:cubicBezTo>
                        <a:pt x="187926" y="107528"/>
                        <a:pt x="192666" y="92251"/>
                        <a:pt x="193582" y="76514"/>
                      </a:cubicBezTo>
                      <a:lnTo>
                        <a:pt x="223355" y="76514"/>
                      </a:lnTo>
                      <a:lnTo>
                        <a:pt x="223355" y="51304"/>
                      </a:lnTo>
                      <a:lnTo>
                        <a:pt x="192741" y="51304"/>
                      </a:lnTo>
                      <a:cubicBezTo>
                        <a:pt x="187878" y="18919"/>
                        <a:pt x="168509" y="3604"/>
                        <a:pt x="146245" y="3604"/>
                      </a:cubicBezTo>
                      <a:cubicBezTo>
                        <a:pt x="116476" y="3604"/>
                        <a:pt x="107340" y="27500"/>
                        <a:pt x="101268" y="51304"/>
                      </a:cubicBezTo>
                      <a:lnTo>
                        <a:pt x="55171" y="51304"/>
                      </a:lnTo>
                      <a:cubicBezTo>
                        <a:pt x="57118" y="36470"/>
                        <a:pt x="62876" y="22392"/>
                        <a:pt x="71885" y="10444"/>
                      </a:cubicBezTo>
                      <a:lnTo>
                        <a:pt x="48847" y="184"/>
                      </a:lnTo>
                      <a:cubicBezTo>
                        <a:pt x="39256" y="11305"/>
                        <a:pt x="32247" y="30651"/>
                        <a:pt x="30261" y="51304"/>
                      </a:cubicBezTo>
                      <a:lnTo>
                        <a:pt x="249" y="51304"/>
                      </a:lnTo>
                      <a:lnTo>
                        <a:pt x="249" y="76514"/>
                      </a:lnTo>
                      <a:lnTo>
                        <a:pt x="30434" y="76514"/>
                      </a:lnTo>
                      <a:cubicBezTo>
                        <a:pt x="34469" y="111132"/>
                        <a:pt x="54349" y="127634"/>
                        <a:pt x="77131" y="127634"/>
                      </a:cubicBezTo>
                      <a:close/>
                      <a:moveTo>
                        <a:pt x="147613" y="33016"/>
                      </a:moveTo>
                      <a:cubicBezTo>
                        <a:pt x="156548" y="33016"/>
                        <a:pt x="164107" y="38504"/>
                        <a:pt x="167446" y="51304"/>
                      </a:cubicBezTo>
                      <a:lnTo>
                        <a:pt x="129193" y="51304"/>
                      </a:lnTo>
                      <a:cubicBezTo>
                        <a:pt x="132920" y="40521"/>
                        <a:pt x="138041" y="33016"/>
                        <a:pt x="147613" y="33016"/>
                      </a:cubicBezTo>
                      <a:close/>
                      <a:moveTo>
                        <a:pt x="55381" y="76514"/>
                      </a:moveTo>
                      <a:lnTo>
                        <a:pt x="94882" y="76514"/>
                      </a:lnTo>
                      <a:cubicBezTo>
                        <a:pt x="91020" y="89218"/>
                        <a:pt x="85824" y="98451"/>
                        <a:pt x="75078" y="98451"/>
                      </a:cubicBezTo>
                      <a:cubicBezTo>
                        <a:pt x="65630" y="98451"/>
                        <a:pt x="58068" y="91785"/>
                        <a:pt x="55381" y="76514"/>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2291" name="Google Shape;2291;p69"/>
                <p:cNvGrpSpPr/>
                <p:nvPr/>
              </p:nvGrpSpPr>
              <p:grpSpPr>
                <a:xfrm>
                  <a:off x="2961439" y="3320235"/>
                  <a:ext cx="52383" cy="443184"/>
                  <a:chOff x="2961439" y="3320235"/>
                  <a:chExt cx="52383" cy="443184"/>
                </a:xfrm>
              </p:grpSpPr>
              <p:sp>
                <p:nvSpPr>
                  <p:cNvPr id="2292" name="Google Shape;2292;p69"/>
                  <p:cNvSpPr/>
                  <p:nvPr/>
                </p:nvSpPr>
                <p:spPr>
                  <a:xfrm>
                    <a:off x="2961439" y="3711059"/>
                    <a:ext cx="52383" cy="52360"/>
                  </a:xfrm>
                  <a:custGeom>
                    <a:avLst/>
                    <a:gdLst/>
                    <a:ahLst/>
                    <a:cxnLst/>
                    <a:rect l="l" t="t" r="r" b="b"/>
                    <a:pathLst>
                      <a:path w="52383" h="52360" extrusionOk="0">
                        <a:moveTo>
                          <a:pt x="26440" y="52544"/>
                        </a:moveTo>
                        <a:cubicBezTo>
                          <a:pt x="11975" y="52544"/>
                          <a:pt x="249" y="40823"/>
                          <a:pt x="249" y="26364"/>
                        </a:cubicBezTo>
                        <a:cubicBezTo>
                          <a:pt x="249" y="11905"/>
                          <a:pt x="11976" y="184"/>
                          <a:pt x="26441" y="184"/>
                        </a:cubicBezTo>
                        <a:cubicBezTo>
                          <a:pt x="40906" y="184"/>
                          <a:pt x="52632" y="11905"/>
                          <a:pt x="52632" y="26364"/>
                        </a:cubicBezTo>
                        <a:cubicBezTo>
                          <a:pt x="52632" y="40823"/>
                          <a:pt x="40906" y="52544"/>
                          <a:pt x="26440" y="52544"/>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2293" name="Google Shape;2293;p69"/>
                  <p:cNvSpPr/>
                  <p:nvPr/>
                </p:nvSpPr>
                <p:spPr>
                  <a:xfrm>
                    <a:off x="2961439" y="3320235"/>
                    <a:ext cx="52383" cy="52360"/>
                  </a:xfrm>
                  <a:custGeom>
                    <a:avLst/>
                    <a:gdLst/>
                    <a:ahLst/>
                    <a:cxnLst/>
                    <a:rect l="l" t="t" r="r" b="b"/>
                    <a:pathLst>
                      <a:path w="52383" h="52360" extrusionOk="0">
                        <a:moveTo>
                          <a:pt x="26441" y="52545"/>
                        </a:moveTo>
                        <a:cubicBezTo>
                          <a:pt x="11976" y="52545"/>
                          <a:pt x="249" y="40823"/>
                          <a:pt x="249" y="26364"/>
                        </a:cubicBezTo>
                        <a:cubicBezTo>
                          <a:pt x="249" y="11905"/>
                          <a:pt x="11976" y="184"/>
                          <a:pt x="26441" y="184"/>
                        </a:cubicBezTo>
                        <a:cubicBezTo>
                          <a:pt x="40906" y="184"/>
                          <a:pt x="52633" y="11905"/>
                          <a:pt x="52633" y="26364"/>
                        </a:cubicBezTo>
                        <a:cubicBezTo>
                          <a:pt x="52632" y="40823"/>
                          <a:pt x="40906" y="52544"/>
                          <a:pt x="26441" y="52545"/>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2294" name="Google Shape;2294;p69"/>
              <p:cNvGrpSpPr/>
              <p:nvPr/>
            </p:nvGrpSpPr>
            <p:grpSpPr>
              <a:xfrm rot="-276">
                <a:off x="5948501" y="2367296"/>
                <a:ext cx="1020272" cy="1290913"/>
                <a:chOff x="2781107" y="3085810"/>
                <a:chExt cx="818378" cy="1035547"/>
              </a:xfrm>
            </p:grpSpPr>
            <p:sp>
              <p:nvSpPr>
                <p:cNvPr id="2295" name="Google Shape;2295;p69"/>
                <p:cNvSpPr/>
                <p:nvPr/>
              </p:nvSpPr>
              <p:spPr>
                <a:xfrm>
                  <a:off x="2781107" y="3085810"/>
                  <a:ext cx="818378" cy="1035547"/>
                </a:xfrm>
                <a:custGeom>
                  <a:avLst/>
                  <a:gdLst/>
                  <a:ahLst/>
                  <a:cxnLst/>
                  <a:rect l="l" t="t" r="r" b="b"/>
                  <a:pathLst>
                    <a:path w="818378" h="1035547" extrusionOk="0">
                      <a:moveTo>
                        <a:pt x="818627" y="182067"/>
                      </a:moveTo>
                      <a:cubicBezTo>
                        <a:pt x="757923" y="341286"/>
                        <a:pt x="381601" y="998994"/>
                        <a:pt x="385789" y="1035732"/>
                      </a:cubicBezTo>
                      <a:cubicBezTo>
                        <a:pt x="308331" y="995470"/>
                        <a:pt x="32777" y="860535"/>
                        <a:pt x="249" y="835333"/>
                      </a:cubicBezTo>
                      <a:cubicBezTo>
                        <a:pt x="33736" y="800208"/>
                        <a:pt x="448340" y="24531"/>
                        <a:pt x="442114" y="1941"/>
                      </a:cubicBezTo>
                      <a:cubicBezTo>
                        <a:pt x="435887" y="-20649"/>
                        <a:pt x="818627" y="182067"/>
                        <a:pt x="818627" y="182067"/>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2296" name="Google Shape;2296;p69"/>
                <p:cNvSpPr/>
                <p:nvPr/>
              </p:nvSpPr>
              <p:spPr>
                <a:xfrm>
                  <a:off x="2822647" y="3202917"/>
                  <a:ext cx="738461" cy="808648"/>
                </a:xfrm>
                <a:custGeom>
                  <a:avLst/>
                  <a:gdLst/>
                  <a:ahLst/>
                  <a:cxnLst/>
                  <a:rect l="l" t="t" r="r" b="b"/>
                  <a:pathLst>
                    <a:path w="738461" h="808648" extrusionOk="0">
                      <a:moveTo>
                        <a:pt x="249" y="687316"/>
                      </a:moveTo>
                      <a:cubicBezTo>
                        <a:pt x="23725" y="662687"/>
                        <a:pt x="254816" y="234661"/>
                        <a:pt x="354083" y="35407"/>
                      </a:cubicBezTo>
                      <a:cubicBezTo>
                        <a:pt x="358240" y="38010"/>
                        <a:pt x="362543" y="40468"/>
                        <a:pt x="366992" y="42781"/>
                      </a:cubicBezTo>
                      <a:cubicBezTo>
                        <a:pt x="437044" y="79192"/>
                        <a:pt x="516509" y="65100"/>
                        <a:pt x="544489" y="11316"/>
                      </a:cubicBezTo>
                      <a:cubicBezTo>
                        <a:pt x="546359" y="7725"/>
                        <a:pt x="547972" y="4004"/>
                        <a:pt x="549314" y="184"/>
                      </a:cubicBezTo>
                      <a:cubicBezTo>
                        <a:pt x="640233" y="45695"/>
                        <a:pt x="738710" y="97849"/>
                        <a:pt x="738710" y="97849"/>
                      </a:cubicBezTo>
                      <a:cubicBezTo>
                        <a:pt x="697984" y="204645"/>
                        <a:pt x="499915" y="559971"/>
                        <a:pt x="402480" y="748960"/>
                      </a:cubicBezTo>
                      <a:cubicBezTo>
                        <a:pt x="336049" y="720931"/>
                        <a:pt x="264801" y="736499"/>
                        <a:pt x="238619" y="786826"/>
                      </a:cubicBezTo>
                      <a:cubicBezTo>
                        <a:pt x="235007" y="793769"/>
                        <a:pt x="232362" y="801173"/>
                        <a:pt x="230760" y="808833"/>
                      </a:cubicBezTo>
                      <a:cubicBezTo>
                        <a:pt x="134723" y="760568"/>
                        <a:pt x="19636" y="702331"/>
                        <a:pt x="249" y="687316"/>
                      </a:cubicBezTo>
                      <a:close/>
                    </a:path>
                  </a:pathLst>
                </a:custGeom>
                <a:solidFill>
                  <a:srgbClr val="FFFFFF">
                    <a:alpha val="2975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2297" name="Google Shape;2297;p69"/>
                <p:cNvSpPr/>
                <p:nvPr/>
              </p:nvSpPr>
              <p:spPr>
                <a:xfrm rot="-1048943">
                  <a:off x="3057745" y="3462038"/>
                  <a:ext cx="271987" cy="271868"/>
                </a:xfrm>
                <a:custGeom>
                  <a:avLst/>
                  <a:gdLst/>
                  <a:ahLst/>
                  <a:cxnLst/>
                  <a:rect l="l" t="t" r="r" b="b"/>
                  <a:pathLst>
                    <a:path w="272361" h="272242" extrusionOk="0">
                      <a:moveTo>
                        <a:pt x="272611" y="136305"/>
                      </a:moveTo>
                      <a:cubicBezTo>
                        <a:pt x="272611" y="211483"/>
                        <a:pt x="211641" y="272426"/>
                        <a:pt x="136430" y="272426"/>
                      </a:cubicBezTo>
                      <a:cubicBezTo>
                        <a:pt x="61219" y="272426"/>
                        <a:pt x="249" y="211483"/>
                        <a:pt x="249" y="136305"/>
                      </a:cubicBezTo>
                      <a:cubicBezTo>
                        <a:pt x="249" y="61128"/>
                        <a:pt x="61219" y="184"/>
                        <a:pt x="136430" y="184"/>
                      </a:cubicBezTo>
                      <a:cubicBezTo>
                        <a:pt x="211641" y="184"/>
                        <a:pt x="272611" y="61128"/>
                        <a:pt x="272611" y="136305"/>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2298" name="Google Shape;2298;p69"/>
                <p:cNvSpPr/>
                <p:nvPr/>
              </p:nvSpPr>
              <p:spPr>
                <a:xfrm>
                  <a:off x="3089251" y="3512397"/>
                  <a:ext cx="209578" cy="167588"/>
                </a:xfrm>
                <a:custGeom>
                  <a:avLst/>
                  <a:gdLst/>
                  <a:ahLst/>
                  <a:cxnLst/>
                  <a:rect l="l" t="t" r="r" b="b"/>
                  <a:pathLst>
                    <a:path w="209578" h="167588" extrusionOk="0">
                      <a:moveTo>
                        <a:pt x="44864" y="126303"/>
                      </a:moveTo>
                      <a:cubicBezTo>
                        <a:pt x="72267" y="140547"/>
                        <a:pt x="91906" y="121149"/>
                        <a:pt x="108765" y="101899"/>
                      </a:cubicBezTo>
                      <a:lnTo>
                        <a:pt x="149738" y="123196"/>
                      </a:lnTo>
                      <a:cubicBezTo>
                        <a:pt x="142634" y="133501"/>
                        <a:pt x="133484" y="142235"/>
                        <a:pt x="122858" y="148854"/>
                      </a:cubicBezTo>
                      <a:lnTo>
                        <a:pt x="138983" y="167772"/>
                      </a:lnTo>
                      <a:cubicBezTo>
                        <a:pt x="152444" y="159559"/>
                        <a:pt x="163699" y="148190"/>
                        <a:pt x="171776" y="134651"/>
                      </a:cubicBezTo>
                      <a:lnTo>
                        <a:pt x="198191" y="148381"/>
                      </a:lnTo>
                      <a:lnTo>
                        <a:pt x="209827" y="126015"/>
                      </a:lnTo>
                      <a:lnTo>
                        <a:pt x="182666" y="111897"/>
                      </a:lnTo>
                      <a:cubicBezTo>
                        <a:pt x="193299" y="80921"/>
                        <a:pt x="183184" y="58402"/>
                        <a:pt x="163431" y="48134"/>
                      </a:cubicBezTo>
                      <a:cubicBezTo>
                        <a:pt x="137020" y="34406"/>
                        <a:pt x="117885" y="51395"/>
                        <a:pt x="101510" y="69713"/>
                      </a:cubicBezTo>
                      <a:lnTo>
                        <a:pt x="60612" y="48455"/>
                      </a:lnTo>
                      <a:cubicBezTo>
                        <a:pt x="69186" y="36191"/>
                        <a:pt x="80793" y="26357"/>
                        <a:pt x="94301" y="19911"/>
                      </a:cubicBezTo>
                      <a:lnTo>
                        <a:pt x="78597" y="184"/>
                      </a:lnTo>
                      <a:cubicBezTo>
                        <a:pt x="64954" y="5628"/>
                        <a:pt x="49807" y="19560"/>
                        <a:pt x="38511" y="36967"/>
                      </a:cubicBezTo>
                      <a:lnTo>
                        <a:pt x="11885" y="23127"/>
                      </a:lnTo>
                      <a:lnTo>
                        <a:pt x="249" y="45493"/>
                      </a:lnTo>
                      <a:lnTo>
                        <a:pt x="27029" y="59414"/>
                      </a:lnTo>
                      <a:cubicBezTo>
                        <a:pt x="14631" y="91988"/>
                        <a:pt x="24651" y="115797"/>
                        <a:pt x="44864" y="126303"/>
                      </a:cubicBezTo>
                      <a:close/>
                      <a:moveTo>
                        <a:pt x="151070" y="74859"/>
                      </a:moveTo>
                      <a:cubicBezTo>
                        <a:pt x="158997" y="78980"/>
                        <a:pt x="163170" y="87336"/>
                        <a:pt x="160224" y="100232"/>
                      </a:cubicBezTo>
                      <a:lnTo>
                        <a:pt x="126285" y="82591"/>
                      </a:lnTo>
                      <a:cubicBezTo>
                        <a:pt x="134569" y="74743"/>
                        <a:pt x="142577" y="70445"/>
                        <a:pt x="151070" y="74859"/>
                      </a:cubicBezTo>
                      <a:close/>
                      <a:moveTo>
                        <a:pt x="49163" y="70918"/>
                      </a:moveTo>
                      <a:lnTo>
                        <a:pt x="84209" y="89135"/>
                      </a:lnTo>
                      <a:cubicBezTo>
                        <a:pt x="74917" y="98624"/>
                        <a:pt x="66047" y="104420"/>
                        <a:pt x="56513" y="99464"/>
                      </a:cubicBezTo>
                      <a:cubicBezTo>
                        <a:pt x="48130" y="95107"/>
                        <a:pt x="44498" y="85706"/>
                        <a:pt x="49163" y="70918"/>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2299" name="Google Shape;2299;p69"/>
                <p:cNvGrpSpPr/>
                <p:nvPr/>
              </p:nvGrpSpPr>
              <p:grpSpPr>
                <a:xfrm>
                  <a:off x="3077647" y="3398410"/>
                  <a:ext cx="232785" cy="399114"/>
                  <a:chOff x="3077647" y="3398410"/>
                  <a:chExt cx="232785" cy="399114"/>
                </a:xfrm>
              </p:grpSpPr>
              <p:sp>
                <p:nvSpPr>
                  <p:cNvPr id="2300" name="Google Shape;2300;p69"/>
                  <p:cNvSpPr/>
                  <p:nvPr/>
                </p:nvSpPr>
                <p:spPr>
                  <a:xfrm>
                    <a:off x="3077647" y="3745154"/>
                    <a:ext cx="52394" cy="52370"/>
                  </a:xfrm>
                  <a:custGeom>
                    <a:avLst/>
                    <a:gdLst/>
                    <a:ahLst/>
                    <a:cxnLst/>
                    <a:rect l="l" t="t" r="r" b="b"/>
                    <a:pathLst>
                      <a:path w="52394" h="52370" extrusionOk="0">
                        <a:moveTo>
                          <a:pt x="14362" y="49597"/>
                        </a:moveTo>
                        <a:cubicBezTo>
                          <a:pt x="1529" y="42926"/>
                          <a:pt x="-3465" y="27119"/>
                          <a:pt x="3209" y="14291"/>
                        </a:cubicBezTo>
                        <a:cubicBezTo>
                          <a:pt x="9882" y="1463"/>
                          <a:pt x="25696" y="-3529"/>
                          <a:pt x="38530" y="3142"/>
                        </a:cubicBezTo>
                        <a:cubicBezTo>
                          <a:pt x="51364" y="9813"/>
                          <a:pt x="56358" y="25620"/>
                          <a:pt x="49684" y="38448"/>
                        </a:cubicBezTo>
                        <a:cubicBezTo>
                          <a:pt x="49684" y="38448"/>
                          <a:pt x="49684" y="38448"/>
                          <a:pt x="49684" y="38448"/>
                        </a:cubicBezTo>
                        <a:cubicBezTo>
                          <a:pt x="43010" y="51276"/>
                          <a:pt x="27196" y="56267"/>
                          <a:pt x="14362" y="49597"/>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2301" name="Google Shape;2301;p69"/>
                  <p:cNvSpPr/>
                  <p:nvPr/>
                </p:nvSpPr>
                <p:spPr>
                  <a:xfrm>
                    <a:off x="3258038" y="3398410"/>
                    <a:ext cx="52394" cy="52371"/>
                  </a:xfrm>
                  <a:custGeom>
                    <a:avLst/>
                    <a:gdLst/>
                    <a:ahLst/>
                    <a:cxnLst/>
                    <a:rect l="l" t="t" r="r" b="b"/>
                    <a:pathLst>
                      <a:path w="52394" h="52371" extrusionOk="0">
                        <a:moveTo>
                          <a:pt x="14362" y="49597"/>
                        </a:moveTo>
                        <a:cubicBezTo>
                          <a:pt x="1528" y="42926"/>
                          <a:pt x="-3465" y="27119"/>
                          <a:pt x="3209" y="14291"/>
                        </a:cubicBezTo>
                        <a:cubicBezTo>
                          <a:pt x="9882" y="1463"/>
                          <a:pt x="25696" y="-3529"/>
                          <a:pt x="38530" y="3142"/>
                        </a:cubicBezTo>
                        <a:cubicBezTo>
                          <a:pt x="51364" y="9813"/>
                          <a:pt x="56357" y="25620"/>
                          <a:pt x="49684" y="38448"/>
                        </a:cubicBezTo>
                        <a:cubicBezTo>
                          <a:pt x="43010" y="51276"/>
                          <a:pt x="27196" y="56268"/>
                          <a:pt x="14362" y="49597"/>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nvGrpSpPr>
              <p:cNvPr id="2302" name="Google Shape;2302;p69"/>
              <p:cNvGrpSpPr/>
              <p:nvPr/>
            </p:nvGrpSpPr>
            <p:grpSpPr>
              <a:xfrm rot="955019">
                <a:off x="6115258" y="2808920"/>
                <a:ext cx="1199050" cy="1226248"/>
                <a:chOff x="2990034" y="3287473"/>
                <a:chExt cx="961780" cy="983651"/>
              </a:xfrm>
            </p:grpSpPr>
            <p:sp>
              <p:nvSpPr>
                <p:cNvPr id="2303" name="Google Shape;2303;p69"/>
                <p:cNvSpPr/>
                <p:nvPr/>
              </p:nvSpPr>
              <p:spPr>
                <a:xfrm>
                  <a:off x="2990034" y="3287473"/>
                  <a:ext cx="961780" cy="983651"/>
                </a:xfrm>
                <a:custGeom>
                  <a:avLst/>
                  <a:gdLst/>
                  <a:ahLst/>
                  <a:cxnLst/>
                  <a:rect l="l" t="t" r="r" b="b"/>
                  <a:pathLst>
                    <a:path w="961780" h="983651" extrusionOk="0">
                      <a:moveTo>
                        <a:pt x="962029" y="274518"/>
                      </a:moveTo>
                      <a:cubicBezTo>
                        <a:pt x="861460" y="412094"/>
                        <a:pt x="324909" y="947295"/>
                        <a:pt x="319255" y="983835"/>
                      </a:cubicBezTo>
                      <a:cubicBezTo>
                        <a:pt x="255164" y="924578"/>
                        <a:pt x="24975" y="721773"/>
                        <a:pt x="249" y="688887"/>
                      </a:cubicBezTo>
                      <a:cubicBezTo>
                        <a:pt x="41819" y="663834"/>
                        <a:pt x="646425" y="24935"/>
                        <a:pt x="646380" y="1503"/>
                      </a:cubicBezTo>
                      <a:cubicBezTo>
                        <a:pt x="646335" y="-21929"/>
                        <a:pt x="962029" y="274518"/>
                        <a:pt x="962029" y="274518"/>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2304" name="Google Shape;2304;p69"/>
                <p:cNvSpPr/>
                <p:nvPr/>
              </p:nvSpPr>
              <p:spPr>
                <a:xfrm>
                  <a:off x="3038259" y="3421776"/>
                  <a:ext cx="867857" cy="713523"/>
                </a:xfrm>
                <a:custGeom>
                  <a:avLst/>
                  <a:gdLst/>
                  <a:ahLst/>
                  <a:cxnLst/>
                  <a:rect l="l" t="t" r="r" b="b"/>
                  <a:pathLst>
                    <a:path w="867857" h="713523" extrusionOk="0">
                      <a:moveTo>
                        <a:pt x="249" y="535720"/>
                      </a:moveTo>
                      <a:cubicBezTo>
                        <a:pt x="29392" y="518153"/>
                        <a:pt x="365247" y="166210"/>
                        <a:pt x="513578" y="184"/>
                      </a:cubicBezTo>
                      <a:cubicBezTo>
                        <a:pt x="516901" y="3792"/>
                        <a:pt x="520403" y="7297"/>
                        <a:pt x="524084" y="10700"/>
                      </a:cubicBezTo>
                      <a:cubicBezTo>
                        <a:pt x="582047" y="64292"/>
                        <a:pt x="662417" y="71648"/>
                        <a:pt x="703598" y="27146"/>
                      </a:cubicBezTo>
                      <a:cubicBezTo>
                        <a:pt x="706350" y="24175"/>
                        <a:pt x="708887" y="21012"/>
                        <a:pt x="711189" y="17681"/>
                      </a:cubicBezTo>
                      <a:cubicBezTo>
                        <a:pt x="786880" y="85551"/>
                        <a:pt x="868107" y="161821"/>
                        <a:pt x="868107" y="161821"/>
                      </a:cubicBezTo>
                      <a:cubicBezTo>
                        <a:pt x="800643" y="254098"/>
                        <a:pt x="515823" y="544620"/>
                        <a:pt x="371969" y="701229"/>
                      </a:cubicBezTo>
                      <a:cubicBezTo>
                        <a:pt x="315288" y="656677"/>
                        <a:pt x="242454" y="652910"/>
                        <a:pt x="203919" y="694552"/>
                      </a:cubicBezTo>
                      <a:cubicBezTo>
                        <a:pt x="198603" y="700296"/>
                        <a:pt x="194098" y="706741"/>
                        <a:pt x="190531" y="713707"/>
                      </a:cubicBezTo>
                      <a:cubicBezTo>
                        <a:pt x="110631" y="641832"/>
                        <a:pt x="14987" y="555315"/>
                        <a:pt x="249" y="535720"/>
                      </a:cubicBezTo>
                      <a:close/>
                    </a:path>
                  </a:pathLst>
                </a:custGeom>
                <a:solidFill>
                  <a:srgbClr val="FFFFFF">
                    <a:alpha val="2975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2305" name="Google Shape;2305;p69"/>
                <p:cNvSpPr/>
                <p:nvPr/>
              </p:nvSpPr>
              <p:spPr>
                <a:xfrm rot="-4416143">
                  <a:off x="3337405" y="3637189"/>
                  <a:ext cx="272552" cy="272432"/>
                </a:xfrm>
                <a:custGeom>
                  <a:avLst/>
                  <a:gdLst/>
                  <a:ahLst/>
                  <a:cxnLst/>
                  <a:rect l="l" t="t" r="r" b="b"/>
                  <a:pathLst>
                    <a:path w="272361" h="272241" extrusionOk="0">
                      <a:moveTo>
                        <a:pt x="272611" y="136305"/>
                      </a:moveTo>
                      <a:cubicBezTo>
                        <a:pt x="272611" y="211482"/>
                        <a:pt x="211640" y="272426"/>
                        <a:pt x="136430" y="272426"/>
                      </a:cubicBezTo>
                      <a:cubicBezTo>
                        <a:pt x="61219" y="272426"/>
                        <a:pt x="249" y="211482"/>
                        <a:pt x="249" y="136305"/>
                      </a:cubicBezTo>
                      <a:cubicBezTo>
                        <a:pt x="249" y="61127"/>
                        <a:pt x="61219" y="184"/>
                        <a:pt x="136430" y="184"/>
                      </a:cubicBezTo>
                      <a:cubicBezTo>
                        <a:pt x="211640" y="184"/>
                        <a:pt x="272611" y="61128"/>
                        <a:pt x="272611" y="136305"/>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2306" name="Google Shape;2306;p69"/>
                <p:cNvSpPr/>
                <p:nvPr/>
              </p:nvSpPr>
              <p:spPr>
                <a:xfrm>
                  <a:off x="3383119" y="3683979"/>
                  <a:ext cx="180908" cy="177573"/>
                </a:xfrm>
                <a:custGeom>
                  <a:avLst/>
                  <a:gdLst/>
                  <a:ahLst/>
                  <a:cxnLst/>
                  <a:rect l="l" t="t" r="r" b="b"/>
                  <a:pathLst>
                    <a:path w="180908" h="177573" extrusionOk="0">
                      <a:moveTo>
                        <a:pt x="21961" y="112943"/>
                      </a:moveTo>
                      <a:cubicBezTo>
                        <a:pt x="44634" y="133907"/>
                        <a:pt x="68696" y="120374"/>
                        <a:pt x="90038" y="106250"/>
                      </a:cubicBezTo>
                      <a:lnTo>
                        <a:pt x="123940" y="137596"/>
                      </a:lnTo>
                      <a:cubicBezTo>
                        <a:pt x="114368" y="145663"/>
                        <a:pt x="103238" y="151675"/>
                        <a:pt x="91242" y="155259"/>
                      </a:cubicBezTo>
                      <a:lnTo>
                        <a:pt x="101803" y="177757"/>
                      </a:lnTo>
                      <a:cubicBezTo>
                        <a:pt x="116955" y="173384"/>
                        <a:pt x="130812" y="165386"/>
                        <a:pt x="142175" y="154455"/>
                      </a:cubicBezTo>
                      <a:lnTo>
                        <a:pt x="164032" y="174664"/>
                      </a:lnTo>
                      <a:lnTo>
                        <a:pt x="181158" y="156157"/>
                      </a:lnTo>
                      <a:lnTo>
                        <a:pt x="158684" y="135378"/>
                      </a:lnTo>
                      <a:cubicBezTo>
                        <a:pt x="177115" y="108302"/>
                        <a:pt x="173300" y="83914"/>
                        <a:pt x="156955" y="68802"/>
                      </a:cubicBezTo>
                      <a:cubicBezTo>
                        <a:pt x="135102" y="48597"/>
                        <a:pt x="112162" y="59939"/>
                        <a:pt x="91533" y="73291"/>
                      </a:cubicBezTo>
                      <a:lnTo>
                        <a:pt x="57694" y="42004"/>
                      </a:lnTo>
                      <a:cubicBezTo>
                        <a:pt x="69200" y="32435"/>
                        <a:pt x="82991" y="26009"/>
                        <a:pt x="97721" y="23352"/>
                      </a:cubicBezTo>
                      <a:lnTo>
                        <a:pt x="87779" y="184"/>
                      </a:lnTo>
                      <a:cubicBezTo>
                        <a:pt x="73183" y="1838"/>
                        <a:pt x="54896" y="11283"/>
                        <a:pt x="39406" y="25096"/>
                      </a:cubicBezTo>
                      <a:lnTo>
                        <a:pt x="17375" y="4726"/>
                      </a:lnTo>
                      <a:lnTo>
                        <a:pt x="249" y="23232"/>
                      </a:lnTo>
                      <a:lnTo>
                        <a:pt x="22408" y="43720"/>
                      </a:lnTo>
                      <a:cubicBezTo>
                        <a:pt x="1853" y="71873"/>
                        <a:pt x="5236" y="97480"/>
                        <a:pt x="21961" y="112943"/>
                      </a:cubicBezTo>
                      <a:close/>
                      <a:moveTo>
                        <a:pt x="137979" y="91322"/>
                      </a:moveTo>
                      <a:cubicBezTo>
                        <a:pt x="144539" y="97386"/>
                        <a:pt x="146359" y="106546"/>
                        <a:pt x="140115" y="118209"/>
                      </a:cubicBezTo>
                      <a:lnTo>
                        <a:pt x="112033" y="92245"/>
                      </a:lnTo>
                      <a:cubicBezTo>
                        <a:pt x="122095" y="86859"/>
                        <a:pt x="130953" y="84825"/>
                        <a:pt x="137979" y="91322"/>
                      </a:cubicBezTo>
                      <a:close/>
                      <a:moveTo>
                        <a:pt x="40722" y="60653"/>
                      </a:moveTo>
                      <a:lnTo>
                        <a:pt x="69720" y="87464"/>
                      </a:lnTo>
                      <a:cubicBezTo>
                        <a:pt x="58253" y="94168"/>
                        <a:pt x="48168" y="97420"/>
                        <a:pt x="40279" y="90126"/>
                      </a:cubicBezTo>
                      <a:cubicBezTo>
                        <a:pt x="33343" y="83712"/>
                        <a:pt x="32320" y="73687"/>
                        <a:pt x="40722" y="60653"/>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nvGrpSpPr>
                <p:cNvPr id="2307" name="Google Shape;2307;p69"/>
                <p:cNvGrpSpPr/>
                <p:nvPr/>
              </p:nvGrpSpPr>
              <p:grpSpPr>
                <a:xfrm>
                  <a:off x="3314631" y="3603857"/>
                  <a:ext cx="317885" cy="339265"/>
                  <a:chOff x="3314631" y="3603857"/>
                  <a:chExt cx="317885" cy="339265"/>
                </a:xfrm>
              </p:grpSpPr>
              <p:sp>
                <p:nvSpPr>
                  <p:cNvPr id="2308" name="Google Shape;2308;p69"/>
                  <p:cNvSpPr/>
                  <p:nvPr/>
                </p:nvSpPr>
                <p:spPr>
                  <a:xfrm>
                    <a:off x="3314631" y="3890762"/>
                    <a:ext cx="52383" cy="52360"/>
                  </a:xfrm>
                  <a:custGeom>
                    <a:avLst/>
                    <a:gdLst/>
                    <a:ahLst/>
                    <a:cxnLst/>
                    <a:rect l="l" t="t" r="r" b="b"/>
                    <a:pathLst>
                      <a:path w="52383" h="52360" extrusionOk="0">
                        <a:moveTo>
                          <a:pt x="8656" y="45583"/>
                        </a:moveTo>
                        <a:cubicBezTo>
                          <a:pt x="-1963" y="35765"/>
                          <a:pt x="-2609" y="19201"/>
                          <a:pt x="7213" y="8587"/>
                        </a:cubicBezTo>
                        <a:cubicBezTo>
                          <a:pt x="17036" y="-2027"/>
                          <a:pt x="33607" y="-2673"/>
                          <a:pt x="44226" y="7145"/>
                        </a:cubicBezTo>
                        <a:cubicBezTo>
                          <a:pt x="54845" y="16963"/>
                          <a:pt x="55491" y="33527"/>
                          <a:pt x="45668" y="44141"/>
                        </a:cubicBezTo>
                        <a:cubicBezTo>
                          <a:pt x="35846" y="54756"/>
                          <a:pt x="19275" y="55401"/>
                          <a:pt x="8656" y="45583"/>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2309" name="Google Shape;2309;p69"/>
                  <p:cNvSpPr/>
                  <p:nvPr/>
                </p:nvSpPr>
                <p:spPr>
                  <a:xfrm>
                    <a:off x="3580133" y="3603857"/>
                    <a:ext cx="52383" cy="52360"/>
                  </a:xfrm>
                  <a:custGeom>
                    <a:avLst/>
                    <a:gdLst/>
                    <a:ahLst/>
                    <a:cxnLst/>
                    <a:rect l="l" t="t" r="r" b="b"/>
                    <a:pathLst>
                      <a:path w="52383" h="52360" extrusionOk="0">
                        <a:moveTo>
                          <a:pt x="8656" y="45583"/>
                        </a:moveTo>
                        <a:cubicBezTo>
                          <a:pt x="-1963" y="35765"/>
                          <a:pt x="-2609" y="19201"/>
                          <a:pt x="7213" y="8587"/>
                        </a:cubicBezTo>
                        <a:cubicBezTo>
                          <a:pt x="17036" y="-2027"/>
                          <a:pt x="33607" y="-2673"/>
                          <a:pt x="44226" y="7145"/>
                        </a:cubicBezTo>
                        <a:cubicBezTo>
                          <a:pt x="54845" y="16963"/>
                          <a:pt x="55491" y="33527"/>
                          <a:pt x="45669" y="44141"/>
                        </a:cubicBezTo>
                        <a:cubicBezTo>
                          <a:pt x="35846" y="54756"/>
                          <a:pt x="19275" y="55401"/>
                          <a:pt x="8656" y="45583"/>
                        </a:cubicBezTo>
                        <a:close/>
                      </a:path>
                    </a:pathLst>
                  </a:custGeom>
                  <a:solidFill>
                    <a:schemeClr val="accent4"/>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grpSp>
        <p:grpSp>
          <p:nvGrpSpPr>
            <p:cNvPr id="2310" name="Google Shape;2310;p69"/>
            <p:cNvGrpSpPr/>
            <p:nvPr/>
          </p:nvGrpSpPr>
          <p:grpSpPr>
            <a:xfrm>
              <a:off x="5692632" y="3091906"/>
              <a:ext cx="1335327" cy="1335234"/>
              <a:chOff x="2269333" y="4370695"/>
              <a:chExt cx="928536" cy="928536"/>
            </a:xfrm>
          </p:grpSpPr>
          <p:sp>
            <p:nvSpPr>
              <p:cNvPr id="2311" name="Google Shape;2311;p69"/>
              <p:cNvSpPr/>
              <p:nvPr/>
            </p:nvSpPr>
            <p:spPr>
              <a:xfrm rot="-2700000">
                <a:off x="2405242" y="4506748"/>
                <a:ext cx="656718" cy="656430"/>
              </a:xfrm>
              <a:custGeom>
                <a:avLst/>
                <a:gdLst/>
                <a:ahLst/>
                <a:cxnLst/>
                <a:rect l="l" t="t" r="r" b="b"/>
                <a:pathLst>
                  <a:path w="656353" h="656065" extrusionOk="0">
                    <a:moveTo>
                      <a:pt x="656603" y="328217"/>
                    </a:moveTo>
                    <a:cubicBezTo>
                      <a:pt x="656603" y="509384"/>
                      <a:pt x="509673" y="656249"/>
                      <a:pt x="328426" y="656249"/>
                    </a:cubicBezTo>
                    <a:cubicBezTo>
                      <a:pt x="147179" y="656249"/>
                      <a:pt x="249" y="509384"/>
                      <a:pt x="249" y="328217"/>
                    </a:cubicBezTo>
                    <a:cubicBezTo>
                      <a:pt x="249" y="147049"/>
                      <a:pt x="147179" y="184"/>
                      <a:pt x="328426" y="184"/>
                    </a:cubicBezTo>
                    <a:cubicBezTo>
                      <a:pt x="509673" y="184"/>
                      <a:pt x="656603" y="147049"/>
                      <a:pt x="656603" y="328217"/>
                    </a:cubicBezTo>
                    <a:close/>
                  </a:path>
                </a:pathLst>
              </a:custGeom>
              <a:solidFill>
                <a:schemeClr val="accent5"/>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2312" name="Google Shape;2312;p69"/>
              <p:cNvSpPr/>
              <p:nvPr/>
            </p:nvSpPr>
            <p:spPr>
              <a:xfrm rot="-4106279">
                <a:off x="2422650" y="4524340"/>
                <a:ext cx="621247" cy="620974"/>
              </a:xfrm>
              <a:custGeom>
                <a:avLst/>
                <a:gdLst/>
                <a:ahLst/>
                <a:cxnLst/>
                <a:rect l="l" t="t" r="r" b="b"/>
                <a:pathLst>
                  <a:path w="621261" h="620988" extrusionOk="0">
                    <a:moveTo>
                      <a:pt x="621510" y="310678"/>
                    </a:moveTo>
                    <a:cubicBezTo>
                      <a:pt x="621510" y="482159"/>
                      <a:pt x="482436" y="621173"/>
                      <a:pt x="310880" y="621173"/>
                    </a:cubicBezTo>
                    <a:cubicBezTo>
                      <a:pt x="139323" y="621173"/>
                      <a:pt x="249" y="482160"/>
                      <a:pt x="249" y="310678"/>
                    </a:cubicBezTo>
                    <a:cubicBezTo>
                      <a:pt x="249" y="139197"/>
                      <a:pt x="139323" y="184"/>
                      <a:pt x="310880" y="184"/>
                    </a:cubicBezTo>
                    <a:cubicBezTo>
                      <a:pt x="482436" y="184"/>
                      <a:pt x="621510" y="139197"/>
                      <a:pt x="621510" y="310678"/>
                    </a:cubicBezTo>
                    <a:close/>
                  </a:path>
                </a:pathLst>
              </a:custGeom>
              <a:solidFill>
                <a:srgbClr val="FFFFFF">
                  <a:alpha val="19620"/>
                </a:srgbClr>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sp>
            <p:nvSpPr>
              <p:cNvPr id="2313" name="Google Shape;2313;p69"/>
              <p:cNvSpPr/>
              <p:nvPr/>
            </p:nvSpPr>
            <p:spPr>
              <a:xfrm>
                <a:off x="2559684" y="4588740"/>
                <a:ext cx="336110" cy="492445"/>
              </a:xfrm>
              <a:custGeom>
                <a:avLst/>
                <a:gdLst/>
                <a:ahLst/>
                <a:cxnLst/>
                <a:rect l="l" t="t" r="r" b="b"/>
                <a:pathLst>
                  <a:path w="336110" h="492445" extrusionOk="0">
                    <a:moveTo>
                      <a:pt x="289988" y="358206"/>
                    </a:moveTo>
                    <a:cubicBezTo>
                      <a:pt x="308204" y="292092"/>
                      <a:pt x="256926" y="258469"/>
                      <a:pt x="207258" y="230811"/>
                    </a:cubicBezTo>
                    <a:lnTo>
                      <a:pt x="234494" y="131955"/>
                    </a:lnTo>
                    <a:cubicBezTo>
                      <a:pt x="260190" y="142591"/>
                      <a:pt x="283421" y="158397"/>
                      <a:pt x="302745" y="178391"/>
                    </a:cubicBezTo>
                    <a:lnTo>
                      <a:pt x="336359" y="134590"/>
                    </a:lnTo>
                    <a:cubicBezTo>
                      <a:pt x="315588" y="110996"/>
                      <a:pt x="283518" y="91142"/>
                      <a:pt x="249144" y="78784"/>
                    </a:cubicBezTo>
                    <a:lnTo>
                      <a:pt x="266704" y="15052"/>
                    </a:lnTo>
                    <a:lnTo>
                      <a:pt x="212693" y="184"/>
                    </a:lnTo>
                    <a:lnTo>
                      <a:pt x="194638" y="65716"/>
                    </a:lnTo>
                    <a:cubicBezTo>
                      <a:pt x="122384" y="57026"/>
                      <a:pt x="78150" y="89453"/>
                      <a:pt x="65019" y="137113"/>
                    </a:cubicBezTo>
                    <a:cubicBezTo>
                      <a:pt x="47463" y="200834"/>
                      <a:pt x="93272" y="234485"/>
                      <a:pt x="140689" y="261523"/>
                    </a:cubicBezTo>
                    <a:lnTo>
                      <a:pt x="113502" y="360196"/>
                    </a:lnTo>
                    <a:cubicBezTo>
                      <a:pt x="81307" y="346266"/>
                      <a:pt x="52849" y="323908"/>
                      <a:pt x="35818" y="300320"/>
                    </a:cubicBezTo>
                    <a:lnTo>
                      <a:pt x="249" y="343584"/>
                    </a:lnTo>
                    <a:cubicBezTo>
                      <a:pt x="18419" y="370674"/>
                      <a:pt x="55734" y="397086"/>
                      <a:pt x="98811" y="413520"/>
                    </a:cubicBezTo>
                    <a:lnTo>
                      <a:pt x="81110" y="477762"/>
                    </a:lnTo>
                    <a:lnTo>
                      <a:pt x="135121" y="492630"/>
                    </a:lnTo>
                    <a:lnTo>
                      <a:pt x="152924" y="428016"/>
                    </a:lnTo>
                    <a:cubicBezTo>
                      <a:pt x="229473" y="439794"/>
                      <a:pt x="276552" y="406975"/>
                      <a:pt x="289988" y="358206"/>
                    </a:cubicBezTo>
                    <a:close/>
                    <a:moveTo>
                      <a:pt x="128839" y="151530"/>
                    </a:moveTo>
                    <a:cubicBezTo>
                      <a:pt x="134109" y="132404"/>
                      <a:pt x="150326" y="119460"/>
                      <a:pt x="179720" y="119862"/>
                    </a:cubicBezTo>
                    <a:lnTo>
                      <a:pt x="157158" y="201747"/>
                    </a:lnTo>
                    <a:cubicBezTo>
                      <a:pt x="136254" y="187408"/>
                      <a:pt x="123194" y="172019"/>
                      <a:pt x="128839" y="151530"/>
                    </a:cubicBezTo>
                    <a:close/>
                    <a:moveTo>
                      <a:pt x="167637" y="374614"/>
                    </a:moveTo>
                    <a:lnTo>
                      <a:pt x="190934" y="290059"/>
                    </a:lnTo>
                    <a:cubicBezTo>
                      <a:pt x="215873" y="305821"/>
                      <a:pt x="232590" y="322386"/>
                      <a:pt x="226253" y="345389"/>
                    </a:cubicBezTo>
                    <a:cubicBezTo>
                      <a:pt x="220680" y="365615"/>
                      <a:pt x="201939" y="377869"/>
                      <a:pt x="167637" y="374614"/>
                    </a:cubicBezTo>
                    <a:close/>
                  </a:path>
                </a:pathLst>
              </a:custGeom>
              <a:solidFill>
                <a:schemeClr val="accent6"/>
              </a:solidFill>
              <a:ln>
                <a:noFill/>
              </a:ln>
            </p:spPr>
            <p:txBody>
              <a:bodyPr spcFirstLastPara="1" wrap="square" lIns="91425" tIns="45700" rIns="91425" bIns="45700" anchor="ctr" anchorCtr="0">
                <a:noAutofit/>
              </a:bodyPr>
              <a:lstStyle/>
              <a:p>
                <a:endParaRPr sz="1800">
                  <a:latin typeface="Calibri"/>
                  <a:ea typeface="Calibri"/>
                  <a:cs typeface="Calibri"/>
                  <a:sym typeface="Calibri"/>
                </a:endParaRPr>
              </a:p>
            </p:txBody>
          </p:sp>
        </p:grpSp>
      </p:grpSp>
    </p:spTree>
  </p:cSld>
  <p:clrMapOvr>
    <a:masterClrMapping/>
  </p:clrMapOvr>
</p:sld>
</file>

<file path=ppt/theme/theme1.xml><?xml version="1.0" encoding="utf-8"?>
<a:theme xmlns:a="http://schemas.openxmlformats.org/drawingml/2006/main" name="Tax Considerations in your Business by Slidesgo">
  <a:themeElements>
    <a:clrScheme name="Simple Light">
      <a:dk1>
        <a:srgbClr val="014B4B"/>
      </a:dk1>
      <a:lt1>
        <a:srgbClr val="F8FFFE"/>
      </a:lt1>
      <a:dk2>
        <a:srgbClr val="D4E8E5"/>
      </a:dk2>
      <a:lt2>
        <a:srgbClr val="000000"/>
      </a:lt2>
      <a:accent1>
        <a:srgbClr val="008D8E"/>
      </a:accent1>
      <a:accent2>
        <a:srgbClr val="00C6C7"/>
      </a:accent2>
      <a:accent3>
        <a:srgbClr val="003F62"/>
      </a:accent3>
      <a:accent4>
        <a:srgbClr val="569B68"/>
      </a:accent4>
      <a:accent5>
        <a:srgbClr val="F9C23A"/>
      </a:accent5>
      <a:accent6>
        <a:srgbClr val="FFFFFF"/>
      </a:accent6>
      <a:hlink>
        <a:srgbClr val="014B4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787</TotalTime>
  <Words>1377</Words>
  <Application>Microsoft Office PowerPoint</Application>
  <PresentationFormat>On-screen Show (16:9)</PresentationFormat>
  <Paragraphs>109</Paragraphs>
  <Slides>29</Slides>
  <Notes>29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Calibri</vt:lpstr>
      <vt:lpstr>Roboto</vt:lpstr>
      <vt:lpstr>Nunito Light</vt:lpstr>
      <vt:lpstr>Rambla</vt:lpstr>
      <vt:lpstr>PT Sans</vt:lpstr>
      <vt:lpstr>Arial</vt:lpstr>
      <vt:lpstr>Tax Considerations in your Business by Slidesgo</vt:lpstr>
      <vt:lpstr>EXPLORING UPI TRANSACTION PATTERN AND FRAUD DETECTION </vt:lpstr>
      <vt:lpstr>Contents of this template</vt:lpstr>
      <vt:lpstr>The Unified Payments Interface (UPI) enables quick and secure digital payments in India. As transactions grow, fraud risks also increase. This project uses data science and machine learning to detect and prevent UPI fraud. The data is cleaned, analyzed, and used to train a Random Forest model that predicts suspicious transactions, helping make digital payments safer and more trustworthy. </vt:lpstr>
      <vt:lpstr>OVERVIEW OF DATASET</vt:lpstr>
      <vt:lpstr>OVERVIEW OF DATASET</vt:lpstr>
      <vt:lpstr>DATA PREPROCESSING </vt:lpstr>
      <vt:lpstr>PowerPoint Presentation</vt:lpstr>
      <vt:lpstr>DATA ANALYSIS &amp; DATA VISUALIZATION</vt:lpstr>
      <vt:lpstr>TRANSACTION TYPE DISTRIBUTION (P2P VS P2M)</vt:lpstr>
      <vt:lpstr>Top Merchant Categories by Transaction Count and Fraud Status</vt:lpstr>
      <vt:lpstr>Hourly Transaction Volume</vt:lpstr>
      <vt:lpstr>Transactions by Day of Week</vt:lpstr>
      <vt:lpstr>Transactions by Sender Age Group</vt:lpstr>
      <vt:lpstr>Transactions by Device Type</vt:lpstr>
      <vt:lpstr>Top 10 Banks by Transaction Count</vt:lpstr>
      <vt:lpstr>Transaction Status Distribution</vt:lpstr>
      <vt:lpstr>High-Value Transactions vs Account Tenure</vt:lpstr>
      <vt:lpstr>Transaction Status by Device Type</vt:lpstr>
      <vt:lpstr>Transaction Status by Geo Region</vt:lpstr>
      <vt:lpstr>Average Transaction Amount by Merchant Category</vt:lpstr>
      <vt:lpstr>Geo Fraud Map (India)</vt:lpstr>
      <vt:lpstr>Bank Market Share Shifts Over Time</vt:lpstr>
      <vt:lpstr>Chain Transactions  (Money Hopping Detection)</vt:lpstr>
      <vt:lpstr>Top 10 High-Value Customers (Customer Lifetime Value – CLV)</vt:lpstr>
      <vt:lpstr>PREDICTIVE MODEL</vt:lpstr>
      <vt:lpstr>Predictive Model (Random Forest Classifier)</vt:lpstr>
      <vt:lpstr>CORRELATION MATRIX</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Jamuna G</dc:creator>
  <cp:lastModifiedBy>Jamuna G</cp:lastModifiedBy>
  <cp:revision>7</cp:revision>
  <dcterms:modified xsi:type="dcterms:W3CDTF">2025-10-25T01:39:04Z</dcterms:modified>
</cp:coreProperties>
</file>